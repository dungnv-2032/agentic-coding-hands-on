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4.xml.rels" ContentType="application/vnd.openxmlformats-package.relationships+xml"/>
  <Override PartName="/ppt/slideMasters/_rels/slideMaster7.xml.rels" ContentType="application/vnd.openxmlformats-package.relationships+xml"/>
  <Override PartName="/ppt/slideMasters/_rels/slideMaster4.xml.rels" ContentType="application/vnd.openxmlformats-package.relationships+xml"/>
  <Override PartName="/ppt/slideMasters/_rels/slideMaster11.xml.rels" ContentType="application/vnd.openxmlformats-package.relationships+xml"/>
  <Override PartName="/ppt/slideMasters/_rels/slideMaster2.xml.rels" ContentType="application/vnd.openxmlformats-package.relationships+xml"/>
  <Override PartName="/ppt/slideMasters/_rels/slideMaster5.xml.rels" ContentType="application/vnd.openxmlformats-package.relationships+xml"/>
  <Override PartName="/ppt/slideMasters/_rels/slideMaster12.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10.xml.rels" ContentType="application/vnd.openxmlformats-package.relationships+xml"/>
  <Override PartName="/ppt/slideMasters/_rels/slideMaster6.xml.rels" ContentType="application/vnd.openxmlformats-package.relationships+xml"/>
  <Override PartName="/ppt/slideMasters/_rels/slideMaster13.xml.rels" ContentType="application/vnd.openxmlformats-package.relationships+xml"/>
  <Override PartName="/ppt/slideMasters/slideMaster9.xml" ContentType="application/vnd.openxmlformats-officedocument.presentationml.slideMaster+xml"/>
  <Override PartName="/ppt/slideMasters/slideMaster14.xml" ContentType="application/vnd.openxmlformats-officedocument.presentationml.slideMaster+xml"/>
  <Override PartName="/ppt/slideMasters/slideMaster7.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0.xml" ContentType="application/vnd.openxmlformats-officedocument.presentationml.slideMaster+xml"/>
  <Override PartName="/ppt/slideMasters/slideMaster4.xml" ContentType="application/vnd.openxmlformats-officedocument.presentationml.slideMaster+xml"/>
  <Override PartName="/ppt/slideMasters/slideMaster11.xml" ContentType="application/vnd.openxmlformats-officedocument.presentationml.slideMaster+xml"/>
  <Override PartName="/ppt/slideMasters/slideMaster5.xml" ContentType="application/vnd.openxmlformats-officedocument.presentationml.slideMaster+xml"/>
  <Override PartName="/ppt/slideMasters/slideMaster12.xml" ContentType="application/vnd.openxmlformats-officedocument.presentationml.slideMaster+xml"/>
  <Override PartName="/ppt/slideMasters/slideMaster6.xml" ContentType="application/vnd.openxmlformats-officedocument.presentationml.slideMaster+xml"/>
  <Override PartName="/ppt/slideMasters/slideMaster13.xml" ContentType="application/vnd.openxmlformats-officedocument.presentationml.slideMaster+xml"/>
  <Override PartName="/ppt/slideMasters/slideMaster8.xml" ContentType="application/vnd.openxmlformats-officedocument.presentationml.slideMaster+xml"/>
  <Override PartName="/ppt/theme/theme9.xml" ContentType="application/vnd.openxmlformats-officedocument.theme+xml"/>
  <Override PartName="/ppt/theme/theme8.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1.xml" ContentType="application/vnd.openxmlformats-officedocument.theme+xml"/>
  <Override PartName="/ppt/theme/theme6.xml" ContentType="application/vnd.openxmlformats-officedocument.theme+xml"/>
  <Override PartName="/ppt/theme/theme12.xml" ContentType="application/vnd.openxmlformats-officedocument.theme+xml"/>
  <Override PartName="/ppt/theme/theme7.xml" ContentType="application/vnd.openxmlformats-officedocument.theme+xml"/>
  <Override PartName="/ppt/theme/theme13.xml" ContentType="application/vnd.openxmlformats-officedocument.theme+xml"/>
  <Override PartName="/ppt/notesSlides/_rels/notesSlide41.xml.rels" ContentType="application/vnd.openxmlformats-package.relationships+xml"/>
  <Override PartName="/ppt/notesSlides/_rels/notesSlide35.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6.xml.rels" ContentType="application/vnd.openxmlformats-package.relationships+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5.xml" ContentType="application/vnd.openxmlformats-officedocument.presentationml.notesSlide+xml"/>
  <Override PartName="/ppt/notesSlides/notesSlide41.xml" ContentType="application/vnd.openxmlformats-officedocument.presentationml.notesSlide+xml"/>
  <Override PartName="/ppt/_rels/presentation.xml.rels" ContentType="application/vnd.openxmlformats-package.relationships+xml"/>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4.png" ContentType="image/png"/>
  <Override PartName="/ppt/media/image1.png" ContentType="image/png"/>
  <Override PartName="/ppt/media/image31.png" ContentType="image/png"/>
  <Override PartName="/ppt/media/image25.png" ContentType="image/png"/>
  <Override PartName="/ppt/media/image2.png" ContentType="image/png"/>
  <Override PartName="/ppt/media/image32.png" ContentType="image/png"/>
  <Override PartName="/ppt/media/image26.png" ContentType="image/png"/>
  <Override PartName="/ppt/media/image3.png" ContentType="image/png"/>
  <Override PartName="/ppt/media/image33.png" ContentType="image/png"/>
  <Override PartName="/ppt/media/image27.png" ContentType="image/png"/>
  <Override PartName="/ppt/media/image4.png" ContentType="image/png"/>
  <Override PartName="/ppt/media/image34.png" ContentType="image/png"/>
  <Override PartName="/ppt/media/image28.png" ContentType="image/png"/>
  <Override PartName="/ppt/media/image5.png" ContentType="image/png"/>
  <Override PartName="/ppt/media/image35.png" ContentType="image/png"/>
  <Override PartName="/ppt/media/image10.png" ContentType="image/png"/>
  <Override PartName="/ppt/media/image47.png" ContentType="image/png"/>
  <Override PartName="/ppt/media/image45.png" ContentType="image/png"/>
  <Override PartName="/ppt/media/image46.png" ContentType="image/png"/>
  <Override PartName="/ppt/media/image50.png" ContentType="image/png"/>
  <Override PartName="/ppt/media/image13.png" ContentType="image/png"/>
  <Override PartName="/ppt/media/image11.png" ContentType="image/png"/>
  <Override PartName="/ppt/media/image48.png" ContentType="image/png"/>
  <Override PartName="/ppt/media/image51.png" ContentType="image/png"/>
  <Override PartName="/ppt/media/image52.png" ContentType="image/png"/>
  <Override PartName="/ppt/media/image41.png" ContentType="image/png"/>
  <Override PartName="/ppt/media/image53.png" ContentType="image/png"/>
  <Override PartName="/ppt/media/image42.png" ContentType="image/png"/>
  <Override PartName="/ppt/media/image54.png" ContentType="image/png"/>
  <Override PartName="/ppt/media/image43.png" ContentType="image/png"/>
  <Override PartName="/ppt/media/image55.png" ContentType="image/png"/>
  <Override PartName="/ppt/media/image44.png" ContentType="image/png"/>
  <Override PartName="/ppt/media/image56.png" ContentType="image/png"/>
  <Override PartName="/ppt/media/image40.png" ContentType="image/png"/>
  <Override PartName="/ppt/media/image30.png" ContentType="image/png"/>
  <Override PartName="/ppt/media/image39.png" ContentType="image/png"/>
  <Override PartName="/ppt/media/image9.png" ContentType="image/png"/>
  <Override PartName="/ppt/media/image38.png" ContentType="image/png"/>
  <Override PartName="/ppt/media/image8.png" ContentType="image/png"/>
  <Override PartName="/ppt/media/image49.png" ContentType="image/png"/>
  <Override PartName="/ppt/media/image12.png" ContentType="image/png"/>
  <Override PartName="/ppt/media/image37.png" ContentType="image/png"/>
  <Override PartName="/ppt/media/image7.png" ContentType="image/png"/>
  <Override PartName="/ppt/media/image36.png" ContentType="image/png"/>
  <Override PartName="/ppt/media/image6.png" ContentType="image/png"/>
  <Override PartName="/ppt/media/image29.png" ContentType="image/png"/>
  <Override PartName="/ppt/slideLayouts/_rels/slideLayout78.xml.rels" ContentType="application/vnd.openxmlformats-package.relationships+xml"/>
  <Override PartName="/ppt/slideLayouts/_rels/slideLayout76.xml.rels" ContentType="application/vnd.openxmlformats-package.relationships+xml"/>
  <Override PartName="/ppt/slideLayouts/_rels/slideLayout75.xml.rels" ContentType="application/vnd.openxmlformats-package.relationships+xml"/>
  <Override PartName="/ppt/slideLayouts/_rels/slideLayout74.xml.rels" ContentType="application/vnd.openxmlformats-package.relationships+xml"/>
  <Override PartName="/ppt/slideLayouts/_rels/slideLayout73.xml.rels" ContentType="application/vnd.openxmlformats-package.relationships+xml"/>
  <Override PartName="/ppt/slideLayouts/_rels/slideLayout69.xml.rels" ContentType="application/vnd.openxmlformats-package.relationships+xml"/>
  <Override PartName="/ppt/slideLayouts/_rels/slideLayout72.xml.rels" ContentType="application/vnd.openxmlformats-package.relationships+xml"/>
  <Override PartName="/ppt/slideLayouts/_rels/slideLayout68.xml.rels" ContentType="application/vnd.openxmlformats-package.relationships+xml"/>
  <Override PartName="/ppt/slideLayouts/_rels/slideLayout71.xml.rels" ContentType="application/vnd.openxmlformats-package.relationships+xml"/>
  <Override PartName="/ppt/slideLayouts/_rels/slideLayout67.xml.rels" ContentType="application/vnd.openxmlformats-package.relationships+xml"/>
  <Override PartName="/ppt/slideLayouts/_rels/slideLayout63.xml.rels" ContentType="application/vnd.openxmlformats-package.relationships+xml"/>
  <Override PartName="/ppt/slideLayouts/_rels/slideLayout167.xml.rels" ContentType="application/vnd.openxmlformats-package.relationships+xml"/>
  <Override PartName="/ppt/slideLayouts/_rels/slideLayout62.xml.rels" ContentType="application/vnd.openxmlformats-package.relationships+xml"/>
  <Override PartName="/ppt/slideLayouts/_rels/slideLayout166.xml.rels" ContentType="application/vnd.openxmlformats-package.relationships+xml"/>
  <Override PartName="/ppt/slideLayouts/_rels/slideLayout94.xml.rels" ContentType="application/vnd.openxmlformats-package.relationships+xml"/>
  <Override PartName="/ppt/slideLayouts/_rels/slideLayout26.xml.rels" ContentType="application/vnd.openxmlformats-package.relationships+xml"/>
  <Override PartName="/ppt/slideLayouts/_rels/slideLayout70.xml.rels" ContentType="application/vnd.openxmlformats-package.relationships+xml"/>
  <Override PartName="/ppt/slideLayouts/_rels/slideLayout25.xml.rels" ContentType="application/vnd.openxmlformats-package.relationships+xml"/>
  <Override PartName="/ppt/slideLayouts/_rels/slideLayout129.xml.rels" ContentType="application/vnd.openxmlformats-package.relationships+xml"/>
  <Override PartName="/ppt/slideLayouts/_rels/slideLayout81.xml.rels" ContentType="application/vnd.openxmlformats-package.relationships+xml"/>
  <Override PartName="/ppt/slideLayouts/_rels/slideLayout37.xml.rels" ContentType="application/vnd.openxmlformats-package.relationships+xml"/>
  <Override PartName="/ppt/slideLayouts/_rels/slideLayout13.xml.rels" ContentType="application/vnd.openxmlformats-package.relationships+xml"/>
  <Override PartName="/ppt/slideLayouts/_rels/slideLayout117.xml.rels" ContentType="application/vnd.openxmlformats-package.relationships+xml"/>
  <Override PartName="/ppt/slideLayouts/_rels/slideLayout161.xml.rels" ContentType="application/vnd.openxmlformats-package.relationships+xml"/>
  <Override PartName="/ppt/slideLayouts/_rels/slideLayout80.xml.rels" ContentType="application/vnd.openxmlformats-package.relationships+xml"/>
  <Override PartName="/ppt/slideLayouts/_rels/slideLayout36.xml.rels" ContentType="application/vnd.openxmlformats-package.relationships+xml"/>
  <Override PartName="/ppt/slideLayouts/_rels/slideLayout12.xml.rels" ContentType="application/vnd.openxmlformats-package.relationships+xml"/>
  <Override PartName="/ppt/slideLayouts/_rels/slideLayout116.xml.rels" ContentType="application/vnd.openxmlformats-package.relationships+xml"/>
  <Override PartName="/ppt/slideLayouts/_rels/slideLayout160.xml.rels" ContentType="application/vnd.openxmlformats-package.relationships+xml"/>
  <Override PartName="/ppt/slideLayouts/_rels/slideLayout15.xml.rels" ContentType="application/vnd.openxmlformats-package.relationships+xml"/>
  <Override PartName="/ppt/slideLayouts/_rels/slideLayout119.xml.rels" ContentType="application/vnd.openxmlformats-package.relationships+xml"/>
  <Override PartName="/ppt/slideLayouts/_rels/slideLayout93.xml.rels" ContentType="application/vnd.openxmlformats-package.relationships+xml"/>
  <Override PartName="/ppt/slideLayouts/_rels/slideLayout49.xml.rels" ContentType="application/vnd.openxmlformats-package.relationships+xml"/>
  <Override PartName="/ppt/slideLayouts/_rels/slideLayout14.xml.rels" ContentType="application/vnd.openxmlformats-package.relationships+xml"/>
  <Override PartName="/ppt/slideLayouts/_rels/slideLayout82.xml.rels" ContentType="application/vnd.openxmlformats-package.relationships+xml"/>
  <Override PartName="/ppt/slideLayouts/_rels/slideLayout38.xml.rels" ContentType="application/vnd.openxmlformats-package.relationships+xml"/>
  <Override PartName="/ppt/slideLayouts/_rels/slideLayout126.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25.xml.rels" ContentType="application/vnd.openxmlformats-package.relationships+xml"/>
  <Override PartName="/ppt/slideLayouts/_rels/slideLayout58.xml.rels" ContentType="application/vnd.openxmlformats-package.relationships+xml"/>
  <Override PartName="/ppt/slideLayouts/_rels/slideLayout104.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64.xml.rels" ContentType="application/vnd.openxmlformats-package.relationships+xml"/>
  <Override PartName="/ppt/slideLayouts/_rels/slideLayout6.xml.rels" ContentType="application/vnd.openxmlformats-package.relationships+xml"/>
  <Override PartName="/ppt/slideLayouts/_rels/slideLayout111.xml.rels" ContentType="application/vnd.openxmlformats-package.relationships+xml"/>
  <Override PartName="/ppt/slideLayouts/_rels/slideLayout163.xml.rels" ContentType="application/vnd.openxmlformats-package.relationships+xml"/>
  <Override PartName="/ppt/slideLayouts/_rels/slideLayout110.xml.rels" ContentType="application/vnd.openxmlformats-package.relationships+xml"/>
  <Override PartName="/ppt/slideLayouts/_rels/slideLayout141.xml.rels" ContentType="application/vnd.openxmlformats-package.relationships+xml"/>
  <Override PartName="/ppt/slideLayouts/_rels/slideLayout42.xml.rels" ContentType="application/vnd.openxmlformats-package.relationships+xml"/>
  <Override PartName="/ppt/slideLayouts/_rels/slideLayout146.xml.rels" ContentType="application/vnd.openxmlformats-package.relationships+xml"/>
  <Override PartName="/ppt/slideLayouts/_rels/slideLayout150.xml.rels" ContentType="application/vnd.openxmlformats-package.relationships+xml"/>
  <Override PartName="/ppt/slideLayouts/_rels/slideLayout140.xml.rels" ContentType="application/vnd.openxmlformats-package.relationships+xml"/>
  <Override PartName="/ppt/slideLayouts/_rels/slideLayout159.xml.rels" ContentType="application/vnd.openxmlformats-package.relationships+xml"/>
  <Override PartName="/ppt/slideLayouts/_rels/slideLayout55.xml.rels" ContentType="application/vnd.openxmlformats-package.relationships+xml"/>
  <Override PartName="/ppt/slideLayouts/_rels/slideLayout39.xml.rels" ContentType="application/vnd.openxmlformats-package.relationships+xml"/>
  <Override PartName="/ppt/slideLayouts/_rels/slideLayout17.xml.rels" ContentType="application/vnd.openxmlformats-package.relationships+xml"/>
  <Override PartName="/ppt/slideLayouts/_rels/slideLayout85.xml.rels" ContentType="application/vnd.openxmlformats-package.relationships+xml"/>
  <Override PartName="/ppt/slideLayouts/_rels/slideLayout136.xml.rels" ContentType="application/vnd.openxmlformats-package.relationships+xml"/>
  <Override PartName="/ppt/slideLayouts/_rels/slideLayout32.xml.rels" ContentType="application/vnd.openxmlformats-package.relationships+xml"/>
  <Override PartName="/ppt/slideLayouts/_rels/slideLayout18.xml.rels" ContentType="application/vnd.openxmlformats-package.relationships+xml"/>
  <Override PartName="/ppt/slideLayouts/_rels/slideLayout77.xml.rels" ContentType="application/vnd.openxmlformats-package.relationships+xml"/>
  <Override PartName="/ppt/slideLayouts/_rels/slideLayout86.xml.rels" ContentType="application/vnd.openxmlformats-package.relationships+xml"/>
  <Override PartName="/ppt/slideLayouts/_rels/slideLayout19.xml.rels" ContentType="application/vnd.openxmlformats-package.relationships+xml"/>
  <Override PartName="/ppt/slideLayouts/_rels/slideLayout87.xml.rels" ContentType="application/vnd.openxmlformats-package.relationships+xml"/>
  <Override PartName="/ppt/slideLayouts/_rels/slideLayout89.xml.rels" ContentType="application/vnd.openxmlformats-package.relationships+xml"/>
  <Override PartName="/ppt/slideLayouts/_rels/slideLayout27.xml.rels" ContentType="application/vnd.openxmlformats-package.relationships+xml"/>
  <Override PartName="/ppt/slideLayouts/_rels/slideLayout52.xml.rels" ContentType="application/vnd.openxmlformats-package.relationships+xml"/>
  <Override PartName="/ppt/slideLayouts/_rels/slideLayout156.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105.xml.rels" ContentType="application/vnd.openxmlformats-package.relationships+xml"/>
  <Override PartName="/ppt/slideLayouts/_rels/slideLayout5.xml.rels" ContentType="application/vnd.openxmlformats-package.relationships+xml"/>
  <Override PartName="/ppt/slideLayouts/_rels/slideLayout88.xml.rels" ContentType="application/vnd.openxmlformats-package.relationships+xml"/>
  <Override PartName="/ppt/slideLayouts/_rels/slideLayout95.xml.rels" ContentType="application/vnd.openxmlformats-package.relationships+xml"/>
  <Override PartName="/ppt/slideLayouts/_rels/slideLayout112.xml.rels" ContentType="application/vnd.openxmlformats-package.relationships+xml"/>
  <Override PartName="/ppt/slideLayouts/_rels/slideLayout96.xml.rels" ContentType="application/vnd.openxmlformats-package.relationships+xml"/>
  <Override PartName="/ppt/slideLayouts/_rels/slideLayout113.xml.rels" ContentType="application/vnd.openxmlformats-package.relationships+xml"/>
  <Override PartName="/ppt/slideLayouts/_rels/slideLayout109.xml.rels" ContentType="application/vnd.openxmlformats-package.relationships+xml"/>
  <Override PartName="/ppt/slideLayouts/_rels/slideLayout120.xml.rels" ContentType="application/vnd.openxmlformats-package.relationships+xml"/>
  <Override PartName="/ppt/slideLayouts/_rels/slideLayout130.xml.rels" ContentType="application/vnd.openxmlformats-package.relationships+xml"/>
  <Override PartName="/ppt/slideLayouts/_rels/slideLayout121.xml.rels" ContentType="application/vnd.openxmlformats-package.relationships+xml"/>
  <Override PartName="/ppt/slideLayouts/_rels/slideLayout3.xml.rels" ContentType="application/vnd.openxmlformats-package.relationships+xml"/>
  <Override PartName="/ppt/slideLayouts/_rels/slideLayout103.xml.rels" ContentType="application/vnd.openxmlformats-package.relationships+xml"/>
  <Override PartName="/ppt/slideLayouts/_rels/slideLayout4.xml.rels" ContentType="application/vnd.openxmlformats-package.relationships+xml"/>
  <Override PartName="/ppt/slideLayouts/_rels/slideLayout123.xml.rels" ContentType="application/vnd.openxmlformats-package.relationships+xml"/>
  <Override PartName="/ppt/slideLayouts/_rels/slideLayout101.xml.rels" ContentType="application/vnd.openxmlformats-package.relationships+xml"/>
  <Override PartName="/ppt/slideLayouts/_rels/slideLayout151.xml.rels" ContentType="application/vnd.openxmlformats-package.relationships+xml"/>
  <Override PartName="/ppt/slideLayouts/_rels/slideLayout43.xml.rels" ContentType="application/vnd.openxmlformats-package.relationships+xml"/>
  <Override PartName="/ppt/slideLayouts/_rels/slideLayout147.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122.xml.rels" ContentType="application/vnd.openxmlformats-package.relationships+xml"/>
  <Override PartName="/ppt/slideLayouts/_rels/slideLayout97.xml.rels" ContentType="application/vnd.openxmlformats-package.relationships+xml"/>
  <Override PartName="/ppt/slideLayouts/_rels/slideLayout106.xml.rels" ContentType="application/vnd.openxmlformats-package.relationships+xml"/>
  <Override PartName="/ppt/slideLayouts/_rels/slideLayout100.xml.rels" ContentType="application/vnd.openxmlformats-package.relationships+xml"/>
  <Override PartName="/ppt/slideLayouts/_rels/slideLayout108.xml.rels" ContentType="application/vnd.openxmlformats-package.relationships+xml"/>
  <Override PartName="/ppt/slideLayouts/_rels/slideLayout99.xml.rels" ContentType="application/vnd.openxmlformats-package.relationships+xml"/>
  <Override PartName="/ppt/slideLayouts/_rels/slideLayout29.xml.rels" ContentType="application/vnd.openxmlformats-package.relationships+xml"/>
  <Override PartName="/ppt/slideLayouts/_rels/slideLayout137.xml.rels" ContentType="application/vnd.openxmlformats-package.relationships+xml"/>
  <Override PartName="/ppt/slideLayouts/_rels/slideLayout33.xml.rels" ContentType="application/vnd.openxmlformats-package.relationships+xml"/>
  <Override PartName="/ppt/slideLayouts/_rels/slideLayout102.xml.rels" ContentType="application/vnd.openxmlformats-package.relationships+xml"/>
  <Override PartName="/ppt/slideLayouts/_rels/slideLayout107.xml.rels" ContentType="application/vnd.openxmlformats-package.relationships+xml"/>
  <Override PartName="/ppt/slideLayouts/_rels/slideLayout98.xml.rels" ContentType="application/vnd.openxmlformats-package.relationships+xml"/>
  <Override PartName="/ppt/slideLayouts/_rels/slideLayout28.xml.rels" ContentType="application/vnd.openxmlformats-package.relationships+xml"/>
  <Override PartName="/ppt/slideLayouts/_rels/slideLayout53.xml.rels" ContentType="application/vnd.openxmlformats-package.relationships+xml"/>
  <Override PartName="/ppt/slideLayouts/_rels/slideLayout157.xml.rels" ContentType="application/vnd.openxmlformats-package.relationships+xml"/>
  <Override PartName="/ppt/slideLayouts/_rels/slideLayout9.xml.rels" ContentType="application/vnd.openxmlformats-package.relationships+xml"/>
  <Override PartName="/ppt/slideLayouts/_rels/slideLayout152.xml.rels" ContentType="application/vnd.openxmlformats-package.relationships+xml"/>
  <Override PartName="/ppt/slideLayouts/_rels/slideLayout44.xml.rels" ContentType="application/vnd.openxmlformats-package.relationships+xml"/>
  <Override PartName="/ppt/slideLayouts/_rels/slideLayout148.xml.rels" ContentType="application/vnd.openxmlformats-package.relationships+xml"/>
  <Override PartName="/ppt/slideLayouts/_rels/slideLayout54.xml.rels" ContentType="application/vnd.openxmlformats-package.relationships+xml"/>
  <Override PartName="/ppt/slideLayouts/_rels/slideLayout158.xml.rels" ContentType="application/vnd.openxmlformats-package.relationships+xml"/>
  <Override PartName="/ppt/slideLayouts/_rels/slideLayout40.xml.rels" ContentType="application/vnd.openxmlformats-package.relationships+xml"/>
  <Override PartName="/ppt/slideLayouts/_rels/slideLayout144.xml.rels" ContentType="application/vnd.openxmlformats-package.relationships+xml"/>
  <Override PartName="/ppt/slideLayouts/_rels/slideLayout168.xml.rels" ContentType="application/vnd.openxmlformats-package.relationships+xml"/>
  <Override PartName="/ppt/slideLayouts/_rels/slideLayout153.xml.rels" ContentType="application/vnd.openxmlformats-package.relationships+xml"/>
  <Override PartName="/ppt/slideLayouts/_rels/slideLayout45.xml.rels" ContentType="application/vnd.openxmlformats-package.relationships+xml"/>
  <Override PartName="/ppt/slideLayouts/_rels/slideLayout149.xml.rels" ContentType="application/vnd.openxmlformats-package.relationships+xml"/>
  <Override PartName="/ppt/slideLayouts/_rels/slideLayout131.xml.rels" ContentType="application/vnd.openxmlformats-package.relationships+xml"/>
  <Override PartName="/ppt/slideLayouts/_rels/slideLayout155.xml.rels" ContentType="application/vnd.openxmlformats-package.relationships+xml"/>
  <Override PartName="/ppt/slideLayouts/_rels/slideLayout51.xml.rels" ContentType="application/vnd.openxmlformats-package.relationships+xml"/>
  <Override PartName="/ppt/slideLayouts/_rels/slideLayout41.xml.rels" ContentType="application/vnd.openxmlformats-package.relationships+xml"/>
  <Override PartName="/ppt/slideLayouts/_rels/slideLayout145.xml.rels" ContentType="application/vnd.openxmlformats-package.relationships+xml"/>
  <Override PartName="/ppt/slideLayouts/_rels/slideLayout50.xml.rels" ContentType="application/vnd.openxmlformats-package.relationships+xml"/>
  <Override PartName="/ppt/slideLayouts/_rels/slideLayout154.xml.rels" ContentType="application/vnd.openxmlformats-package.relationships+xml"/>
  <Override PartName="/ppt/slideLayouts/_rels/slideLayout143.xml.rels" ContentType="application/vnd.openxmlformats-package.relationships+xml"/>
  <Override PartName="/ppt/slideLayouts/_rels/slideLayout91.xml.rels" ContentType="application/vnd.openxmlformats-package.relationships+xml"/>
  <Override PartName="/ppt/slideLayouts/_rels/slideLayout47.xml.rels" ContentType="application/vnd.openxmlformats-package.relationships+xml"/>
  <Override PartName="/ppt/slideLayouts/_rels/slideLayout133.xml.rels" ContentType="application/vnd.openxmlformats-package.relationships+xml"/>
  <Override PartName="/ppt/slideLayouts/_rels/slideLayout142.xml.rels" ContentType="application/vnd.openxmlformats-package.relationships+xml"/>
  <Override PartName="/ppt/slideLayouts/_rels/slideLayout90.xml.rels" ContentType="application/vnd.openxmlformats-package.relationships+xml"/>
  <Override PartName="/ppt/slideLayouts/_rels/slideLayout46.xml.rels" ContentType="application/vnd.openxmlformats-package.relationships+xml"/>
  <Override PartName="/ppt/slideLayouts/_rels/slideLayout132.xml.rels" ContentType="application/vnd.openxmlformats-package.relationships+xml"/>
  <Override PartName="/ppt/slideLayouts/_rels/slideLayout139.xml.rels" ContentType="application/vnd.openxmlformats-package.relationships+xml"/>
  <Override PartName="/ppt/slideLayouts/_rels/slideLayout35.xml.rels" ContentType="application/vnd.openxmlformats-package.relationships+xml"/>
  <Override PartName="/ppt/slideLayouts/_rels/slideLayout138.xml.rels" ContentType="application/vnd.openxmlformats-package.relationships+xml"/>
  <Override PartName="/ppt/slideLayouts/_rels/slideLayout34.xml.rels" ContentType="application/vnd.openxmlformats-package.relationships+xml"/>
  <Override PartName="/ppt/slideLayouts/_rels/slideLayout135.xml.rels" ContentType="application/vnd.openxmlformats-package.relationships+xml"/>
  <Override PartName="/ppt/slideLayouts/_rels/slideLayout31.xml.rels" ContentType="application/vnd.openxmlformats-package.relationships+xml"/>
  <Override PartName="/ppt/slideLayouts/_rels/slideLayout84.xml.rels" ContentType="application/vnd.openxmlformats-package.relationships+xml"/>
  <Override PartName="/ppt/slideLayouts/_rels/slideLayout134.xml.rels" ContentType="application/vnd.openxmlformats-package.relationships+xml"/>
  <Override PartName="/ppt/slideLayouts/_rels/slideLayout30.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162.xml.rels" ContentType="application/vnd.openxmlformats-package.relationships+xml"/>
  <Override PartName="/ppt/slideLayouts/_rels/slideLayout118.xml.rels" ContentType="application/vnd.openxmlformats-package.relationships+xml"/>
  <Override PartName="/ppt/slideLayouts/_rels/slideLayout66.xml.rels" ContentType="application/vnd.openxmlformats-package.relationships+xml"/>
  <Override PartName="/ppt/slideLayouts/_rels/slideLayout65.xml.rels" ContentType="application/vnd.openxmlformats-package.relationships+xml"/>
  <Override PartName="/ppt/slideLayouts/_rels/slideLayout64.xml.rels" ContentType="application/vnd.openxmlformats-package.relationships+xml"/>
  <Override PartName="/ppt/slideLayouts/_rels/slideLayout11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11.xml.rels" ContentType="application/vnd.openxmlformats-package.relationships+xml"/>
  <Override PartName="/ppt/slideLayouts/_rels/slideLayout115.xml.rels" ContentType="application/vnd.openxmlformats-package.relationships+xml"/>
  <Override PartName="/ppt/slideLayouts/_rels/slideLayout48.xml.rels" ContentType="application/vnd.openxmlformats-package.relationships+xml"/>
  <Override PartName="/ppt/slideLayouts/_rels/slideLayout92.xml.rels" ContentType="application/vnd.openxmlformats-package.relationships+xml"/>
  <Override PartName="/ppt/slideLayouts/_rels/slideLayout128.xml.rels" ContentType="application/vnd.openxmlformats-package.relationships+xml"/>
  <Override PartName="/ppt/slideLayouts/_rels/slideLayout24.xml.rels" ContentType="application/vnd.openxmlformats-package.relationships+xml"/>
  <Override PartName="/ppt/slideLayouts/_rels/slideLayout23.xml.rels" ContentType="application/vnd.openxmlformats-package.relationships+xml"/>
  <Override PartName="/ppt/slideLayouts/_rels/slideLayout127.xml.rels" ContentType="application/vnd.openxmlformats-package.relationships+xml"/>
  <Override PartName="/ppt/slideLayouts/_rels/slideLayout57.xml.rels" ContentType="application/vnd.openxmlformats-package.relationships+xml"/>
  <Override PartName="/ppt/slideLayouts/_rels/slideLayout165.xml.rels" ContentType="application/vnd.openxmlformats-package.relationships+xml"/>
  <Override PartName="/ppt/slideLayouts/_rels/slideLayout61.xml.rels" ContentType="application/vnd.openxmlformats-package.relationships+xml"/>
  <Override PartName="/ppt/slideLayouts/_rels/slideLayout124.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slideLayout124.xml" ContentType="application/vnd.openxmlformats-officedocument.presentationml.slideLayout+xml"/>
  <Override PartName="/ppt/slideLayouts/slideLayout123.xml" ContentType="application/vnd.openxmlformats-officedocument.presentationml.slideLayout+xml"/>
  <Override PartName="/ppt/slideLayouts/slideLayout122.xml" ContentType="application/vnd.openxmlformats-officedocument.presentationml.slideLayout+xml"/>
  <Override PartName="/ppt/slideLayouts/slideLayout121.xml" ContentType="application/vnd.openxmlformats-officedocument.presentationml.slideLayout+xml"/>
  <Override PartName="/ppt/slideLayouts/slideLayout120.xml" ContentType="application/vnd.openxmlformats-officedocument.presentationml.slideLayout+xml"/>
  <Override PartName="/ppt/slideLayouts/slideLayout114.xml" ContentType="application/vnd.openxmlformats-officedocument.presentationml.slideLayout+xml"/>
  <Override PartName="/ppt/slideLayouts/slideLayout113.xml" ContentType="application/vnd.openxmlformats-officedocument.presentationml.slideLayout+xml"/>
  <Override PartName="/ppt/slideLayouts/slideLayout112.xml" ContentType="application/vnd.openxmlformats-officedocument.presentationml.slideLayout+xml"/>
  <Override PartName="/ppt/slideLayouts/slideLayout111.xml" ContentType="application/vnd.openxmlformats-officedocument.presentationml.slideLayout+xml"/>
  <Override PartName="/ppt/slideLayouts/slideLayout110.xml" ContentType="application/vnd.openxmlformats-officedocument.presentationml.slideLayout+xml"/>
  <Override PartName="/ppt/slideLayouts/slideLayout109.xml" ContentType="application/vnd.openxmlformats-officedocument.presentationml.slideLayout+xml"/>
  <Override PartName="/ppt/slideLayouts/slideLayout108.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105.xml" ContentType="application/vnd.openxmlformats-officedocument.presentationml.slideLayout+xml"/>
  <Override PartName="/ppt/slideLayouts/slideLayout104.xml" ContentType="application/vnd.openxmlformats-officedocument.presentationml.slideLayout+xml"/>
  <Override PartName="/ppt/slideLayouts/slideLayout103.xml" ContentType="application/vnd.openxmlformats-officedocument.presentationml.slideLayout+xml"/>
  <Override PartName="/ppt/slideLayouts/slideLayout102.xml" ContentType="application/vnd.openxmlformats-officedocument.presentationml.slideLayout+xml"/>
  <Override PartName="/ppt/slideLayouts/slideLayout101.xml" ContentType="application/vnd.openxmlformats-officedocument.presentationml.slideLayout+xml"/>
  <Override PartName="/ppt/slideLayouts/slideLayout100.xml" ContentType="application/vnd.openxmlformats-officedocument.presentationml.slideLayout+xml"/>
  <Override PartName="/ppt/slideLayouts/slideLayout99.xml" ContentType="application/vnd.openxmlformats-officedocument.presentationml.slideLayout+xml"/>
  <Override PartName="/ppt/slideLayouts/slideLayout5.xml" ContentType="application/vnd.openxmlformats-officedocument.presentationml.slideLayout+xml"/>
  <Override PartName="/ppt/slideLayouts/slideLayout98.xml" ContentType="application/vnd.openxmlformats-officedocument.presentationml.slideLayout+xml"/>
  <Override PartName="/ppt/slideLayouts/slideLayout4.xml" ContentType="application/vnd.openxmlformats-officedocument.presentationml.slideLayout+xml"/>
  <Override PartName="/ppt/slideLayouts/slideLayout97.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96.xml" ContentType="application/vnd.openxmlformats-officedocument.presentationml.slideLayout+xml"/>
  <Override PartName="/ppt/slideLayouts/slideLayout28.xml" ContentType="application/vnd.openxmlformats-officedocument.presentationml.slideLayout+xml"/>
  <Override PartName="/ppt/slideLayouts/slideLayout2.xml" ContentType="application/vnd.openxmlformats-officedocument.presentationml.slideLayout+xml"/>
  <Override PartName="/ppt/slideLayouts/slideLayout95.xml" ContentType="application/vnd.openxmlformats-officedocument.presentationml.slideLayout+xml"/>
  <Override PartName="/ppt/slideLayouts/slideLayout1.xml" ContentType="application/vnd.openxmlformats-officedocument.presentationml.slideLayout+xml"/>
  <Override PartName="/ppt/slideLayouts/slideLayout27.xml" ContentType="application/vnd.openxmlformats-officedocument.presentationml.slideLayout+xml"/>
  <Override PartName="/ppt/slideLayouts/slideLayout89.xml" ContentType="application/vnd.openxmlformats-officedocument.presentationml.slideLayout+xml"/>
  <Override PartName="/ppt/slideLayouts/slideLayout88.xml" ContentType="application/vnd.openxmlformats-officedocument.presentationml.slideLayout+xml"/>
  <Override PartName="/ppt/slideLayouts/slideLayout87.xml" ContentType="application/vnd.openxmlformats-officedocument.presentationml.slideLayout+xml"/>
  <Override PartName="/ppt/slideLayouts/slideLayout19.xml" ContentType="application/vnd.openxmlformats-officedocument.presentationml.slideLayout+xml"/>
  <Override PartName="/ppt/slideLayouts/slideLayout86.xml" ContentType="application/vnd.openxmlformats-officedocument.presentationml.slideLayout+xml"/>
  <Override PartName="/ppt/slideLayouts/slideLayout18.xml" ContentType="application/vnd.openxmlformats-officedocument.presentationml.slideLayout+xml"/>
  <Override PartName="/ppt/slideLayouts/slideLayout85.xml" ContentType="application/vnd.openxmlformats-officedocument.presentationml.slideLayout+xml"/>
  <Override PartName="/ppt/slideLayouts/slideLayout17.xml" ContentType="application/vnd.openxmlformats-officedocument.presentationml.slideLayout+xml"/>
  <Override PartName="/ppt/slideLayouts/slideLayout39.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40.xml" ContentType="application/vnd.openxmlformats-officedocument.presentationml.slideLayout+xml"/>
  <Override PartName="/ppt/slideLayouts/slideLayout145.xml" ContentType="application/vnd.openxmlformats-officedocument.presentationml.slideLayout+xml"/>
  <Override PartName="/ppt/slideLayouts/slideLayout132.xml" ContentType="application/vnd.openxmlformats-officedocument.presentationml.slideLayout+xml"/>
  <Override PartName="/ppt/slideLayouts/slideLayout41.xml" ContentType="application/vnd.openxmlformats-officedocument.presentationml.slideLayout+xml"/>
  <Override PartName="/ppt/slideLayouts/slideLayout146.xml" ContentType="application/vnd.openxmlformats-officedocument.presentationml.slideLayout+xml"/>
  <Override PartName="/ppt/slideLayouts/slideLayout133.xml" ContentType="application/vnd.openxmlformats-officedocument.presentationml.slideLayout+xml"/>
  <Override PartName="/ppt/slideLayouts/slideLayout42.xml" ContentType="application/vnd.openxmlformats-officedocument.presentationml.slideLayout+xml"/>
  <Override PartName="/ppt/slideLayouts/slideLayout147.xml" ContentType="application/vnd.openxmlformats-officedocument.presentationml.slideLayout+xml"/>
  <Override PartName="/ppt/slideLayouts/slideLayout134.xml" ContentType="application/vnd.openxmlformats-officedocument.presentationml.slideLayout+xml"/>
  <Override PartName="/ppt/slideLayouts/slideLayout43.xml" ContentType="application/vnd.openxmlformats-officedocument.presentationml.slideLayout+xml"/>
  <Override PartName="/ppt/slideLayouts/slideLayout148.xml" ContentType="application/vnd.openxmlformats-officedocument.presentationml.slideLayout+xml"/>
  <Override PartName="/ppt/slideLayouts/slideLayout135.xml" ContentType="application/vnd.openxmlformats-officedocument.presentationml.slideLayout+xml"/>
  <Override PartName="/ppt/slideLayouts/slideLayout30.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149.xml" ContentType="application/vnd.openxmlformats-officedocument.presentationml.slideLayout+xml"/>
  <Override PartName="/ppt/slideLayouts/slideLayout136.xml" ContentType="application/vnd.openxmlformats-officedocument.presentationml.slideLayout+xml"/>
  <Override PartName="/ppt/slideLayouts/slideLayout31.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137.xml" ContentType="application/vnd.openxmlformats-officedocument.presentationml.slideLayout+xml"/>
  <Override PartName="/ppt/slideLayouts/slideLayout32.xml" ContentType="application/vnd.openxmlformats-officedocument.presentationml.slideLayout+xml"/>
  <Override PartName="/ppt/slideLayouts/slideLayout138.xml" ContentType="application/vnd.openxmlformats-officedocument.presentationml.slideLayout+xml"/>
  <Override PartName="/ppt/slideLayouts/slideLayout33.xml" ContentType="application/vnd.openxmlformats-officedocument.presentationml.slideLayout+xml"/>
  <Override PartName="/ppt/slideLayouts/slideLayout139.xml" ContentType="application/vnd.openxmlformats-officedocument.presentationml.slideLayout+xml"/>
  <Override PartName="/ppt/slideLayouts/slideLayout34.xml" ContentType="application/vnd.openxmlformats-officedocument.presentationml.slideLayout+xml"/>
  <Override PartName="/ppt/slideLayouts/slideLayout156.xml" ContentType="application/vnd.openxmlformats-officedocument.presentationml.slideLayout+xml"/>
  <Override PartName="/ppt/slideLayouts/slideLayout51.xml" ContentType="application/vnd.openxmlformats-officedocument.presentationml.slideLayout+xml"/>
  <Override PartName="/ppt/slideLayouts/slideLayout157.xml" ContentType="application/vnd.openxmlformats-officedocument.presentationml.slideLayout+xml"/>
  <Override PartName="/ppt/slideLayouts/slideLayout52.xml" ContentType="application/vnd.openxmlformats-officedocument.presentationml.slideLayout+xml"/>
  <Override PartName="/ppt/slideLayouts/slideLayout162.xml" ContentType="application/vnd.openxmlformats-officedocument.presentationml.slideLayout+xml"/>
  <Override PartName="/ppt/slideLayouts/slideLayout158.xml" ContentType="application/vnd.openxmlformats-officedocument.presentationml.slideLayout+xml"/>
  <Override PartName="/ppt/slideLayouts/slideLayout53.xml" ContentType="application/vnd.openxmlformats-officedocument.presentationml.slideLayout+xml"/>
  <Override PartName="/ppt/slideLayouts/slideLayout160.xml" ContentType="application/vnd.openxmlformats-officedocument.presentationml.slideLayout+xml"/>
  <Override PartName="/ppt/slideLayouts/slideLayout163.xml" ContentType="application/vnd.openxmlformats-officedocument.presentationml.slideLayout+xml"/>
  <Override PartName="/ppt/slideLayouts/slideLayout159.xml" ContentType="application/vnd.openxmlformats-officedocument.presentationml.slideLayout+xml"/>
  <Override PartName="/ppt/slideLayouts/slideLayout54.xml" ContentType="application/vnd.openxmlformats-officedocument.presentationml.slideLayout+xml"/>
  <Override PartName="/ppt/slideLayouts/slideLayout161.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28.xml" ContentType="application/vnd.openxmlformats-officedocument.presentationml.slideLayout+xml"/>
  <Override PartName="/ppt/slideLayouts/slideLayout167.xml" ContentType="application/vnd.openxmlformats-officedocument.presentationml.slideLayout+xml"/>
  <Override PartName="/ppt/slideLayouts/slideLayout129.xml" ContentType="application/vnd.openxmlformats-officedocument.presentationml.slideLayout+xml"/>
  <Override PartName="/ppt/slideLayouts/slideLayout168.xml" ContentType="application/vnd.openxmlformats-officedocument.presentationml.slideLayout+xml"/>
  <Override PartName="/ppt/slideLayouts/slideLayout70.xml" ContentType="application/vnd.openxmlformats-officedocument.presentationml.slideLayout+xml"/>
  <Override PartName="/ppt/slideLayouts/slideLayout155.xml" ContentType="application/vnd.openxmlformats-officedocument.presentationml.slideLayout+xml"/>
  <Override PartName="/ppt/slideLayouts/slideLayout50.xml" ContentType="application/vnd.openxmlformats-officedocument.presentationml.slideLayout+xml"/>
  <Override PartName="/ppt/slideLayouts/slideLayout154.xml" ContentType="application/vnd.openxmlformats-officedocument.presentationml.slideLayout+xml"/>
  <Override PartName="/ppt/slideLayouts/slideLayout153.xml" ContentType="application/vnd.openxmlformats-officedocument.presentationml.slideLayout+xml"/>
  <Override PartName="/ppt/slideLayouts/slideLayout152.xml" ContentType="application/vnd.openxmlformats-officedocument.presentationml.slideLayout+xml"/>
  <Override PartName="/ppt/slideLayouts/slideLayout151.xml" ContentType="application/vnd.openxmlformats-officedocument.presentationml.slideLayout+xml"/>
  <Override PartName="/ppt/slideLayouts/slideLayout150.xml" ContentType="application/vnd.openxmlformats-officedocument.presentationml.slideLayout+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144.xml" ContentType="application/vnd.openxmlformats-officedocument.presentationml.slideLayout+xml"/>
  <Override PartName="/ppt/slideLayouts/slideLayout143.xml" ContentType="application/vnd.openxmlformats-officedocument.presentationml.slideLayout+xml"/>
  <Override PartName="/ppt/slideLayouts/slideLayout142.xml" ContentType="application/vnd.openxmlformats-officedocument.presentationml.slideLayout+xml"/>
  <Override PartName="/ppt/slideLayouts/slideLayout141.xml" ContentType="application/vnd.openxmlformats-officedocument.presentationml.slideLayout+xml"/>
  <Override PartName="/ppt/slideLayouts/slideLayout140.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118.xml" ContentType="application/vnd.openxmlformats-officedocument.presentationml.slideLayout+xml"/>
  <Override PartName="/ppt/slideLayouts/slideLayout49.xml" ContentType="application/vnd.openxmlformats-officedocument.presentationml.slideLayout+xml"/>
  <Override PartName="/ppt/slideLayouts/slideLayout117.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16.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5.xml" ContentType="application/vnd.openxmlformats-officedocument.presentationml.slideLayout+xml"/>
  <Override PartName="/ppt/slideLayouts/slideLayout24.xml" ContentType="application/vnd.openxmlformats-officedocument.presentationml.slideLayout+xml"/>
  <Override PartName="/ppt/slideLayouts/slideLayout92.xml" ContentType="application/vnd.openxmlformats-officedocument.presentationml.slideLayout+xml"/>
  <Override PartName="/ppt/slideLayouts/slideLayout23.xml" ContentType="application/vnd.openxmlformats-officedocument.presentationml.slideLayout+xml"/>
  <Override PartName="/ppt/slideLayouts/slideLayout91.xml" ContentType="application/vnd.openxmlformats-officedocument.presentationml.slideLayout+xml"/>
  <Override PartName="/ppt/slideLayouts/slideLayout59.xml" ContentType="application/vnd.openxmlformats-officedocument.presentationml.slideLayout+xml"/>
  <Override PartName="/ppt/slideLayouts/slideLayout90.xml" ContentType="application/vnd.openxmlformats-officedocument.presentationml.slideLayout+xml"/>
  <Override PartName="/ppt/slideLayouts/slideLayout22.xml" ContentType="application/vnd.openxmlformats-officedocument.presentationml.slideLayout+xml"/>
  <Override PartName="/ppt/slideLayouts/slideLayout127.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25.xml" ContentType="application/vnd.openxmlformats-officedocument.presentationml.slideLayout+xml"/>
  <Override PartName="/ppt/slideLayouts/slideLayout58.xml" ContentType="application/vnd.openxmlformats-officedocument.presentationml.slideLayout+xml"/>
  <Override PartName="/ppt/slideLayouts/slideLayout21.xml" ContentType="application/vnd.openxmlformats-officedocument.presentationml.slideLayout+xml"/>
  <Override PartName="/ppt/slideLayouts/slideLayout126.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119.xml" ContentType="application/vnd.openxmlformats-officedocument.presentationml.slideLayout+xml"/>
  <Override PartName="/ppt/slideLayouts/slideLayout83.xml" ContentType="application/vnd.openxmlformats-officedocument.presentationml.slideLayout+xml"/>
  <Override PartName="/ppt/slideLayouts/slideLayout15.xml" ContentType="application/vnd.openxmlformats-officedocument.presentationml.slideLayout+xml"/>
  <Override PartName="/ppt/slideLayouts/slideLayout12.xml" ContentType="application/vnd.openxmlformats-officedocument.presentationml.slideLayout+xml"/>
  <Override PartName="/ppt/slideLayouts/slideLayout80.xml" ContentType="application/vnd.openxmlformats-officedocument.presentationml.slideLayout+xml"/>
  <Override PartName="/ppt/slideLayouts/slideLayout84.xml" ContentType="application/vnd.openxmlformats-officedocument.presentationml.slideLayout+xml"/>
  <Override PartName="/ppt/slideLayouts/slideLayout16.xml" ContentType="application/vnd.openxmlformats-officedocument.presentationml.slideLayout+xml"/>
  <Override PartName="/ppt/slideLayouts/slideLayout13.xml" ContentType="application/vnd.openxmlformats-officedocument.presentationml.slideLayout+xml"/>
  <Override PartName="/ppt/slideLayouts/slideLayout81.xml" ContentType="application/vnd.openxmlformats-officedocument.presentationml.slideLayout+xml"/>
  <Override PartName="/ppt/slideLayouts/slideLayout25.xml" ContentType="application/vnd.openxmlformats-officedocument.presentationml.slideLayout+xml"/>
  <Override PartName="/ppt/slideLayouts/slideLayout93.xml" ContentType="application/vnd.openxmlformats-officedocument.presentationml.slideLayout+xml"/>
  <Override PartName="/ppt/slideLayouts/slideLayout26.xml" ContentType="application/vnd.openxmlformats-officedocument.presentationml.slideLayout+xml"/>
  <Override PartName="/ppt/slideLayouts/slideLayout9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72.xml" ContentType="application/vnd.openxmlformats-officedocument.presentationml.slide+xml"/>
  <Override PartName="/ppt/slides/slide23.xml" ContentType="application/vnd.openxmlformats-officedocument.presentationml.slide+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34.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49.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64.xml.rels" ContentType="application/vnd.openxmlformats-package.relationships+xml"/>
  <Override PartName="/ppt/slides/_rels/slide61.xml.rels" ContentType="application/vnd.openxmlformats-package.relationships+xml"/>
  <Override PartName="/ppt/slides/_rels/slide57.xml.rels" ContentType="application/vnd.openxmlformats-package.relationships+xml"/>
  <Override PartName="/ppt/slides/_rels/slide28.xml.rels" ContentType="application/vnd.openxmlformats-package.relationships+xml"/>
  <Override PartName="/ppt/slides/_rels/slide44.xml.rels" ContentType="application/vnd.openxmlformats-package.relationships+xml"/>
  <Override PartName="/ppt/slides/_rels/slide9.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58.xml.rels" ContentType="application/vnd.openxmlformats-package.relationships+xml"/>
  <Override PartName="/ppt/slides/_rels/slide65.xml.rels" ContentType="application/vnd.openxmlformats-package.relationships+xml"/>
  <Override PartName="/ppt/slides/_rels/slide13.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69.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62.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39.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66.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68.xml.rels" ContentType="application/vnd.openxmlformats-package.relationships+xml"/>
  <Override PartName="/ppt/slides/_rels/slide72.xml.rels" ContentType="application/vnd.openxmlformats-package.relationships+xml"/>
  <Override PartName="/ppt/slides/_rels/slide67.xml.rels" ContentType="application/vnd.openxmlformats-package.relationships+xml"/>
  <Override PartName="/ppt/slides/_rels/slide71.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 id="2147483804" r:id="rId14"/>
    <p:sldMasterId id="2147483817"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 id="311" r:id="rId72"/>
    <p:sldId id="312" r:id="rId73"/>
    <p:sldId id="313" r:id="rId74"/>
    <p:sldId id="314" r:id="rId75"/>
    <p:sldId id="315" r:id="rId76"/>
    <p:sldId id="316" r:id="rId77"/>
    <p:sldId id="317" r:id="rId78"/>
    <p:sldId id="318" r:id="rId79"/>
    <p:sldId id="319" r:id="rId80"/>
    <p:sldId id="320" r:id="rId81"/>
    <p:sldId id="321" r:id="rId82"/>
    <p:sldId id="322" r:id="rId83"/>
    <p:sldId id="323" r:id="rId84"/>
    <p:sldId id="324" r:id="rId85"/>
    <p:sldId id="325" r:id="rId86"/>
    <p:sldId id="326" r:id="rId87"/>
    <p:sldId id="327" r:id="rId8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Relationship Id="rId59" Type="http://schemas.openxmlformats.org/officeDocument/2006/relationships/slide" Target="slides/slide43.xml"/><Relationship Id="rId60" Type="http://schemas.openxmlformats.org/officeDocument/2006/relationships/slide" Target="slides/slide44.xml"/><Relationship Id="rId61" Type="http://schemas.openxmlformats.org/officeDocument/2006/relationships/slide" Target="slides/slide45.xml"/><Relationship Id="rId62" Type="http://schemas.openxmlformats.org/officeDocument/2006/relationships/slide" Target="slides/slide46.xml"/><Relationship Id="rId63" Type="http://schemas.openxmlformats.org/officeDocument/2006/relationships/slide" Target="slides/slide47.xml"/><Relationship Id="rId64" Type="http://schemas.openxmlformats.org/officeDocument/2006/relationships/slide" Target="slides/slide48.xml"/><Relationship Id="rId65" Type="http://schemas.openxmlformats.org/officeDocument/2006/relationships/slide" Target="slides/slide49.xml"/><Relationship Id="rId66" Type="http://schemas.openxmlformats.org/officeDocument/2006/relationships/slide" Target="slides/slide50.xml"/><Relationship Id="rId67" Type="http://schemas.openxmlformats.org/officeDocument/2006/relationships/slide" Target="slides/slide51.xml"/><Relationship Id="rId68" Type="http://schemas.openxmlformats.org/officeDocument/2006/relationships/slide" Target="slides/slide52.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 Id="rId72" Type="http://schemas.openxmlformats.org/officeDocument/2006/relationships/slide" Target="slides/slide56.xml"/><Relationship Id="rId73" Type="http://schemas.openxmlformats.org/officeDocument/2006/relationships/slide" Target="slides/slide57.xml"/><Relationship Id="rId74" Type="http://schemas.openxmlformats.org/officeDocument/2006/relationships/slide" Target="slides/slide58.xml"/><Relationship Id="rId75" Type="http://schemas.openxmlformats.org/officeDocument/2006/relationships/slide" Target="slides/slide59.xml"/><Relationship Id="rId76" Type="http://schemas.openxmlformats.org/officeDocument/2006/relationships/slide" Target="slides/slide60.xml"/><Relationship Id="rId77" Type="http://schemas.openxmlformats.org/officeDocument/2006/relationships/slide" Target="slides/slide61.xml"/><Relationship Id="rId78" Type="http://schemas.openxmlformats.org/officeDocument/2006/relationships/slide" Target="slides/slide62.xml"/><Relationship Id="rId79" Type="http://schemas.openxmlformats.org/officeDocument/2006/relationships/slide" Target="slides/slide63.xml"/><Relationship Id="rId80" Type="http://schemas.openxmlformats.org/officeDocument/2006/relationships/slide" Target="slides/slide64.xml"/><Relationship Id="rId81" Type="http://schemas.openxmlformats.org/officeDocument/2006/relationships/slide" Target="slides/slide65.xml"/><Relationship Id="rId82" Type="http://schemas.openxmlformats.org/officeDocument/2006/relationships/slide" Target="slides/slide66.xml"/><Relationship Id="rId83" Type="http://schemas.openxmlformats.org/officeDocument/2006/relationships/slide" Target="slides/slide67.xml"/><Relationship Id="rId84" Type="http://schemas.openxmlformats.org/officeDocument/2006/relationships/slide" Target="slides/slide68.xml"/><Relationship Id="rId85" Type="http://schemas.openxmlformats.org/officeDocument/2006/relationships/slide" Target="slides/slide69.xml"/><Relationship Id="rId86" Type="http://schemas.openxmlformats.org/officeDocument/2006/relationships/slide" Target="slides/slide70.xml"/><Relationship Id="rId87" Type="http://schemas.openxmlformats.org/officeDocument/2006/relationships/slide" Target="slides/slide71.xml"/><Relationship Id="rId88" Type="http://schemas.openxmlformats.org/officeDocument/2006/relationships/slide" Target="slides/slide72.xml"/><Relationship Id="rId8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m</a:t>
            </a:r>
            <a:r>
              <a:rPr b="0" lang="en-US" sz="4400" spc="-1" strike="noStrike">
                <a:latin typeface="Arial"/>
              </a:rPr>
              <a:t>o</a:t>
            </a:r>
            <a:r>
              <a:rPr b="0" lang="en-US" sz="4400" spc="-1" strike="noStrike">
                <a:latin typeface="Arial"/>
              </a:rPr>
              <a:t>v</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s</a:t>
            </a:r>
            <a:r>
              <a:rPr b="0" lang="en-US" sz="4400" spc="-1" strike="noStrike">
                <a:latin typeface="Arial"/>
              </a:rPr>
              <a:t>l</a:t>
            </a:r>
            <a:r>
              <a:rPr b="0" lang="en-US" sz="4400" spc="-1" strike="noStrike">
                <a:latin typeface="Arial"/>
              </a:rPr>
              <a:t>i</a:t>
            </a:r>
            <a:r>
              <a:rPr b="0" lang="en-US" sz="4400" spc="-1" strike="noStrike">
                <a:latin typeface="Arial"/>
              </a:rPr>
              <a:t>d</a:t>
            </a:r>
            <a:r>
              <a:rPr b="0" lang="en-US" sz="4400" spc="-1" strike="noStrike">
                <a:latin typeface="Arial"/>
              </a:rPr>
              <a:t>e</a:t>
            </a:r>
            <a:endParaRPr b="0" lang="en-US" sz="4400" spc="-1" strike="noStrike">
              <a:latin typeface="Arial"/>
            </a:endParaRPr>
          </a:p>
        </p:txBody>
      </p:sp>
      <p:sp>
        <p:nvSpPr>
          <p:cNvPr id="57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a:t>
            </a:r>
            <a:r>
              <a:rPr b="0" lang="en-US" sz="2000" spc="-1" strike="noStrike">
                <a:latin typeface="Arial"/>
              </a:rPr>
              <a:t>l</a:t>
            </a:r>
            <a:r>
              <a:rPr b="0" lang="en-US" sz="2000" spc="-1" strike="noStrike">
                <a:latin typeface="Arial"/>
              </a:rPr>
              <a:t>i</a:t>
            </a:r>
            <a:r>
              <a:rPr b="0" lang="en-US" sz="2000" spc="-1" strike="noStrike">
                <a:latin typeface="Arial"/>
              </a:rPr>
              <a:t>c</a:t>
            </a:r>
            <a:r>
              <a:rPr b="0" lang="en-US" sz="2000" spc="-1" strike="noStrike">
                <a:latin typeface="Arial"/>
              </a:rPr>
              <a:t>k</a:t>
            </a:r>
            <a:r>
              <a:rPr b="0" lang="en-US" sz="2000" spc="-1" strike="noStrike">
                <a:latin typeface="Arial"/>
              </a:rPr>
              <a:t> </a:t>
            </a:r>
            <a:r>
              <a:rPr b="0" lang="en-US" sz="2000" spc="-1" strike="noStrike">
                <a:latin typeface="Arial"/>
              </a:rPr>
              <a:t>t</a:t>
            </a:r>
            <a:r>
              <a:rPr b="0" lang="en-US" sz="2000" spc="-1" strike="noStrike">
                <a:latin typeface="Arial"/>
              </a:rPr>
              <a:t>o</a:t>
            </a:r>
            <a:r>
              <a:rPr b="0" lang="en-US" sz="2000" spc="-1" strike="noStrike">
                <a:latin typeface="Arial"/>
              </a:rPr>
              <a:t> </a:t>
            </a:r>
            <a:r>
              <a:rPr b="0" lang="en-US" sz="2000" spc="-1" strike="noStrike">
                <a:latin typeface="Arial"/>
              </a:rPr>
              <a:t>e</a:t>
            </a:r>
            <a:r>
              <a:rPr b="0" lang="en-US" sz="2000" spc="-1" strike="noStrike">
                <a:latin typeface="Arial"/>
              </a:rPr>
              <a:t>d</a:t>
            </a:r>
            <a:r>
              <a:rPr b="0" lang="en-US" sz="2000" spc="-1" strike="noStrike">
                <a:latin typeface="Arial"/>
              </a:rPr>
              <a:t>i</a:t>
            </a:r>
            <a:r>
              <a:rPr b="0" lang="en-US" sz="2000" spc="-1" strike="noStrike">
                <a:latin typeface="Arial"/>
              </a:rPr>
              <a:t>t</a:t>
            </a:r>
            <a:r>
              <a:rPr b="0" lang="en-US" sz="2000" spc="-1" strike="noStrike">
                <a:latin typeface="Arial"/>
              </a:rPr>
              <a:t> </a:t>
            </a:r>
            <a:r>
              <a:rPr b="0" lang="en-US" sz="2000" spc="-1" strike="noStrike">
                <a:latin typeface="Arial"/>
              </a:rPr>
              <a:t>t</a:t>
            </a:r>
            <a:r>
              <a:rPr b="0" lang="en-US" sz="2000" spc="-1" strike="noStrike">
                <a:latin typeface="Arial"/>
              </a:rPr>
              <a:t>h</a:t>
            </a:r>
            <a:r>
              <a:rPr b="0" lang="en-US" sz="2000" spc="-1" strike="noStrike">
                <a:latin typeface="Arial"/>
              </a:rPr>
              <a:t>e</a:t>
            </a:r>
            <a:r>
              <a:rPr b="0" lang="en-US" sz="2000" spc="-1" strike="noStrike">
                <a:latin typeface="Arial"/>
              </a:rPr>
              <a:t> </a:t>
            </a:r>
            <a:r>
              <a:rPr b="0" lang="en-US" sz="2000" spc="-1" strike="noStrike">
                <a:latin typeface="Arial"/>
              </a:rPr>
              <a:t>n</a:t>
            </a:r>
            <a:r>
              <a:rPr b="0" lang="en-US" sz="2000" spc="-1" strike="noStrike">
                <a:latin typeface="Arial"/>
              </a:rPr>
              <a:t>o</a:t>
            </a:r>
            <a:r>
              <a:rPr b="0" lang="en-US" sz="2000" spc="-1" strike="noStrike">
                <a:latin typeface="Arial"/>
              </a:rPr>
              <a:t>t</a:t>
            </a:r>
            <a:r>
              <a:rPr b="0" lang="en-US" sz="2000" spc="-1" strike="noStrike">
                <a:latin typeface="Arial"/>
              </a:rPr>
              <a:t>e</a:t>
            </a:r>
            <a:r>
              <a:rPr b="0" lang="en-US" sz="2000" spc="-1" strike="noStrike">
                <a:latin typeface="Arial"/>
              </a:rPr>
              <a:t>s</a:t>
            </a:r>
            <a:r>
              <a:rPr b="0" lang="en-US" sz="2000" spc="-1" strike="noStrike">
                <a:latin typeface="Arial"/>
              </a:rPr>
              <a:t> </a:t>
            </a:r>
            <a:r>
              <a:rPr b="0" lang="en-US" sz="2000" spc="-1" strike="noStrike">
                <a:latin typeface="Arial"/>
              </a:rPr>
              <a:t>f</a:t>
            </a:r>
            <a:r>
              <a:rPr b="0" lang="en-US" sz="2000" spc="-1" strike="noStrike">
                <a:latin typeface="Arial"/>
              </a:rPr>
              <a:t>o</a:t>
            </a:r>
            <a:r>
              <a:rPr b="0" lang="en-US" sz="2000" spc="-1" strike="noStrike">
                <a:latin typeface="Arial"/>
              </a:rPr>
              <a:t>r</a:t>
            </a:r>
            <a:r>
              <a:rPr b="0" lang="en-US" sz="2000" spc="-1" strike="noStrike">
                <a:latin typeface="Arial"/>
              </a:rPr>
              <a:t>m</a:t>
            </a:r>
            <a:r>
              <a:rPr b="0" lang="en-US" sz="2000" spc="-1" strike="noStrike">
                <a:latin typeface="Arial"/>
              </a:rPr>
              <a:t>a</a:t>
            </a:r>
            <a:r>
              <a:rPr b="0" lang="en-US" sz="2000" spc="-1" strike="noStrike">
                <a:latin typeface="Arial"/>
              </a:rPr>
              <a:t>t</a:t>
            </a:r>
            <a:endParaRPr b="0" lang="en-US" sz="2000" spc="-1" strike="noStrike">
              <a:latin typeface="Arial"/>
            </a:endParaRPr>
          </a:p>
        </p:txBody>
      </p:sp>
      <p:sp>
        <p:nvSpPr>
          <p:cNvPr id="571"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572"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573"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574"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8A4FE0DD-218D-4865-A57A-07B4D4BF35C8}"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1" name="PlaceHolder 1"/>
          <p:cNvSpPr>
            <a:spLocks noGrp="1"/>
          </p:cNvSpPr>
          <p:nvPr>
            <p:ph type="sldImg"/>
          </p:nvPr>
        </p:nvSpPr>
        <p:spPr>
          <a:xfrm>
            <a:off x="380880" y="685800"/>
            <a:ext cx="6094080" cy="3427200"/>
          </a:xfrm>
          <a:prstGeom prst="rect">
            <a:avLst/>
          </a:prstGeom>
          <a:ln w="0">
            <a:noFill/>
          </a:ln>
        </p:spPr>
      </p:sp>
      <p:sp>
        <p:nvSpPr>
          <p:cNvPr id="2122" name="PlaceHolder 2"/>
          <p:cNvSpPr>
            <a:spLocks noGrp="1"/>
          </p:cNvSpPr>
          <p:nvPr>
            <p:ph type="body"/>
          </p:nvPr>
        </p:nvSpPr>
        <p:spPr>
          <a:xfrm>
            <a:off x="685800" y="4343400"/>
            <a:ext cx="5484600" cy="411300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đã có yêu cầu chức năng, thì ngay sau đó là yêu cầu phi chức năng</a:t>
            </a:r>
            <a:endParaRPr b="0" lang="en-US" sz="1100" spc="-1" strike="noStrike">
              <a:latin typeface="Arial"/>
            </a:endParaRPr>
          </a:p>
          <a:p>
            <a:pPr marL="216000" indent="-216000">
              <a:lnSpc>
                <a:spcPct val="100000"/>
              </a:lnSpc>
              <a:buNone/>
              <a:tabLst>
                <a:tab algn="l" pos="0"/>
              </a:tabLst>
            </a:pPr>
            <a:r>
              <a:rPr b="0" lang="en-US" sz="1100" spc="-1" strike="noStrike">
                <a:latin typeface="Arial"/>
                <a:ea typeface="Arial"/>
              </a:rPr>
              <a:t>ở đây nêu tổng quan các yêu cầu phi chức năng quan trọng mà khách hàng yêu cầu</a:t>
            </a:r>
            <a:endParaRPr b="0" lang="en-US" sz="1100" spc="-1" strike="noStrike">
              <a:latin typeface="Arial"/>
            </a:endParaRPr>
          </a:p>
          <a:p>
            <a:pPr marL="216000" indent="-216000">
              <a:lnSpc>
                <a:spcPct val="100000"/>
              </a:lnSpc>
              <a:buNone/>
              <a:tabLst>
                <a:tab algn="l" pos="0"/>
              </a:tabLst>
            </a:pPr>
            <a:r>
              <a:rPr b="0" lang="en-US" sz="1100" spc="-1" strike="noStrike">
                <a:latin typeface="Arial"/>
                <a:ea typeface="Arial"/>
              </a:rPr>
              <a:t>trường hợp khách hàng không đưa ra yêu cầu phi chức năng từ đầu thì bỏ qua slide này, chúng ta sẽ đề xuất yêu cầu phi chức năng có thể đáp ứng ở phần sau, khi trình bày về thiết kế kiến trúc hệ thống</a:t>
            </a:r>
            <a:endParaRPr b="0" lang="en-US" sz="11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3" name="PlaceHolder 1"/>
          <p:cNvSpPr>
            <a:spLocks noGrp="1"/>
          </p:cNvSpPr>
          <p:nvPr>
            <p:ph type="sldImg"/>
          </p:nvPr>
        </p:nvSpPr>
        <p:spPr>
          <a:xfrm>
            <a:off x="685800" y="1143000"/>
            <a:ext cx="5484600" cy="3084480"/>
          </a:xfrm>
          <a:prstGeom prst="rect">
            <a:avLst/>
          </a:prstGeom>
          <a:ln w="0">
            <a:noFill/>
          </a:ln>
        </p:spPr>
      </p:sp>
      <p:sp>
        <p:nvSpPr>
          <p:cNvPr id="2124" name="PlaceHolder 2"/>
          <p:cNvSpPr>
            <a:spLocks noGrp="1"/>
          </p:cNvSpPr>
          <p:nvPr>
            <p:ph type="body"/>
          </p:nvPr>
        </p:nvSpPr>
        <p:spPr>
          <a:xfrm>
            <a:off x="685800" y="4400640"/>
            <a:ext cx="5484600" cy="3598920"/>
          </a:xfrm>
          <a:prstGeom prst="rect">
            <a:avLst/>
          </a:prstGeom>
          <a:noFill/>
          <a:ln w="0">
            <a:noFill/>
          </a:ln>
        </p:spPr>
        <p:txBody>
          <a:bodyPr lIns="0" rIns="0" tIns="0" bIns="0" anchor="t">
            <a:noAutofit/>
          </a:bodyPr>
          <a:p>
            <a:endParaRPr b="0" lang="en-US" sz="2000" spc="-1" strike="noStrike">
              <a:latin typeface="Arial"/>
            </a:endParaRPr>
          </a:p>
        </p:txBody>
      </p:sp>
      <p:sp>
        <p:nvSpPr>
          <p:cNvPr id="2125" name="PlaceHolder 3"/>
          <p:cNvSpPr>
            <a:spLocks noGrp="1"/>
          </p:cNvSpPr>
          <p:nvPr>
            <p:ph type="sldNum" idx="8"/>
          </p:nvPr>
        </p:nvSpPr>
        <p:spPr>
          <a:xfrm>
            <a:off x="3884760" y="8685360"/>
            <a:ext cx="2970000" cy="45684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solidFill>
                  <a:srgbClr val="000000"/>
                </a:solidFill>
                <a:latin typeface="Arial"/>
                <a:ea typeface="Arial"/>
              </a:defRPr>
            </a:lvl1pPr>
          </a:lstStyle>
          <a:p>
            <a:pPr algn="r">
              <a:lnSpc>
                <a:spcPct val="100000"/>
              </a:lnSpc>
              <a:buNone/>
              <a:tabLst>
                <a:tab algn="l" pos="0"/>
              </a:tabLst>
            </a:pPr>
            <a:fld id="{57950799-ADDB-48F2-B2D9-6DD4B371CEE3}" type="slidenum">
              <a:rPr b="0" lang="en-US"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6" name="PlaceHolder 1"/>
          <p:cNvSpPr>
            <a:spLocks noGrp="1"/>
          </p:cNvSpPr>
          <p:nvPr>
            <p:ph type="sldImg"/>
          </p:nvPr>
        </p:nvSpPr>
        <p:spPr>
          <a:xfrm>
            <a:off x="685800" y="1143000"/>
            <a:ext cx="5484600" cy="3084480"/>
          </a:xfrm>
          <a:prstGeom prst="rect">
            <a:avLst/>
          </a:prstGeom>
          <a:ln w="0">
            <a:noFill/>
          </a:ln>
        </p:spPr>
      </p:sp>
      <p:sp>
        <p:nvSpPr>
          <p:cNvPr id="2127" name="PlaceHolder 2"/>
          <p:cNvSpPr>
            <a:spLocks noGrp="1"/>
          </p:cNvSpPr>
          <p:nvPr>
            <p:ph type="body"/>
          </p:nvPr>
        </p:nvSpPr>
        <p:spPr>
          <a:xfrm>
            <a:off x="685800" y="4400640"/>
            <a:ext cx="5484600" cy="3598920"/>
          </a:xfrm>
          <a:prstGeom prst="rect">
            <a:avLst/>
          </a:prstGeom>
          <a:noFill/>
          <a:ln w="0">
            <a:noFill/>
          </a:ln>
        </p:spPr>
        <p:txBody>
          <a:bodyPr lIns="0" rIns="0" tIns="0" bIns="0" anchor="t">
            <a:noAutofit/>
          </a:bodyPr>
          <a:p>
            <a:endParaRPr b="0" lang="en-US" sz="2000" spc="-1" strike="noStrike">
              <a:latin typeface="Arial"/>
            </a:endParaRPr>
          </a:p>
        </p:txBody>
      </p:sp>
      <p:sp>
        <p:nvSpPr>
          <p:cNvPr id="2128" name="PlaceHolder 3"/>
          <p:cNvSpPr>
            <a:spLocks noGrp="1"/>
          </p:cNvSpPr>
          <p:nvPr>
            <p:ph type="sldNum" idx="9"/>
          </p:nvPr>
        </p:nvSpPr>
        <p:spPr>
          <a:xfrm>
            <a:off x="3884760" y="8685360"/>
            <a:ext cx="2970000" cy="456840"/>
          </a:xfrm>
          <a:prstGeom prst="rect">
            <a:avLst/>
          </a:prstGeom>
          <a:noFill/>
          <a:ln w="0">
            <a:noFill/>
          </a:ln>
        </p:spPr>
        <p:txBody>
          <a:bodyPr lIns="0" rIns="0" tIns="0" bIns="0" anchor="b">
            <a:noAutofit/>
          </a:bodyPr>
          <a:lstStyle>
            <a:lvl1pPr algn="r">
              <a:lnSpc>
                <a:spcPct val="100000"/>
              </a:lnSpc>
              <a:buNone/>
              <a:tabLst>
                <a:tab algn="l" pos="0"/>
              </a:tabLst>
              <a:defRPr b="0" lang="en-US" sz="1400" spc="-1" strike="noStrike">
                <a:solidFill>
                  <a:srgbClr val="000000"/>
                </a:solidFill>
                <a:latin typeface="Arial"/>
                <a:ea typeface="Arial"/>
              </a:defRPr>
            </a:lvl1pPr>
          </a:lstStyle>
          <a:p>
            <a:pPr algn="r">
              <a:lnSpc>
                <a:spcPct val="100000"/>
              </a:lnSpc>
              <a:buNone/>
              <a:tabLst>
                <a:tab algn="l" pos="0"/>
              </a:tabLst>
            </a:pPr>
            <a:fld id="{5F62D235-2CF8-4C92-AA8E-A34A337D607B}" type="slidenum">
              <a:rPr b="0" lang="en-US"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9" name="PlaceHolder 1"/>
          <p:cNvSpPr>
            <a:spLocks noGrp="1"/>
          </p:cNvSpPr>
          <p:nvPr>
            <p:ph type="body"/>
          </p:nvPr>
        </p:nvSpPr>
        <p:spPr>
          <a:xfrm>
            <a:off x="685800" y="4343400"/>
            <a:ext cx="5484600" cy="411300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trường hợp khách hàng ko có yêu cầu cụ thể về non-func trong RFP, thì mình tự đề xuất: với thiết kế hạ tầng đó và những công nghệ như vậy, chúng tôi dự kiến sẽ đáp ứng những yêu cầu phi chức năng như sau</a:t>
            </a:r>
            <a:endParaRPr b="0" lang="en-US" sz="1100" spc="-1" strike="noStrike">
              <a:latin typeface="Arial"/>
            </a:endParaRPr>
          </a:p>
        </p:txBody>
      </p:sp>
      <p:sp>
        <p:nvSpPr>
          <p:cNvPr id="2130" name="PlaceHolder 2"/>
          <p:cNvSpPr>
            <a:spLocks noGrp="1"/>
          </p:cNvSpPr>
          <p:nvPr>
            <p:ph type="sldImg"/>
          </p:nvPr>
        </p:nvSpPr>
        <p:spPr>
          <a:xfrm>
            <a:off x="1143360" y="685800"/>
            <a:ext cx="4570560" cy="3427200"/>
          </a:xfrm>
          <a:prstGeom prst="rect">
            <a:avLst/>
          </a:prstGeom>
          <a:ln w="0">
            <a:noFill/>
          </a:ln>
        </p:spPr>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1" name="PlaceHolder 1"/>
          <p:cNvSpPr>
            <a:spLocks noGrp="1"/>
          </p:cNvSpPr>
          <p:nvPr>
            <p:ph type="sldImg"/>
          </p:nvPr>
        </p:nvSpPr>
        <p:spPr>
          <a:xfrm>
            <a:off x="381240" y="685800"/>
            <a:ext cx="6094080" cy="3427200"/>
          </a:xfrm>
          <a:prstGeom prst="rect">
            <a:avLst/>
          </a:prstGeom>
          <a:ln w="0">
            <a:noFill/>
          </a:ln>
        </p:spPr>
      </p:sp>
      <p:sp>
        <p:nvSpPr>
          <p:cNvPr id="2132" name="PlaceHolder 2"/>
          <p:cNvSpPr>
            <a:spLocks noGrp="1"/>
          </p:cNvSpPr>
          <p:nvPr>
            <p:ph type="body"/>
          </p:nvPr>
        </p:nvSpPr>
        <p:spPr>
          <a:xfrm>
            <a:off x="685800" y="4343400"/>
            <a:ext cx="5484600" cy="411300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latin typeface="Arial"/>
                <a:ea typeface="Arial"/>
              </a:rPr>
              <a:t>xong câu chuyện làm như thế nào thì sẽ trả lời tới câu hỏi WHEN</a:t>
            </a:r>
            <a:endParaRPr b="0" lang="en-US" sz="11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7.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8.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0.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1.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2.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8.xml.rels><?xml version="1.0" encoding="UTF-8"?>
<Relationships xmlns="http://schemas.openxmlformats.org/package/2006/relationships"><Relationship Id="rId1" Type="http://schemas.openxmlformats.org/officeDocument/2006/relationships/slideMaster" Target="../slideMasters/slideMaster1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5DE81614-50B6-41DE-ACDF-B9854459875C}"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FDC3FDB6-861E-485D-9485-26222D4211DE}"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1"/>
          </p:nvPr>
        </p:nvSpPr>
        <p:spPr/>
        <p:txBody>
          <a:bodyPr/>
          <a:p>
            <a:fld id="{9B00AB7E-4AD0-4F1C-9C38-01F5C5A9648B}"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E705B1D2-0396-46F1-B36C-5FB287A3410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1"/>
          </p:nvPr>
        </p:nvSpPr>
        <p:spPr/>
        <p:txBody>
          <a:bodyPr/>
          <a:p>
            <a:fld id="{118E06F7-BA26-43B1-BACF-7153BF5F01A8}"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2DABD350-219F-4220-A79C-96A97287EFFE}"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9B9F0E05-29BE-4A80-88BC-89CF115F643E}"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00C18DF1-E46B-453F-B0BF-0507D1BE976F}"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A2B9AE81-E697-4E0D-A2B9-06E42454A03C}"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3220EF6D-B28A-42F8-9872-482BDB38D6A8}"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1"/>
          </p:nvPr>
        </p:nvSpPr>
        <p:spPr/>
        <p:txBody>
          <a:bodyPr/>
          <a:p>
            <a:fld id="{E6BE5D04-F715-470D-A78C-542E00B8D09E}"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1"/>
          </p:nvPr>
        </p:nvSpPr>
        <p:spPr/>
        <p:txBody>
          <a:bodyPr/>
          <a:p>
            <a:fld id="{9F55D5B4-135E-49C2-B4B4-36C50DE9C2B8}"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3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3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4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4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4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4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4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5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6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6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7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7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7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8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8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8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8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8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0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0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0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9"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1"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16"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1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2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2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4"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2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8"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0"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1"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6"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8"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9"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0"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1"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2"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43"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0"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5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7"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6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6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6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6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65"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6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6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69"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1"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72"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7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7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77"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9"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0"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1"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2"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3"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4"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1"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29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8"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0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0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6"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0"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8"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0"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1"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2"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3"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4"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25"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6A8B8993-2F00-42C7-9D08-4B1653292C32}" type="slidenum">
              <a:t>&lt;#&gt;</a:t>
            </a:fld>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2"/>
          </p:nvPr>
        </p:nvSpPr>
        <p:spPr/>
        <p:txBody>
          <a:bodyPr/>
          <a:p>
            <a:fld id="{E4A5D347-EE20-420B-906D-196CAE163CB2}" type="slidenum">
              <a:t>&lt;#&gt;</a:t>
            </a:fld>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2"/>
          </p:nvPr>
        </p:nvSpPr>
        <p:spPr/>
        <p:txBody>
          <a:bodyPr/>
          <a:p>
            <a:fld id="{2145594E-6AB8-44B0-AEF1-C404F77C615A}" type="slidenum">
              <a:t>&lt;#&gt;</a:t>
            </a:fld>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3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2"/>
          </p:nvPr>
        </p:nvSpPr>
        <p:spPr/>
        <p:txBody>
          <a:bodyPr/>
          <a:p>
            <a:fld id="{98FC0E14-DF9C-4F5D-8CA8-FB193FEC5CFD}" type="slidenum">
              <a:t>&lt;#&gt;</a:t>
            </a:fld>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2"/>
          </p:nvPr>
        </p:nvSpPr>
        <p:spPr/>
        <p:txBody>
          <a:bodyPr/>
          <a:p>
            <a:fld id="{43B280F9-48A2-4B70-B448-93196AC00A79}" type="slidenum">
              <a:t>&lt;#&gt;</a:t>
            </a:fld>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2"/>
          </p:nvPr>
        </p:nvSpPr>
        <p:spPr/>
        <p:txBody>
          <a:bodyPr/>
          <a:p>
            <a:fld id="{5568DB1E-670F-4DFE-94DE-7F314169898D}" type="slidenum">
              <a:t>&lt;#&gt;</a:t>
            </a:fld>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4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4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61AF0A21-3D08-4FC5-B2A3-430B4A46815C}" type="slidenum">
              <a:t>&lt;#&gt;</a:t>
            </a:fld>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4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4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2BF1F6B3-707D-4596-9A9C-27E480B8DE4F}" type="slidenum">
              <a:t>&lt;#&gt;</a:t>
            </a:fld>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6A6F8022-53A2-471F-9514-B37FEF578ABF}" type="slidenum">
              <a:t>&lt;#&gt;</a:t>
            </a:fld>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2"/>
          </p:nvPr>
        </p:nvSpPr>
        <p:spPr/>
        <p:txBody>
          <a:bodyPr/>
          <a:p>
            <a:fld id="{D7A7A6ED-1B84-40FF-B421-068D8FE57D14}" type="slidenum">
              <a:t>&lt;#&gt;</a:t>
            </a:fld>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2"/>
          </p:nvPr>
        </p:nvSpPr>
        <p:spPr/>
        <p:txBody>
          <a:bodyPr/>
          <a:p>
            <a:fld id="{2F4FF6F0-A9E7-4BF0-8E48-EE85BC07106C}" type="slidenum">
              <a:t>&lt;#&gt;</a:t>
            </a:fld>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2"/>
          </p:nvPr>
        </p:nvSpPr>
        <p:spPr/>
        <p:txBody>
          <a:bodyPr/>
          <a:p>
            <a:fld id="{018C5077-E529-4A66-BF59-78406E491383}" type="slidenum">
              <a:t>&lt;#&gt;</a:t>
            </a:fld>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71"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7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73"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7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7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7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78"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8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8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8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8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3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86"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8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8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0"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92"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3"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9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98"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00"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1"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2"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3"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4"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05"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1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1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1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1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2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2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2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2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2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2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3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3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3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4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4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5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5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5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5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6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6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6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6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6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7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7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7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7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7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48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3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3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4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4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4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4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4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4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5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5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5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5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6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6.pn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7.pn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8.png"/><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9.png"/><Relationship Id="rId3" Type="http://schemas.openxmlformats.org/officeDocument/2006/relationships/slideLayout" Target="../slideLayouts/slideLayout73.xml"/><Relationship Id="rId4" Type="http://schemas.openxmlformats.org/officeDocument/2006/relationships/slideLayout" Target="../slideLayouts/slideLayout74.xml"/><Relationship Id="rId5" Type="http://schemas.openxmlformats.org/officeDocument/2006/relationships/slideLayout" Target="../slideLayouts/slideLayout75.xml"/><Relationship Id="rId6" Type="http://schemas.openxmlformats.org/officeDocument/2006/relationships/slideLayout" Target="../slideLayouts/slideLayout76.xml"/><Relationship Id="rId7" Type="http://schemas.openxmlformats.org/officeDocument/2006/relationships/slideLayout" Target="../slideLayouts/slideLayout77.xml"/><Relationship Id="rId8" Type="http://schemas.openxmlformats.org/officeDocument/2006/relationships/slideLayout" Target="../slideLayouts/slideLayout78.xml"/><Relationship Id="rId9" Type="http://schemas.openxmlformats.org/officeDocument/2006/relationships/slideLayout" Target="../slideLayouts/slideLayout79.xml"/><Relationship Id="rId10" Type="http://schemas.openxmlformats.org/officeDocument/2006/relationships/slideLayout" Target="../slideLayouts/slideLayout80.xml"/><Relationship Id="rId11" Type="http://schemas.openxmlformats.org/officeDocument/2006/relationships/slideLayout" Target="../slideLayouts/slideLayout81.xml"/><Relationship Id="rId12" Type="http://schemas.openxmlformats.org/officeDocument/2006/relationships/slideLayout" Target="../slideLayouts/slideLayout82.xml"/><Relationship Id="rId13" Type="http://schemas.openxmlformats.org/officeDocument/2006/relationships/slideLayout" Target="../slideLayouts/slideLayout83.xml"/><Relationship Id="rId14"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0.png"/><Relationship Id="rId3" Type="http://schemas.openxmlformats.org/officeDocument/2006/relationships/slideLayout" Target="../slideLayouts/slideLayout85.xml"/><Relationship Id="rId4" Type="http://schemas.openxmlformats.org/officeDocument/2006/relationships/slideLayout" Target="../slideLayouts/slideLayout86.xml"/><Relationship Id="rId5" Type="http://schemas.openxmlformats.org/officeDocument/2006/relationships/slideLayout" Target="../slideLayouts/slideLayout87.xml"/><Relationship Id="rId6" Type="http://schemas.openxmlformats.org/officeDocument/2006/relationships/slideLayout" Target="../slideLayouts/slideLayout88.xml"/><Relationship Id="rId7" Type="http://schemas.openxmlformats.org/officeDocument/2006/relationships/slideLayout" Target="../slideLayouts/slideLayout89.xml"/><Relationship Id="rId8" Type="http://schemas.openxmlformats.org/officeDocument/2006/relationships/slideLayout" Target="../slideLayouts/slideLayout90.xml"/><Relationship Id="rId9" Type="http://schemas.openxmlformats.org/officeDocument/2006/relationships/slideLayout" Target="../slideLayouts/slideLayout91.xml"/><Relationship Id="rId10" Type="http://schemas.openxmlformats.org/officeDocument/2006/relationships/slideLayout" Target="../slideLayouts/slideLayout92.xml"/><Relationship Id="rId11" Type="http://schemas.openxmlformats.org/officeDocument/2006/relationships/slideLayout" Target="../slideLayouts/slideLayout93.xml"/><Relationship Id="rId12" Type="http://schemas.openxmlformats.org/officeDocument/2006/relationships/slideLayout" Target="../slideLayouts/slideLayout94.xml"/><Relationship Id="rId13" Type="http://schemas.openxmlformats.org/officeDocument/2006/relationships/slideLayout" Target="../slideLayouts/slideLayout95.xml"/><Relationship Id="rId14"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1.png"/><Relationship Id="rId3" Type="http://schemas.openxmlformats.org/officeDocument/2006/relationships/slideLayout" Target="../slideLayouts/slideLayout97.xml"/><Relationship Id="rId4" Type="http://schemas.openxmlformats.org/officeDocument/2006/relationships/slideLayout" Target="../slideLayouts/slideLayout98.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9" Type="http://schemas.openxmlformats.org/officeDocument/2006/relationships/slideLayout" Target="../slideLayouts/slideLayout103.xml"/><Relationship Id="rId10" Type="http://schemas.openxmlformats.org/officeDocument/2006/relationships/slideLayout" Target="../slideLayouts/slideLayout104.xml"/><Relationship Id="rId11" Type="http://schemas.openxmlformats.org/officeDocument/2006/relationships/slideLayout" Target="../slideLayouts/slideLayout105.xml"/><Relationship Id="rId12" Type="http://schemas.openxmlformats.org/officeDocument/2006/relationships/slideLayout" Target="../slideLayouts/slideLayout106.xml"/><Relationship Id="rId13" Type="http://schemas.openxmlformats.org/officeDocument/2006/relationships/slideLayout" Target="../slideLayouts/slideLayout107.xml"/><Relationship Id="rId14"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9.xml"/><Relationship Id="rId3" Type="http://schemas.openxmlformats.org/officeDocument/2006/relationships/slideLayout" Target="../slideLayouts/slideLayout110.xml"/><Relationship Id="rId4" Type="http://schemas.openxmlformats.org/officeDocument/2006/relationships/slideLayout" Target="../slideLayouts/slideLayout111.xml"/><Relationship Id="rId5" Type="http://schemas.openxmlformats.org/officeDocument/2006/relationships/slideLayout" Target="../slideLayouts/slideLayout112.xml"/><Relationship Id="rId6" Type="http://schemas.openxmlformats.org/officeDocument/2006/relationships/slideLayout" Target="../slideLayouts/slideLayout113.xml"/><Relationship Id="rId7" Type="http://schemas.openxmlformats.org/officeDocument/2006/relationships/slideLayout" Target="../slideLayouts/slideLayout114.xml"/><Relationship Id="rId8" Type="http://schemas.openxmlformats.org/officeDocument/2006/relationships/slideLayout" Target="../slideLayouts/slideLayout115.xml"/><Relationship Id="rId9" Type="http://schemas.openxmlformats.org/officeDocument/2006/relationships/slideLayout" Target="../slideLayouts/slideLayout116.xml"/><Relationship Id="rId10" Type="http://schemas.openxmlformats.org/officeDocument/2006/relationships/slideLayout" Target="../slideLayouts/slideLayout117.xml"/><Relationship Id="rId11" Type="http://schemas.openxmlformats.org/officeDocument/2006/relationships/slideLayout" Target="../slideLayouts/slideLayout118.xml"/><Relationship Id="rId12" Type="http://schemas.openxmlformats.org/officeDocument/2006/relationships/slideLayout" Target="../slideLayouts/slideLayout119.xml"/><Relationship Id="rId13" Type="http://schemas.openxmlformats.org/officeDocument/2006/relationships/slideLayout" Target="../slideLayouts/slideLayout12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2.png"/><Relationship Id="rId3" Type="http://schemas.openxmlformats.org/officeDocument/2006/relationships/slideLayout" Target="../slideLayouts/slideLayout121.xml"/><Relationship Id="rId4" Type="http://schemas.openxmlformats.org/officeDocument/2006/relationships/slideLayout" Target="../slideLayouts/slideLayout122.xml"/><Relationship Id="rId5" Type="http://schemas.openxmlformats.org/officeDocument/2006/relationships/slideLayout" Target="../slideLayouts/slideLayout123.xml"/><Relationship Id="rId6" Type="http://schemas.openxmlformats.org/officeDocument/2006/relationships/slideLayout" Target="../slideLayouts/slideLayout124.xml"/><Relationship Id="rId7" Type="http://schemas.openxmlformats.org/officeDocument/2006/relationships/slideLayout" Target="../slideLayouts/slideLayout125.xml"/><Relationship Id="rId8" Type="http://schemas.openxmlformats.org/officeDocument/2006/relationships/slideLayout" Target="../slideLayouts/slideLayout126.xml"/><Relationship Id="rId9" Type="http://schemas.openxmlformats.org/officeDocument/2006/relationships/slideLayout" Target="../slideLayouts/slideLayout127.xml"/><Relationship Id="rId10" Type="http://schemas.openxmlformats.org/officeDocument/2006/relationships/slideLayout" Target="../slideLayouts/slideLayout128.xml"/><Relationship Id="rId11" Type="http://schemas.openxmlformats.org/officeDocument/2006/relationships/slideLayout" Target="../slideLayouts/slideLayout129.xml"/><Relationship Id="rId12" Type="http://schemas.openxmlformats.org/officeDocument/2006/relationships/slideLayout" Target="../slideLayouts/slideLayout130.xml"/><Relationship Id="rId13" Type="http://schemas.openxmlformats.org/officeDocument/2006/relationships/slideLayout" Target="../slideLayouts/slideLayout131.xml"/><Relationship Id="rId14" Type="http://schemas.openxmlformats.org/officeDocument/2006/relationships/slideLayout" Target="../slideLayouts/slideLayout13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3.png"/><Relationship Id="rId3" Type="http://schemas.openxmlformats.org/officeDocument/2006/relationships/slideLayout" Target="../slideLayouts/slideLayout133.xml"/><Relationship Id="rId4" Type="http://schemas.openxmlformats.org/officeDocument/2006/relationships/slideLayout" Target="../slideLayouts/slideLayout134.xml"/><Relationship Id="rId5" Type="http://schemas.openxmlformats.org/officeDocument/2006/relationships/slideLayout" Target="../slideLayouts/slideLayout135.xml"/><Relationship Id="rId6" Type="http://schemas.openxmlformats.org/officeDocument/2006/relationships/slideLayout" Target="../slideLayouts/slideLayout136.xml"/><Relationship Id="rId7" Type="http://schemas.openxmlformats.org/officeDocument/2006/relationships/slideLayout" Target="../slideLayouts/slideLayout137.xml"/><Relationship Id="rId8" Type="http://schemas.openxmlformats.org/officeDocument/2006/relationships/slideLayout" Target="../slideLayouts/slideLayout138.xml"/><Relationship Id="rId9" Type="http://schemas.openxmlformats.org/officeDocument/2006/relationships/slideLayout" Target="../slideLayouts/slideLayout139.xml"/><Relationship Id="rId10" Type="http://schemas.openxmlformats.org/officeDocument/2006/relationships/slideLayout" Target="../slideLayouts/slideLayout140.xml"/><Relationship Id="rId11" Type="http://schemas.openxmlformats.org/officeDocument/2006/relationships/slideLayout" Target="../slideLayouts/slideLayout141.xml"/><Relationship Id="rId12" Type="http://schemas.openxmlformats.org/officeDocument/2006/relationships/slideLayout" Target="../slideLayouts/slideLayout142.xml"/><Relationship Id="rId13" Type="http://schemas.openxmlformats.org/officeDocument/2006/relationships/slideLayout" Target="../slideLayouts/slideLayout143.xml"/><Relationship Id="rId14" Type="http://schemas.openxmlformats.org/officeDocument/2006/relationships/slideLayout" Target="../slideLayouts/slideLayout144.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4.png"/><Relationship Id="rId3" Type="http://schemas.openxmlformats.org/officeDocument/2006/relationships/slideLayout" Target="../slideLayouts/slideLayout145.xml"/><Relationship Id="rId4" Type="http://schemas.openxmlformats.org/officeDocument/2006/relationships/slideLayout" Target="../slideLayouts/slideLayout146.xml"/><Relationship Id="rId5" Type="http://schemas.openxmlformats.org/officeDocument/2006/relationships/slideLayout" Target="../slideLayouts/slideLayout147.xml"/><Relationship Id="rId6" Type="http://schemas.openxmlformats.org/officeDocument/2006/relationships/slideLayout" Target="../slideLayouts/slideLayout148.xml"/><Relationship Id="rId7" Type="http://schemas.openxmlformats.org/officeDocument/2006/relationships/slideLayout" Target="../slideLayouts/slideLayout149.xml"/><Relationship Id="rId8" Type="http://schemas.openxmlformats.org/officeDocument/2006/relationships/slideLayout" Target="../slideLayouts/slideLayout150.xml"/><Relationship Id="rId9" Type="http://schemas.openxmlformats.org/officeDocument/2006/relationships/slideLayout" Target="../slideLayouts/slideLayout151.xml"/><Relationship Id="rId10" Type="http://schemas.openxmlformats.org/officeDocument/2006/relationships/slideLayout" Target="../slideLayouts/slideLayout152.xml"/><Relationship Id="rId11" Type="http://schemas.openxmlformats.org/officeDocument/2006/relationships/slideLayout" Target="../slideLayouts/slideLayout153.xml"/><Relationship Id="rId12" Type="http://schemas.openxmlformats.org/officeDocument/2006/relationships/slideLayout" Target="../slideLayouts/slideLayout154.xml"/><Relationship Id="rId13" Type="http://schemas.openxmlformats.org/officeDocument/2006/relationships/slideLayout" Target="../slideLayouts/slideLayout155.xml"/><Relationship Id="rId14" Type="http://schemas.openxmlformats.org/officeDocument/2006/relationships/slideLayout" Target="../slideLayouts/slideLayout156.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5.png"/><Relationship Id="rId3" Type="http://schemas.openxmlformats.org/officeDocument/2006/relationships/slideLayout" Target="../slideLayouts/slideLayout157.xml"/><Relationship Id="rId4" Type="http://schemas.openxmlformats.org/officeDocument/2006/relationships/slideLayout" Target="../slideLayouts/slideLayout158.xml"/><Relationship Id="rId5" Type="http://schemas.openxmlformats.org/officeDocument/2006/relationships/slideLayout" Target="../slideLayouts/slideLayout159.xml"/><Relationship Id="rId6" Type="http://schemas.openxmlformats.org/officeDocument/2006/relationships/slideLayout" Target="../slideLayouts/slideLayout160.xml"/><Relationship Id="rId7" Type="http://schemas.openxmlformats.org/officeDocument/2006/relationships/slideLayout" Target="../slideLayouts/slideLayout161.xml"/><Relationship Id="rId8" Type="http://schemas.openxmlformats.org/officeDocument/2006/relationships/slideLayout" Target="../slideLayouts/slideLayout162.xml"/><Relationship Id="rId9" Type="http://schemas.openxmlformats.org/officeDocument/2006/relationships/slideLayout" Target="../slideLayouts/slideLayout163.xml"/><Relationship Id="rId10" Type="http://schemas.openxmlformats.org/officeDocument/2006/relationships/slideLayout" Target="../slideLayouts/slideLayout164.xml"/><Relationship Id="rId11" Type="http://schemas.openxmlformats.org/officeDocument/2006/relationships/slideLayout" Target="../slideLayouts/slideLayout165.xml"/><Relationship Id="rId12" Type="http://schemas.openxmlformats.org/officeDocument/2006/relationships/slideLayout" Target="../slideLayouts/slideLayout166.xml"/><Relationship Id="rId13" Type="http://schemas.openxmlformats.org/officeDocument/2006/relationships/slideLayout" Target="../slideLayouts/slideLayout167.xml"/><Relationship Id="rId14" Type="http://schemas.openxmlformats.org/officeDocument/2006/relationships/slideLayout" Target="../slideLayouts/slideLayout16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Google Shape;10;p72" descr=""/>
          <p:cNvPicPr/>
          <p:nvPr/>
        </p:nvPicPr>
        <p:blipFill>
          <a:blip r:embed="rId2"/>
          <a:stretch/>
        </p:blipFill>
        <p:spPr>
          <a:xfrm>
            <a:off x="0" y="0"/>
            <a:ext cx="9142200" cy="5141880"/>
          </a:xfrm>
          <a:prstGeom prst="rect">
            <a:avLst/>
          </a:prstGeom>
          <a:ln w="0">
            <a:noFill/>
          </a:ln>
        </p:spPr>
      </p:pic>
      <p:sp>
        <p:nvSpPr>
          <p:cNvPr id="1" name="PlaceHolder 1"/>
          <p:cNvSpPr>
            <a:spLocks noGrp="1"/>
          </p:cNvSpPr>
          <p:nvPr>
            <p:ph type="sldNum" idx="1"/>
          </p:nvPr>
        </p:nvSpPr>
        <p:spPr>
          <a:xfrm>
            <a:off x="8472600" y="4663080"/>
            <a:ext cx="546840" cy="391680"/>
          </a:xfrm>
          <a:prstGeom prst="rect">
            <a:avLst/>
          </a:prstGeom>
          <a:noFill/>
          <a:ln w="0">
            <a:noFill/>
          </a:ln>
        </p:spPr>
        <p:txBody>
          <a:bodyPr lIns="90000" rIns="90000" tIns="91440" bIns="91440" anchor="ctr">
            <a:noAutofit/>
          </a:bodyPr>
          <a:lstStyle>
            <a:lvl1pPr algn="r">
              <a:lnSpc>
                <a:spcPct val="100000"/>
              </a:lnSpc>
              <a:buNone/>
              <a:tabLst>
                <a:tab algn="l" pos="0"/>
              </a:tabLst>
              <a:defRPr b="0" lang="en-US" sz="1000" spc="-1" strike="noStrike">
                <a:solidFill>
                  <a:srgbClr val="ececec"/>
                </a:solidFill>
                <a:latin typeface="Arial"/>
                <a:ea typeface="Arial"/>
              </a:defRPr>
            </a:lvl1pPr>
          </a:lstStyle>
          <a:p>
            <a:pPr algn="r">
              <a:lnSpc>
                <a:spcPct val="100000"/>
              </a:lnSpc>
              <a:buNone/>
              <a:tabLst>
                <a:tab algn="l" pos="0"/>
              </a:tabLst>
            </a:pPr>
            <a:fld id="{FBAA5803-5169-45D4-91CA-C745E6EBC3DC}" type="slidenum">
              <a:rPr b="0" lang="en-US" sz="1000" spc="-1" strike="noStrike">
                <a:solidFill>
                  <a:srgbClr val="ececec"/>
                </a:solidFill>
                <a:latin typeface="Arial"/>
                <a:ea typeface="Arial"/>
              </a:rPr>
              <a:t>&lt;number&gt;</a:t>
            </a:fld>
            <a:endParaRPr b="0" lang="en-US" sz="1000" spc="-1" strike="noStrike">
              <a:latin typeface="Times New Roman"/>
            </a:endParaRPr>
          </a:p>
        </p:txBody>
      </p:sp>
      <p:sp>
        <p:nvSpPr>
          <p:cNvPr id="2"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3"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a:t>
            </a:r>
            <a:r>
              <a:rPr b="0" lang="en-US" sz="3200" spc="-1" strike="noStrike">
                <a:latin typeface="Arial"/>
              </a:rPr>
              <a:t>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a:t>
            </a:r>
            <a:r>
              <a:rPr b="0" lang="en-US" sz="2000" spc="-1" strike="noStrike">
                <a:latin typeface="Arial"/>
              </a:rPr>
              <a:t>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40" name="Google Shape;75;p74" descr=""/>
          <p:cNvPicPr/>
          <p:nvPr/>
        </p:nvPicPr>
        <p:blipFill>
          <a:blip r:embed="rId2"/>
          <a:stretch/>
        </p:blipFill>
        <p:spPr>
          <a:xfrm>
            <a:off x="0" y="0"/>
            <a:ext cx="9142200" cy="5141880"/>
          </a:xfrm>
          <a:prstGeom prst="rect">
            <a:avLst/>
          </a:prstGeom>
          <a:ln w="0">
            <a:noFill/>
          </a:ln>
        </p:spPr>
      </p:pic>
      <p:pic>
        <p:nvPicPr>
          <p:cNvPr id="41" name="Google Shape;76;p74" descr=""/>
          <p:cNvPicPr/>
          <p:nvPr/>
        </p:nvPicPr>
        <p:blipFill>
          <a:blip r:embed="rId3"/>
          <a:stretch/>
        </p:blipFill>
        <p:spPr>
          <a:xfrm>
            <a:off x="180000" y="4878000"/>
            <a:ext cx="394200" cy="128880"/>
          </a:xfrm>
          <a:prstGeom prst="rect">
            <a:avLst/>
          </a:prstGeom>
          <a:ln w="0">
            <a:noFill/>
          </a:ln>
        </p:spPr>
      </p:pic>
      <p:sp>
        <p:nvSpPr>
          <p:cNvPr id="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4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80" name="Google Shape;128;p76" descr=""/>
          <p:cNvPicPr/>
          <p:nvPr/>
        </p:nvPicPr>
        <p:blipFill>
          <a:blip r:embed="rId2"/>
          <a:stretch/>
        </p:blipFill>
        <p:spPr>
          <a:xfrm>
            <a:off x="0" y="0"/>
            <a:ext cx="9142200" cy="5141880"/>
          </a:xfrm>
          <a:prstGeom prst="rect">
            <a:avLst/>
          </a:prstGeom>
          <a:ln w="0">
            <a:noFill/>
          </a:ln>
        </p:spPr>
      </p:pic>
      <p:pic>
        <p:nvPicPr>
          <p:cNvPr id="81" name="Google Shape;129;p76" descr=""/>
          <p:cNvPicPr/>
          <p:nvPr/>
        </p:nvPicPr>
        <p:blipFill>
          <a:blip r:embed="rId3"/>
          <a:stretch/>
        </p:blipFill>
        <p:spPr>
          <a:xfrm>
            <a:off x="180000" y="4878000"/>
            <a:ext cx="394200" cy="128880"/>
          </a:xfrm>
          <a:prstGeom prst="rect">
            <a:avLst/>
          </a:prstGeom>
          <a:ln w="0">
            <a:noFill/>
          </a:ln>
        </p:spPr>
      </p:pic>
      <p:sp>
        <p:nvSpPr>
          <p:cNvPr id="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8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120" name="Google Shape;181;p78"/>
          <p:cNvSpPr/>
          <p:nvPr/>
        </p:nvSpPr>
        <p:spPr>
          <a:xfrm>
            <a:off x="4572000" y="0"/>
            <a:ext cx="4570200" cy="5141880"/>
          </a:xfrm>
          <a:prstGeom prst="rect">
            <a:avLst/>
          </a:prstGeom>
          <a:solidFill>
            <a:srgbClr val="fff1ee"/>
          </a:solidFill>
          <a:ln w="0">
            <a:noFill/>
          </a:ln>
        </p:spPr>
        <p:style>
          <a:lnRef idx="0"/>
          <a:fillRef idx="0"/>
          <a:effectRef idx="0"/>
          <a:fontRef idx="minor"/>
        </p:style>
      </p:sp>
      <p:pic>
        <p:nvPicPr>
          <p:cNvPr id="121" name="Google Shape;182;p78" descr="Picture 13"/>
          <p:cNvPicPr/>
          <p:nvPr/>
        </p:nvPicPr>
        <p:blipFill>
          <a:blip r:embed="rId2"/>
          <a:stretch/>
        </p:blipFill>
        <p:spPr>
          <a:xfrm>
            <a:off x="237960" y="4786200"/>
            <a:ext cx="569880" cy="186840"/>
          </a:xfrm>
          <a:prstGeom prst="rect">
            <a:avLst/>
          </a:prstGeom>
          <a:ln w="0">
            <a:noFill/>
          </a:ln>
        </p:spPr>
      </p:pic>
      <p:sp>
        <p:nvSpPr>
          <p:cNvPr id="122" name="Google Shape;183;p78"/>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123" name="Google Shape;184;p78"/>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2BB7A99E-2448-4B96-815D-3D9887FEB563}"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1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12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162" name="Google Shape;236;p80" descr=""/>
          <p:cNvPicPr/>
          <p:nvPr/>
        </p:nvPicPr>
        <p:blipFill>
          <a:blip r:embed="rId2"/>
          <a:stretch/>
        </p:blipFill>
        <p:spPr>
          <a:xfrm>
            <a:off x="180000" y="4876920"/>
            <a:ext cx="394200" cy="129240"/>
          </a:xfrm>
          <a:prstGeom prst="rect">
            <a:avLst/>
          </a:prstGeom>
          <a:ln w="0">
            <a:noFill/>
          </a:ln>
        </p:spPr>
      </p:pic>
      <p:sp>
        <p:nvSpPr>
          <p:cNvPr id="163" name="Google Shape;237;p80"/>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0FB9A837-8997-42C2-B983-D4CB081C7F25}"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164" name="Google Shape;238;p80"/>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16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16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203" name="Google Shape;290;p82"/>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F592607A-6395-4D60-9811-00BB4D8915F9}" type="slidenum">
              <a:rPr b="1" lang="en-US" sz="800" spc="-1" strike="noStrike">
                <a:solidFill>
                  <a:srgbClr val="3f3f3f"/>
                </a:solidFill>
                <a:latin typeface="Arial"/>
                <a:ea typeface="Arial"/>
              </a:rPr>
              <a:t>&lt;number&gt;</a:t>
            </a:fld>
            <a:endParaRPr b="0" lang="en-US" sz="800" spc="-1" strike="noStrike">
              <a:latin typeface="Arial"/>
            </a:endParaRPr>
          </a:p>
        </p:txBody>
      </p:sp>
      <p:pic>
        <p:nvPicPr>
          <p:cNvPr id="204" name="Google Shape;291;p82" descr=""/>
          <p:cNvPicPr/>
          <p:nvPr/>
        </p:nvPicPr>
        <p:blipFill>
          <a:blip r:embed="rId2"/>
          <a:stretch/>
        </p:blipFill>
        <p:spPr>
          <a:xfrm>
            <a:off x="180000" y="4876920"/>
            <a:ext cx="394200" cy="129240"/>
          </a:xfrm>
          <a:prstGeom prst="rect">
            <a:avLst/>
          </a:prstGeom>
          <a:ln w="0">
            <a:noFill/>
          </a:ln>
        </p:spPr>
      </p:pic>
      <p:sp>
        <p:nvSpPr>
          <p:cNvPr id="205" name="Google Shape;292;p82"/>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20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44" name="Google Shape;344;p84" descr=""/>
          <p:cNvPicPr/>
          <p:nvPr/>
        </p:nvPicPr>
        <p:blipFill>
          <a:blip r:embed="rId2"/>
          <a:stretch/>
        </p:blipFill>
        <p:spPr>
          <a:xfrm>
            <a:off x="180000" y="4876920"/>
            <a:ext cx="394200" cy="129240"/>
          </a:xfrm>
          <a:prstGeom prst="rect">
            <a:avLst/>
          </a:prstGeom>
          <a:ln w="0">
            <a:noFill/>
          </a:ln>
        </p:spPr>
      </p:pic>
      <p:sp>
        <p:nvSpPr>
          <p:cNvPr id="245" name="Google Shape;345;p84"/>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51E7AE8B-5A3C-4E8E-8272-5D2DD1DEFFE9}"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246" name="Google Shape;346;p84"/>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24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285" name="Google Shape;398;p86" descr=""/>
          <p:cNvPicPr/>
          <p:nvPr/>
        </p:nvPicPr>
        <p:blipFill>
          <a:blip r:embed="rId2"/>
          <a:stretch/>
        </p:blipFill>
        <p:spPr>
          <a:xfrm>
            <a:off x="180000" y="4876920"/>
            <a:ext cx="394200" cy="129240"/>
          </a:xfrm>
          <a:prstGeom prst="rect">
            <a:avLst/>
          </a:prstGeom>
          <a:ln w="0">
            <a:noFill/>
          </a:ln>
        </p:spPr>
      </p:pic>
      <p:sp>
        <p:nvSpPr>
          <p:cNvPr id="286" name="Google Shape;399;p86"/>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5A548A24-A27A-4741-82B4-3246F8047A4E}"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287" name="Google Shape;400;p86"/>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2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28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26" name="Google Shape;452;p88" descr=""/>
          <p:cNvPicPr/>
          <p:nvPr/>
        </p:nvPicPr>
        <p:blipFill>
          <a:blip r:embed="rId2"/>
          <a:stretch/>
        </p:blipFill>
        <p:spPr>
          <a:xfrm>
            <a:off x="266760" y="4831560"/>
            <a:ext cx="394200" cy="136800"/>
          </a:xfrm>
          <a:prstGeom prst="rect">
            <a:avLst/>
          </a:prstGeom>
          <a:ln w="0">
            <a:noFill/>
          </a:ln>
        </p:spPr>
      </p:pic>
      <p:sp>
        <p:nvSpPr>
          <p:cNvPr id="327" name="Google Shape;453;p88"/>
          <p:cNvSpPr/>
          <p:nvPr/>
        </p:nvSpPr>
        <p:spPr>
          <a:xfrm>
            <a:off x="6846480" y="4770000"/>
            <a:ext cx="1744560" cy="260280"/>
          </a:xfrm>
          <a:prstGeom prst="rect">
            <a:avLst/>
          </a:prstGeom>
          <a:noFill/>
          <a:ln w="0">
            <a:noFill/>
          </a:ln>
        </p:spPr>
        <p:style>
          <a:lnRef idx="0"/>
          <a:fillRef idx="0"/>
          <a:effectRef idx="0"/>
          <a:fontRef idx="minor"/>
        </p:style>
        <p:txBody>
          <a:bodyPr lIns="0" rIns="0" tIns="260640" bIns="260640" anchor="t">
            <a:noAutofit/>
          </a:bodyPr>
          <a:p>
            <a:pPr algn="r">
              <a:lnSpc>
                <a:spcPct val="115000"/>
              </a:lnSpc>
              <a:buNone/>
              <a:tabLst>
                <a:tab algn="l" pos="0"/>
              </a:tabLst>
            </a:pPr>
            <a:r>
              <a:rPr b="0" lang="en-US" sz="600" spc="-1" strike="noStrike">
                <a:solidFill>
                  <a:srgbClr val="999999"/>
                </a:solidFill>
                <a:latin typeface="Arial"/>
                <a:ea typeface="Arial"/>
              </a:rPr>
              <a:t>© 2025 Sun* Inc.   |  </a:t>
            </a:r>
            <a:r>
              <a:rPr b="0" lang="zh-CN" sz="600" spc="-1" strike="noStrike">
                <a:solidFill>
                  <a:srgbClr val="999999"/>
                </a:solidFill>
                <a:latin typeface="Arial"/>
                <a:ea typeface="Arial"/>
              </a:rPr>
              <a:t>株式会社 </a:t>
            </a:r>
            <a:r>
              <a:rPr b="0" lang="en-US" sz="600" spc="-1" strike="noStrike">
                <a:solidFill>
                  <a:srgbClr val="999999"/>
                </a:solidFill>
                <a:latin typeface="Arial"/>
                <a:ea typeface="Arial"/>
              </a:rPr>
              <a:t>Sun Asterisk</a:t>
            </a:r>
            <a:endParaRPr b="0" lang="en-US" sz="600" spc="-1" strike="noStrike">
              <a:latin typeface="Arial"/>
            </a:endParaRPr>
          </a:p>
        </p:txBody>
      </p:sp>
      <p:sp>
        <p:nvSpPr>
          <p:cNvPr id="328" name="PlaceHolder 1"/>
          <p:cNvSpPr>
            <a:spLocks noGrp="1"/>
          </p:cNvSpPr>
          <p:nvPr>
            <p:ph type="sldNum" idx="2"/>
          </p:nvPr>
        </p:nvSpPr>
        <p:spPr>
          <a:xfrm>
            <a:off x="8548560" y="3409200"/>
            <a:ext cx="312480" cy="298188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B55DB261-85B0-40E6-88E3-D0BF38314240}" type="slidenum">
              <a:rPr b="0" lang="en-US" sz="800" spc="-1" strike="noStrike">
                <a:solidFill>
                  <a:srgbClr val="8064a2"/>
                </a:solidFill>
                <a:latin typeface="Calibri"/>
                <a:ea typeface="Calibri"/>
              </a:rPr>
              <a:t>&lt;number&gt;</a:t>
            </a:fld>
            <a:endParaRPr b="0" lang="en-US" sz="800" spc="-1" strike="noStrike">
              <a:latin typeface="Times New Roman"/>
            </a:endParaRPr>
          </a:p>
        </p:txBody>
      </p:sp>
      <p:sp>
        <p:nvSpPr>
          <p:cNvPr id="329"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330"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367" name="Google Shape;518;p90"/>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B3954EFE-C9B1-44E3-B768-C708C3081F97}"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3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369"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406" name="Google Shape;570;p92" descr=""/>
          <p:cNvPicPr/>
          <p:nvPr/>
        </p:nvPicPr>
        <p:blipFill>
          <a:blip r:embed="rId2"/>
          <a:stretch/>
        </p:blipFill>
        <p:spPr>
          <a:xfrm>
            <a:off x="180000" y="4876920"/>
            <a:ext cx="394200" cy="129240"/>
          </a:xfrm>
          <a:prstGeom prst="rect">
            <a:avLst/>
          </a:prstGeom>
          <a:ln w="0">
            <a:noFill/>
          </a:ln>
        </p:spPr>
      </p:pic>
      <p:sp>
        <p:nvSpPr>
          <p:cNvPr id="407" name="Google Shape;571;p92"/>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0B0130A9-F89B-445B-AA42-4E38E917B6FF}"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408" name="Google Shape;572;p92"/>
          <p:cNvSpPr/>
          <p:nvPr/>
        </p:nvSpPr>
        <p:spPr>
          <a:xfrm>
            <a:off x="6188760" y="4835160"/>
            <a:ext cx="2460240" cy="260280"/>
          </a:xfrm>
          <a:prstGeom prst="rect">
            <a:avLst/>
          </a:prstGeom>
          <a:noFill/>
          <a:ln w="0">
            <a:noFill/>
          </a:ln>
        </p:spPr>
        <p:style>
          <a:lnRef idx="0"/>
          <a:fillRef idx="0"/>
          <a:effectRef idx="0"/>
          <a:fontRef idx="minor"/>
        </p:style>
      </p:sp>
      <p:sp>
        <p:nvSpPr>
          <p:cNvPr id="4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4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447" name="Google Shape;624;p94"/>
          <p:cNvSpPr/>
          <p:nvPr/>
        </p:nvSpPr>
        <p:spPr>
          <a:xfrm flipH="1" rot="10800000">
            <a:off x="-360" y="811800"/>
            <a:ext cx="9142200" cy="4331880"/>
          </a:xfrm>
          <a:prstGeom prst="roundRect">
            <a:avLst>
              <a:gd name="adj" fmla="val 0"/>
            </a:avLst>
          </a:prstGeom>
          <a:solidFill>
            <a:srgbClr val="ffffff"/>
          </a:solidFill>
          <a:ln w="0">
            <a:noFill/>
          </a:ln>
        </p:spPr>
        <p:style>
          <a:lnRef idx="0"/>
          <a:fillRef idx="0"/>
          <a:effectRef idx="0"/>
          <a:fontRef idx="minor"/>
        </p:style>
      </p:sp>
      <p:sp>
        <p:nvSpPr>
          <p:cNvPr id="448" name="Google Shape;625;p94"/>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01ED147F-ABD1-475C-BD01-3F98CC714BBD}" type="slidenum">
              <a:rPr b="1" lang="en-US" sz="800" spc="-1" strike="noStrike">
                <a:solidFill>
                  <a:srgbClr val="3f3f3f"/>
                </a:solidFill>
                <a:latin typeface="Arial"/>
                <a:ea typeface="Arial"/>
              </a:rPr>
              <a:t>&lt;number&gt;</a:t>
            </a:fld>
            <a:endParaRPr b="0" lang="en-US" sz="800" spc="-1" strike="noStrike">
              <a:latin typeface="Arial"/>
            </a:endParaRPr>
          </a:p>
        </p:txBody>
      </p:sp>
      <p:pic>
        <p:nvPicPr>
          <p:cNvPr id="449" name="Google Shape;626;p94" descr=""/>
          <p:cNvPicPr/>
          <p:nvPr/>
        </p:nvPicPr>
        <p:blipFill>
          <a:blip r:embed="rId2"/>
          <a:stretch/>
        </p:blipFill>
        <p:spPr>
          <a:xfrm>
            <a:off x="180000" y="4876920"/>
            <a:ext cx="394200" cy="129240"/>
          </a:xfrm>
          <a:prstGeom prst="rect">
            <a:avLst/>
          </a:prstGeom>
          <a:ln w="0">
            <a:noFill/>
          </a:ln>
        </p:spPr>
      </p:pic>
      <p:sp>
        <p:nvSpPr>
          <p:cNvPr id="450" name="Google Shape;627;p94"/>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4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45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2200"/>
        </a:solidFill>
      </p:bgPr>
    </p:bg>
    <p:spTree>
      <p:nvGrpSpPr>
        <p:cNvPr id="1" name=""/>
        <p:cNvGrpSpPr/>
        <p:nvPr/>
      </p:nvGrpSpPr>
      <p:grpSpPr>
        <a:xfrm>
          <a:off x="0" y="0"/>
          <a:ext cx="0" cy="0"/>
          <a:chOff x="0" y="0"/>
          <a:chExt cx="0" cy="0"/>
        </a:xfrm>
      </p:grpSpPr>
      <p:pic>
        <p:nvPicPr>
          <p:cNvPr id="489" name="Google Shape;679;p96" descr=""/>
          <p:cNvPicPr/>
          <p:nvPr/>
        </p:nvPicPr>
        <p:blipFill>
          <a:blip r:embed="rId2"/>
          <a:stretch/>
        </p:blipFill>
        <p:spPr>
          <a:xfrm>
            <a:off x="0" y="0"/>
            <a:ext cx="9142200" cy="5141880"/>
          </a:xfrm>
          <a:prstGeom prst="rect">
            <a:avLst/>
          </a:prstGeom>
          <a:ln w="0">
            <a:noFill/>
          </a:ln>
        </p:spPr>
      </p:pic>
      <p:sp>
        <p:nvSpPr>
          <p:cNvPr id="4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4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pic>
        <p:nvPicPr>
          <p:cNvPr id="528" name="Google Shape;344;p84" descr=""/>
          <p:cNvPicPr/>
          <p:nvPr/>
        </p:nvPicPr>
        <p:blipFill>
          <a:blip r:embed="rId2"/>
          <a:stretch/>
        </p:blipFill>
        <p:spPr>
          <a:xfrm>
            <a:off x="180000" y="4876920"/>
            <a:ext cx="394200" cy="129240"/>
          </a:xfrm>
          <a:prstGeom prst="rect">
            <a:avLst/>
          </a:prstGeom>
          <a:ln w="0">
            <a:noFill/>
          </a:ln>
        </p:spPr>
      </p:pic>
      <p:sp>
        <p:nvSpPr>
          <p:cNvPr id="529" name="Google Shape;345;p84"/>
          <p:cNvSpPr/>
          <p:nvPr/>
        </p:nvSpPr>
        <p:spPr>
          <a:xfrm>
            <a:off x="8650800" y="4903560"/>
            <a:ext cx="321480" cy="12132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fld id="{B6812DA2-F69D-4191-B950-20D65EC3E59F}" type="slidenum">
              <a:rPr b="1" lang="en-US" sz="800" spc="-1" strike="noStrike">
                <a:solidFill>
                  <a:srgbClr val="3f3f3f"/>
                </a:solidFill>
                <a:latin typeface="Arial"/>
                <a:ea typeface="Arial"/>
              </a:rPr>
              <a:t>&lt;number&gt;</a:t>
            </a:fld>
            <a:endParaRPr b="0" lang="en-US" sz="800" spc="-1" strike="noStrike">
              <a:latin typeface="Arial"/>
            </a:endParaRPr>
          </a:p>
        </p:txBody>
      </p:sp>
      <p:sp>
        <p:nvSpPr>
          <p:cNvPr id="530" name="Google Shape;346;p84"/>
          <p:cNvSpPr/>
          <p:nvPr/>
        </p:nvSpPr>
        <p:spPr>
          <a:xfrm>
            <a:off x="6188760" y="4835160"/>
            <a:ext cx="2460240" cy="260280"/>
          </a:xfrm>
          <a:prstGeom prst="rect">
            <a:avLst/>
          </a:prstGeom>
          <a:noFill/>
          <a:ln w="0">
            <a:noFill/>
          </a:ln>
        </p:spPr>
        <p:style>
          <a:lnRef idx="0"/>
          <a:fillRef idx="0"/>
          <a:effectRef idx="0"/>
          <a:fontRef idx="minor"/>
        </p:style>
        <p:txBody>
          <a:bodyPr lIns="90000" rIns="90000" tIns="260640" bIns="260640" anchor="ctr">
            <a:noAutofit/>
          </a:bodyPr>
          <a:p>
            <a:pPr algn="r">
              <a:lnSpc>
                <a:spcPct val="115000"/>
              </a:lnSpc>
              <a:buNone/>
              <a:tabLst>
                <a:tab algn="l" pos="0"/>
              </a:tabLst>
            </a:pPr>
            <a:r>
              <a:rPr b="0" lang="en-US" sz="600" spc="-1" strike="noStrike">
                <a:solidFill>
                  <a:srgbClr val="999999"/>
                </a:solidFill>
                <a:latin typeface="Noto Sans JP"/>
                <a:ea typeface="Noto Sans JP"/>
              </a:rPr>
              <a:t>© 2025 Sun* Inc.   |  </a:t>
            </a:r>
            <a:r>
              <a:rPr b="0" lang="zh-CN" sz="600" spc="-1" strike="noStrike">
                <a:solidFill>
                  <a:srgbClr val="999999"/>
                </a:solidFill>
                <a:latin typeface="Noto Sans JP"/>
                <a:ea typeface="Noto Sans JP"/>
              </a:rPr>
              <a:t>株式会社 </a:t>
            </a:r>
            <a:r>
              <a:rPr b="0" lang="en-US" sz="600" spc="-1" strike="noStrike">
                <a:solidFill>
                  <a:srgbClr val="999999"/>
                </a:solidFill>
                <a:latin typeface="Noto Sans JP"/>
                <a:ea typeface="Noto Sans JP"/>
              </a:rPr>
              <a:t>Sun Asterisk</a:t>
            </a:r>
            <a:endParaRPr b="0" lang="en-US" sz="600" spc="-1" strike="noStrike">
              <a:latin typeface="Arial"/>
            </a:endParaRPr>
          </a:p>
        </p:txBody>
      </p:sp>
      <p:sp>
        <p:nvSpPr>
          <p:cNvPr id="5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a:t>
            </a:r>
            <a:r>
              <a:rPr b="0" lang="en-US" sz="4400" spc="-1" strike="noStrike">
                <a:latin typeface="Arial"/>
              </a:rPr>
              <a:t>l</a:t>
            </a:r>
            <a:r>
              <a:rPr b="0" lang="en-US" sz="4400" spc="-1" strike="noStrike">
                <a:latin typeface="Arial"/>
              </a:rPr>
              <a:t>i</a:t>
            </a:r>
            <a:r>
              <a:rPr b="0" lang="en-US" sz="4400" spc="-1" strike="noStrike">
                <a:latin typeface="Arial"/>
              </a:rPr>
              <a:t>c</a:t>
            </a:r>
            <a:r>
              <a:rPr b="0" lang="en-US" sz="4400" spc="-1" strike="noStrike">
                <a:latin typeface="Arial"/>
              </a:rPr>
              <a:t>k</a:t>
            </a:r>
            <a:r>
              <a:rPr b="0" lang="en-US" sz="4400" spc="-1" strike="noStrike">
                <a:latin typeface="Arial"/>
              </a:rPr>
              <a:t> </a:t>
            </a:r>
            <a:r>
              <a:rPr b="0" lang="en-US" sz="4400" spc="-1" strike="noStrike">
                <a:latin typeface="Arial"/>
              </a:rPr>
              <a:t>t</a:t>
            </a:r>
            <a:r>
              <a:rPr b="0" lang="en-US" sz="4400" spc="-1" strike="noStrike">
                <a:latin typeface="Arial"/>
              </a:rPr>
              <a:t>o</a:t>
            </a:r>
            <a:r>
              <a:rPr b="0" lang="en-US" sz="4400" spc="-1" strike="noStrike">
                <a:latin typeface="Arial"/>
              </a:rPr>
              <a:t> </a:t>
            </a:r>
            <a:r>
              <a:rPr b="0" lang="en-US" sz="4400" spc="-1" strike="noStrike">
                <a:latin typeface="Arial"/>
              </a:rPr>
              <a:t>e</a:t>
            </a:r>
            <a:r>
              <a:rPr b="0" lang="en-US" sz="4400" spc="-1" strike="noStrike">
                <a:latin typeface="Arial"/>
              </a:rPr>
              <a:t>d</a:t>
            </a:r>
            <a:r>
              <a:rPr b="0" lang="en-US" sz="4400" spc="-1" strike="noStrike">
                <a:latin typeface="Arial"/>
              </a:rPr>
              <a:t>i</a:t>
            </a:r>
            <a:r>
              <a:rPr b="0" lang="en-US" sz="4400" spc="-1" strike="noStrike">
                <a:latin typeface="Arial"/>
              </a:rPr>
              <a:t>t </a:t>
            </a:r>
            <a:r>
              <a:rPr b="0" lang="en-US" sz="4400" spc="-1" strike="noStrike">
                <a:latin typeface="Arial"/>
              </a:rPr>
              <a:t>t</a:t>
            </a:r>
            <a:r>
              <a:rPr b="0" lang="en-US" sz="4400" spc="-1" strike="noStrike">
                <a:latin typeface="Arial"/>
              </a:rPr>
              <a:t>h</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i</a:t>
            </a:r>
            <a:r>
              <a:rPr b="0" lang="en-US" sz="4400" spc="-1" strike="noStrike">
                <a:latin typeface="Arial"/>
              </a:rPr>
              <a:t>t</a:t>
            </a:r>
            <a:r>
              <a:rPr b="0" lang="en-US" sz="4400" spc="-1" strike="noStrike">
                <a:latin typeface="Arial"/>
              </a:rPr>
              <a:t>l</a:t>
            </a:r>
            <a:r>
              <a:rPr b="0" lang="en-US" sz="4400" spc="-1" strike="noStrike">
                <a:latin typeface="Arial"/>
              </a:rPr>
              <a:t>e</a:t>
            </a:r>
            <a:r>
              <a:rPr b="0" lang="en-US" sz="4400" spc="-1" strike="noStrike">
                <a:latin typeface="Arial"/>
              </a:rPr>
              <a:t> </a:t>
            </a:r>
            <a:r>
              <a:rPr b="0" lang="en-US" sz="4400" spc="-1" strike="noStrike">
                <a:latin typeface="Arial"/>
              </a:rPr>
              <a:t>t</a:t>
            </a:r>
            <a:r>
              <a:rPr b="0" lang="en-US" sz="4400" spc="-1" strike="noStrike">
                <a:latin typeface="Arial"/>
              </a:rPr>
              <a:t>e</a:t>
            </a:r>
            <a:r>
              <a:rPr b="0" lang="en-US" sz="4400" spc="-1" strike="noStrike">
                <a:latin typeface="Arial"/>
              </a:rPr>
              <a:t>x</a:t>
            </a:r>
            <a:r>
              <a:rPr b="0" lang="en-US" sz="4400" spc="-1" strike="noStrike">
                <a:latin typeface="Arial"/>
              </a:rPr>
              <a:t>t </a:t>
            </a:r>
            <a:r>
              <a:rPr b="0" lang="en-US" sz="4400" spc="-1" strike="noStrike">
                <a:latin typeface="Arial"/>
              </a:rPr>
              <a:t>f</a:t>
            </a:r>
            <a:r>
              <a:rPr b="0" lang="en-US" sz="4400" spc="-1" strike="noStrike">
                <a:latin typeface="Arial"/>
              </a:rPr>
              <a:t>o</a:t>
            </a:r>
            <a:r>
              <a:rPr b="0" lang="en-US" sz="4400" spc="-1" strike="noStrike">
                <a:latin typeface="Arial"/>
              </a:rPr>
              <a:t>r</a:t>
            </a:r>
            <a:r>
              <a:rPr b="0" lang="en-US" sz="4400" spc="-1" strike="noStrike">
                <a:latin typeface="Arial"/>
              </a:rPr>
              <a:t>m</a:t>
            </a:r>
            <a:r>
              <a:rPr b="0" lang="en-US" sz="4400" spc="-1" strike="noStrike">
                <a:latin typeface="Arial"/>
              </a:rPr>
              <a:t>a</a:t>
            </a:r>
            <a:r>
              <a:rPr b="0" lang="en-US" sz="4400" spc="-1" strike="noStrike">
                <a:latin typeface="Arial"/>
              </a:rPr>
              <a:t>t</a:t>
            </a:r>
            <a:endParaRPr b="0" lang="en-US" sz="4400" spc="-1" strike="noStrike">
              <a:latin typeface="Arial"/>
            </a:endParaRPr>
          </a:p>
        </p:txBody>
      </p:sp>
      <p:sp>
        <p:nvSpPr>
          <p:cNvPr id="53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9.xml"/>
</Relationships>
</file>

<file path=ppt/slides/_rels/slide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8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7.xml"/>
</Relationships>
</file>

<file path=ppt/slides/_rels/slide2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7.xml"/>
</Relationships>
</file>

<file path=ppt/slides/_rels/slide3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49.xml"/>
</Relationships>
</file>

<file path=ppt/slides/_rels/slide3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9.xml"/>
</Relationships>
</file>

<file path=ppt/slides/_rels/slide3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09.xml"/>
</Relationships>
</file>

<file path=ppt/slides/_rels/slide33.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09.xml"/>
</Relationships>
</file>

<file path=ppt/slides/_rels/slide34.xml.rels><?xml version="1.0" encoding="UTF-8"?>
<Relationships xmlns="http://schemas.openxmlformats.org/package/2006/relationships"><Relationship Id="rId1" Type="http://schemas.openxmlformats.org/officeDocument/2006/relationships/hyperlink" Target="http://next.js" TargetMode="External"/><Relationship Id="rId2" Type="http://schemas.openxmlformats.org/officeDocument/2006/relationships/hyperlink" Target="http://node.js" TargetMode="External"/><Relationship Id="rId3" Type="http://schemas.openxmlformats.org/officeDocument/2006/relationships/image" Target="../media/image27.png"/><Relationship Id="rId4" Type="http://schemas.openxmlformats.org/officeDocument/2006/relationships/slideLayout" Target="../slideLayouts/slideLayout109.xml"/>
</Relationships>
</file>

<file path=ppt/slides/_rels/slide3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slideLayout" Target="../slideLayouts/slideLayout109.xml"/><Relationship Id="rId7"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21.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9.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7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73.xml"/>
</Relationships>
</file>

<file path=ppt/slides/_rels/slide6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45.png"/><Relationship Id="rId12" Type="http://schemas.openxmlformats.org/officeDocument/2006/relationships/image" Target="../media/image46.png"/><Relationship Id="rId13" Type="http://schemas.openxmlformats.org/officeDocument/2006/relationships/image" Target="../media/image47.png"/><Relationship Id="rId14" Type="http://schemas.openxmlformats.org/officeDocument/2006/relationships/image" Target="../media/image48.png"/><Relationship Id="rId15" Type="http://schemas.openxmlformats.org/officeDocument/2006/relationships/image" Target="../media/image49.png"/><Relationship Id="rId16" Type="http://schemas.openxmlformats.org/officeDocument/2006/relationships/image" Target="../media/image50.png"/><Relationship Id="rId17" Type="http://schemas.openxmlformats.org/officeDocument/2006/relationships/image" Target="../media/image51.png"/><Relationship Id="rId18" Type="http://schemas.openxmlformats.org/officeDocument/2006/relationships/image" Target="../media/image52.png"/><Relationship Id="rId19" Type="http://schemas.openxmlformats.org/officeDocument/2006/relationships/image" Target="../media/image53.png"/><Relationship Id="rId20" Type="http://schemas.openxmlformats.org/officeDocument/2006/relationships/slideLayout" Target="../slideLayouts/slideLayout73.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6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73.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73.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71.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45.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5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Google Shape;734;p1"/>
          <p:cNvSpPr/>
          <p:nvPr/>
        </p:nvSpPr>
        <p:spPr>
          <a:xfrm>
            <a:off x="520920" y="2171520"/>
            <a:ext cx="6381720" cy="5022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3300" spc="-1" strike="noStrike">
                <a:solidFill>
                  <a:srgbClr val="ffffff"/>
                </a:solidFill>
                <a:latin typeface="Helvetica Neue"/>
                <a:ea typeface="Helvetica Neue"/>
              </a:rPr>
              <a:t>SVN Proposal Menu</a:t>
            </a:r>
            <a:endParaRPr b="0" lang="en-US" sz="3300" spc="-1" strike="noStrike">
              <a:latin typeface="Arial"/>
            </a:endParaRPr>
          </a:p>
        </p:txBody>
      </p:sp>
      <p:sp>
        <p:nvSpPr>
          <p:cNvPr id="576" name="Google Shape;735;p1"/>
          <p:cNvSpPr/>
          <p:nvPr/>
        </p:nvSpPr>
        <p:spPr>
          <a:xfrm>
            <a:off x="530640" y="1723680"/>
            <a:ext cx="2287800" cy="22788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1500" spc="-1" strike="noStrike">
                <a:solidFill>
                  <a:srgbClr val="ffffff"/>
                </a:solidFill>
                <a:latin typeface="Helvetica Neue"/>
                <a:ea typeface="Helvetica Neue"/>
              </a:rPr>
              <a:t>○○</a:t>
            </a:r>
            <a:r>
              <a:rPr b="1" lang="zh-CN" sz="1500" spc="-1" strike="noStrike">
                <a:solidFill>
                  <a:srgbClr val="ffffff"/>
                </a:solidFill>
                <a:latin typeface="Helvetica Neue"/>
                <a:ea typeface="Helvetica Neue"/>
              </a:rPr>
              <a:t>株式会社　御中</a:t>
            </a:r>
            <a:endParaRPr b="0" lang="en-US" sz="1500" spc="-1" strike="noStrike">
              <a:latin typeface="Arial"/>
            </a:endParaRPr>
          </a:p>
        </p:txBody>
      </p:sp>
      <p:sp>
        <p:nvSpPr>
          <p:cNvPr id="577" name="Google Shape;736;p1"/>
          <p:cNvSpPr/>
          <p:nvPr/>
        </p:nvSpPr>
        <p:spPr>
          <a:xfrm>
            <a:off x="529200" y="2824200"/>
            <a:ext cx="1121760" cy="18216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1200" spc="-1" strike="noStrike">
                <a:solidFill>
                  <a:srgbClr val="ffffff"/>
                </a:solidFill>
                <a:latin typeface="Helvetica Neue"/>
                <a:ea typeface="Helvetica Neue"/>
              </a:rPr>
              <a:t>2025.04.04</a:t>
            </a:r>
            <a:endParaRPr b="0" lang="en-US" sz="1200" spc="-1" strike="noStrike">
              <a:latin typeface="Arial"/>
            </a:endParaRPr>
          </a:p>
        </p:txBody>
      </p:sp>
      <p:pic>
        <p:nvPicPr>
          <p:cNvPr id="578" name="Google Shape;737;p1" descr=""/>
          <p:cNvPicPr/>
          <p:nvPr/>
        </p:nvPicPr>
        <p:blipFill>
          <a:blip r:embed="rId1"/>
          <a:stretch/>
        </p:blipFill>
        <p:spPr>
          <a:xfrm>
            <a:off x="226080" y="4784760"/>
            <a:ext cx="502200" cy="164520"/>
          </a:xfrm>
          <a:prstGeom prst="rect">
            <a:avLst/>
          </a:prstGeom>
          <a:ln w="0">
            <a:noFill/>
          </a:ln>
        </p:spPr>
      </p:pic>
      <p:sp>
        <p:nvSpPr>
          <p:cNvPr id="579" name="Google Shape;738;p1"/>
          <p:cNvSpPr/>
          <p:nvPr/>
        </p:nvSpPr>
        <p:spPr>
          <a:xfrm>
            <a:off x="-1275840" y="4595760"/>
            <a:ext cx="9604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アイコンが少しずれていたので修正しました</a:t>
            </a:r>
            <a:endParaRPr b="0" lang="en-US" sz="600" spc="-1" strike="noStrike">
              <a:latin typeface="Arial"/>
            </a:endParaRPr>
          </a:p>
        </p:txBody>
      </p:sp>
      <p:sp>
        <p:nvSpPr>
          <p:cNvPr id="580" name="Google Shape;739;p1"/>
          <p:cNvSpPr/>
          <p:nvPr/>
        </p:nvSpPr>
        <p:spPr>
          <a:xfrm>
            <a:off x="-313200" y="4773240"/>
            <a:ext cx="285840" cy="72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945360" y="1595880"/>
            <a:ext cx="1603080" cy="301680"/>
          </a:xfrm>
          <a:prstGeom prst="rect">
            <a:avLst/>
          </a:prstGeom>
          <a:noFill/>
          <a:ln w="0">
            <a:noFill/>
          </a:ln>
        </p:spPr>
        <p:txBody>
          <a:bodyPr lIns="0" rIns="0" tIns="0" bIns="0" anchor="t">
            <a:noAutofit/>
          </a:bodyPr>
          <a:p>
            <a:pPr>
              <a:lnSpc>
                <a:spcPct val="100000"/>
              </a:lnSpc>
              <a:buNone/>
              <a:tabLst>
                <a:tab algn="l" pos="0"/>
              </a:tabLst>
            </a:pPr>
            <a:r>
              <a:rPr b="1" lang="en-US" sz="2000" spc="-1" strike="noStrike">
                <a:solidFill>
                  <a:srgbClr val="ff2200"/>
                </a:solidFill>
                <a:latin typeface="Noto Sans JP"/>
                <a:ea typeface="Noto Sans JP"/>
              </a:rPr>
              <a:t>AGENDA</a:t>
            </a:r>
            <a:endParaRPr b="0" lang="en-US" sz="2000" spc="-1" strike="noStrike">
              <a:latin typeface="Arial"/>
            </a:endParaRPr>
          </a:p>
        </p:txBody>
      </p:sp>
      <p:sp>
        <p:nvSpPr>
          <p:cNvPr id="582" name="PlaceHolder 2"/>
          <p:cNvSpPr>
            <a:spLocks noGrp="1"/>
          </p:cNvSpPr>
          <p:nvPr>
            <p:ph/>
          </p:nvPr>
        </p:nvSpPr>
        <p:spPr>
          <a:xfrm>
            <a:off x="3837240" y="456480"/>
            <a:ext cx="4727520" cy="3949920"/>
          </a:xfrm>
          <a:prstGeom prst="rect">
            <a:avLst/>
          </a:prstGeom>
          <a:noFill/>
          <a:ln w="0">
            <a:noFill/>
          </a:ln>
        </p:spPr>
        <p:txBody>
          <a:bodyPr lIns="0" rIns="0" tIns="0" bIns="0" anchor="t">
            <a:noAutofit/>
          </a:bodyPr>
          <a:p>
            <a:pPr marL="457200" indent="-291960">
              <a:lnSpc>
                <a:spcPct val="150000"/>
              </a:lnSpc>
              <a:buClr>
                <a:srgbClr val="000000"/>
              </a:buClr>
              <a:buFont typeface="Noto Sans JP"/>
              <a:buAutoNum type="arabicPeriod"/>
            </a:pPr>
            <a:r>
              <a:rPr b="1" lang="zh-CN" sz="1000" spc="-1" strike="noStrike">
                <a:solidFill>
                  <a:srgbClr val="000000"/>
                </a:solidFill>
                <a:latin typeface="Noto Sans JP"/>
                <a:ea typeface="Noto Sans JP"/>
              </a:rPr>
              <a:t>システムの概要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Tổng quan dự án theo ý hiểu của Sun*</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システムの導入のメリット</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Lợi ích và giá trị đem lại khi làm xong hệ thống</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提案の要諦</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Điểm keypoint muốn nhấn mạnh để tạo khác biệt</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en-US" sz="1000" spc="-1" strike="noStrike">
                <a:solidFill>
                  <a:srgbClr val="000000"/>
                </a:solidFill>
                <a:latin typeface="Noto Sans JP"/>
                <a:ea typeface="Noto Sans JP"/>
              </a:rPr>
              <a:t>Sun*</a:t>
            </a:r>
            <a:r>
              <a:rPr b="1" lang="zh-CN" sz="1000" spc="-1" strike="noStrike">
                <a:solidFill>
                  <a:srgbClr val="000000"/>
                </a:solidFill>
                <a:latin typeface="Noto Sans JP"/>
                <a:ea typeface="Noto Sans JP"/>
              </a:rPr>
              <a:t>のスコープ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Scope của Sun* sẽ làm gì?</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お見積りの前提条件</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Điều kiện tiền đề của bản Estimation</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システム構成図の提案</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Đề xuất kiến trúc hệ thống</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想定成果物 </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Output kỳ vọng</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実施スケジュール</a:t>
            </a:r>
            <a:r>
              <a:rPr b="1" lang="en-US" sz="1000" spc="-1" strike="noStrike">
                <a:solidFill>
                  <a:srgbClr val="000000"/>
                </a:solidFill>
                <a:latin typeface="Noto Sans JP"/>
                <a:ea typeface="Noto Sans JP"/>
              </a:rPr>
              <a:t>: :  </a:t>
            </a:r>
            <a:r>
              <a:rPr b="0" lang="en-US" sz="900" spc="-1" strike="noStrike">
                <a:solidFill>
                  <a:srgbClr val="666666"/>
                </a:solidFill>
                <a:latin typeface="Noto Sans"/>
                <a:ea typeface="Noto Sans"/>
              </a:rPr>
              <a:t>Development Schedule</a:t>
            </a:r>
            <a:endParaRPr b="0" lang="en-US" sz="900" spc="-1" strike="noStrike">
              <a:latin typeface="Arial"/>
            </a:endParaRPr>
          </a:p>
          <a:p>
            <a:pPr marL="457200" indent="-291960">
              <a:lnSpc>
                <a:spcPct val="150000"/>
              </a:lnSpc>
              <a:spcBef>
                <a:spcPts val="1001"/>
              </a:spcBef>
              <a:buClr>
                <a:srgbClr val="000000"/>
              </a:buClr>
              <a:buFont typeface="Noto Sans JP"/>
              <a:buAutoNum type="arabicPeriod"/>
            </a:pPr>
            <a:r>
              <a:rPr b="1" lang="zh-CN" sz="1000" spc="-1" strike="noStrike">
                <a:solidFill>
                  <a:srgbClr val="000000"/>
                </a:solidFill>
                <a:latin typeface="Noto Sans JP"/>
                <a:ea typeface="Noto Sans JP"/>
              </a:rPr>
              <a:t>費用</a:t>
            </a:r>
            <a:r>
              <a:rPr b="1" lang="en-US" sz="1000" spc="-1" strike="noStrike">
                <a:solidFill>
                  <a:srgbClr val="000000"/>
                </a:solidFill>
                <a:latin typeface="Noto Sans JP"/>
                <a:ea typeface="Noto Sans JP"/>
              </a:rPr>
              <a:t>:  </a:t>
            </a:r>
            <a:r>
              <a:rPr b="0" lang="en-US" sz="900" spc="-1" strike="noStrike">
                <a:solidFill>
                  <a:srgbClr val="666666"/>
                </a:solidFill>
                <a:latin typeface="Noto Sans"/>
                <a:ea typeface="Noto Sans"/>
              </a:rPr>
              <a:t>Chi phí</a:t>
            </a:r>
            <a:endParaRPr b="0" lang="en-US" sz="900" spc="-1" strike="noStrike">
              <a:latin typeface="Arial"/>
            </a:endParaRPr>
          </a:p>
        </p:txBody>
      </p:sp>
      <p:sp>
        <p:nvSpPr>
          <p:cNvPr id="583" name="Google Shape;746;p2"/>
          <p:cNvSpPr/>
          <p:nvPr/>
        </p:nvSpPr>
        <p:spPr>
          <a:xfrm>
            <a:off x="4398120" y="129960"/>
            <a:ext cx="3510000" cy="460080"/>
          </a:xfrm>
          <a:prstGeom prst="rect">
            <a:avLst/>
          </a:prstGeom>
          <a:noFill/>
          <a:ln w="0">
            <a:noFill/>
          </a:ln>
        </p:spPr>
        <p:style>
          <a:lnRef idx="0"/>
          <a:fillRef idx="0"/>
          <a:effectRef idx="0"/>
          <a:fontRef idx="minor"/>
        </p:style>
      </p:sp>
      <p:sp>
        <p:nvSpPr>
          <p:cNvPr id="584" name="Google Shape;747;p2"/>
          <p:cNvSpPr/>
          <p:nvPr/>
        </p:nvSpPr>
        <p:spPr>
          <a:xfrm>
            <a:off x="4098960" y="3569760"/>
            <a:ext cx="2461320" cy="447480"/>
          </a:xfrm>
          <a:prstGeom prst="rect">
            <a:avLst/>
          </a:prstGeom>
          <a:noFill/>
          <a:ln w="0">
            <a:noFill/>
          </a:ln>
        </p:spPr>
        <p:style>
          <a:lnRef idx="0"/>
          <a:fillRef idx="0"/>
          <a:effectRef idx="0"/>
          <a:fontRef idx="minor"/>
        </p:style>
        <p:txBody>
          <a:bodyPr lIns="90000" rIns="90000" tIns="91440" bIns="91440" anchor="t">
            <a:noAutofit/>
          </a:bodyPr>
          <a:p>
            <a:pPr marL="457200" indent="-291960">
              <a:lnSpc>
                <a:spcPct val="150000"/>
              </a:lnSpc>
              <a:buClr>
                <a:srgbClr val="3f3f3f"/>
              </a:buClr>
              <a:buFont typeface="Zen Kaku Gothic New Medium"/>
              <a:buChar char="●"/>
            </a:pPr>
            <a:r>
              <a:rPr b="0" lang="zh-CN" sz="1000" spc="-1" strike="noStrike">
                <a:solidFill>
                  <a:srgbClr val="000000"/>
                </a:solidFill>
                <a:latin typeface="Noto Sans JP"/>
                <a:ea typeface="Noto Sans JP"/>
              </a:rPr>
              <a:t>開発費用</a:t>
            </a:r>
            <a:r>
              <a:rPr b="0" lang="en-US" sz="1000" spc="-1" strike="noStrike">
                <a:solidFill>
                  <a:srgbClr val="000000"/>
                </a:solidFill>
                <a:latin typeface="Noto Sans JP"/>
                <a:ea typeface="Noto Sans JP"/>
              </a:rPr>
              <a:t>: </a:t>
            </a:r>
            <a:r>
              <a:rPr b="0" lang="en-US" sz="900" spc="-1" strike="noStrike">
                <a:solidFill>
                  <a:srgbClr val="666666"/>
                </a:solidFill>
                <a:latin typeface="Noto Sans JP"/>
                <a:ea typeface="Noto Sans JP"/>
              </a:rPr>
              <a:t>Chi phí phát triển</a:t>
            </a:r>
            <a:endParaRPr b="0" lang="en-US" sz="900" spc="-1" strike="noStrike">
              <a:latin typeface="Arial"/>
            </a:endParaRPr>
          </a:p>
          <a:p>
            <a:pPr marL="457200" indent="-291960">
              <a:lnSpc>
                <a:spcPct val="150000"/>
              </a:lnSpc>
              <a:buClr>
                <a:srgbClr val="000000"/>
              </a:buClr>
              <a:buFont typeface="Noto Sans JP"/>
              <a:buChar char="●"/>
            </a:pPr>
            <a:r>
              <a:rPr b="0" lang="zh-CN" sz="1000" spc="-1" strike="noStrike">
                <a:solidFill>
                  <a:srgbClr val="000000"/>
                </a:solidFill>
                <a:latin typeface="Noto Sans JP"/>
                <a:ea typeface="Noto Sans JP"/>
              </a:rPr>
              <a:t>インフラコスト</a:t>
            </a:r>
            <a:r>
              <a:rPr b="0" lang="en-US" sz="1000" spc="-1" strike="noStrike">
                <a:solidFill>
                  <a:srgbClr val="000000"/>
                </a:solidFill>
                <a:latin typeface="Noto Sans JP"/>
                <a:ea typeface="Noto Sans JP"/>
              </a:rPr>
              <a:t>:</a:t>
            </a:r>
            <a:r>
              <a:rPr b="0" lang="en-US" sz="900" spc="-1" strike="noStrike">
                <a:solidFill>
                  <a:srgbClr val="666666"/>
                </a:solidFill>
                <a:latin typeface="Noto Sans JP"/>
                <a:ea typeface="Noto Sans JP"/>
              </a:rPr>
              <a:t> Chi phí Infra</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Google Shape;752;p3"/>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System Overview</a:t>
            </a:r>
            <a:endParaRPr b="0" lang="en-US" sz="2600" spc="-1" strike="noStrike">
              <a:latin typeface="Arial"/>
            </a:endParaRPr>
          </a:p>
        </p:txBody>
      </p:sp>
      <p:sp>
        <p:nvSpPr>
          <p:cNvPr id="586" name="Google Shape;753;p3"/>
          <p:cNvSpPr/>
          <p:nvPr/>
        </p:nvSpPr>
        <p:spPr>
          <a:xfrm>
            <a:off x="1188000" y="2429280"/>
            <a:ext cx="25873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システムの概要</a:t>
            </a:r>
            <a:endParaRPr b="0" lang="en-US" sz="1600" spc="-1" strike="noStrike">
              <a:latin typeface="Arial"/>
            </a:endParaRPr>
          </a:p>
        </p:txBody>
      </p:sp>
      <p:sp>
        <p:nvSpPr>
          <p:cNvPr id="587" name="Google Shape;754;p3"/>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Tổng quan về dự án theo ý hiểu của Sun*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Chủ yếu nên phát biểu về vấn đề và kỳ vọng sau khi hoàn thành hệ thống</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88" name="PlaceHolder 1"/>
          <p:cNvSpPr>
            <a:spLocks noGrp="1"/>
          </p:cNvSpPr>
          <p:nvPr>
            <p:ph type="subTitle"/>
          </p:nvPr>
        </p:nvSpPr>
        <p:spPr>
          <a:xfrm>
            <a:off x="194760" y="98640"/>
            <a:ext cx="8278200" cy="3091320"/>
          </a:xfrm>
          <a:prstGeom prst="rect">
            <a:avLst/>
          </a:prstGeom>
          <a:noFill/>
          <a:ln w="0">
            <a:noFill/>
          </a:ln>
        </p:spPr>
        <p:txBody>
          <a:bodyPr lIns="0" rIns="0" tIns="54720" bIns="5472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プロジェクト背景</a:t>
            </a:r>
            <a:endParaRPr b="0" lang="en-US" sz="800" spc="-1" strike="noStrike">
              <a:latin typeface="Arial"/>
            </a:endParaRPr>
          </a:p>
        </p:txBody>
      </p:sp>
      <p:sp>
        <p:nvSpPr>
          <p:cNvPr id="589" name="Google Shape;760;p4"/>
          <p:cNvSpPr/>
          <p:nvPr/>
        </p:nvSpPr>
        <p:spPr>
          <a:xfrm>
            <a:off x="386280" y="970560"/>
            <a:ext cx="3795120" cy="3496320"/>
          </a:xfrm>
          <a:prstGeom prst="roundRect">
            <a:avLst>
              <a:gd name="adj" fmla="val 2872"/>
            </a:avLst>
          </a:prstGeom>
          <a:solidFill>
            <a:srgbClr val="ffffff"/>
          </a:solidFill>
          <a:ln w="9525">
            <a:solidFill>
              <a:srgbClr val="ececec"/>
            </a:solidFill>
            <a:round/>
          </a:ln>
        </p:spPr>
        <p:style>
          <a:lnRef idx="0"/>
          <a:fillRef idx="0"/>
          <a:effectRef idx="0"/>
          <a:fontRef idx="minor"/>
        </p:style>
      </p:sp>
      <p:sp>
        <p:nvSpPr>
          <p:cNvPr id="590" name="Google Shape;761;p4"/>
          <p:cNvSpPr/>
          <p:nvPr/>
        </p:nvSpPr>
        <p:spPr>
          <a:xfrm>
            <a:off x="978480" y="1128600"/>
            <a:ext cx="2610360" cy="306000"/>
          </a:xfrm>
          <a:prstGeom prst="roundRect">
            <a:avLst>
              <a:gd name="adj" fmla="val 50000"/>
            </a:avLst>
          </a:prstGeom>
          <a:solidFill>
            <a:schemeClr val="lt1"/>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現状の課題</a:t>
            </a:r>
            <a:endParaRPr b="0" lang="en-US" sz="900" spc="-1" strike="noStrike">
              <a:latin typeface="Arial"/>
            </a:endParaRPr>
          </a:p>
        </p:txBody>
      </p:sp>
      <p:sp>
        <p:nvSpPr>
          <p:cNvPr id="591" name="Google Shape;762;p4"/>
          <p:cNvSpPr/>
          <p:nvPr/>
        </p:nvSpPr>
        <p:spPr>
          <a:xfrm>
            <a:off x="386280" y="1442520"/>
            <a:ext cx="3795120" cy="2737080"/>
          </a:xfrm>
          <a:prstGeom prst="roundRect">
            <a:avLst>
              <a:gd name="adj" fmla="val 8261"/>
            </a:avLst>
          </a:prstGeom>
          <a:noFill/>
          <a:ln w="0">
            <a:noFill/>
          </a:ln>
        </p:spPr>
        <p:style>
          <a:lnRef idx="0"/>
          <a:fillRef idx="0"/>
          <a:effectRef idx="0"/>
          <a:fontRef idx="minor"/>
        </p:style>
        <p:txBody>
          <a:bodyPr lIns="90000" rIns="90000" tIns="91440" bIns="91440" anchor="t">
            <a:noAutofit/>
          </a:bodyPr>
          <a:p>
            <a:pPr marL="228600" indent="-158760">
              <a:lnSpc>
                <a:spcPct val="125000"/>
              </a:lnSpc>
              <a:buClr>
                <a:srgbClr val="000000"/>
              </a:buClr>
              <a:buFont typeface="Noto Sans JP"/>
              <a:buChar char="●"/>
            </a:pP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様のほぼすべてのシステム開発を担当しているが、請負契約となっており、</a:t>
            </a:r>
            <a:r>
              <a:rPr b="0" lang="en-US" sz="1000" spc="-1" strike="noStrike">
                <a:solidFill>
                  <a:srgbClr val="000000"/>
                </a:solidFill>
                <a:latin typeface="Noto Sans JP"/>
                <a:ea typeface="Noto Sans JP"/>
              </a:rPr>
              <a:t>WF</a:t>
            </a:r>
            <a:r>
              <a:rPr b="0" lang="zh-CN" sz="1000" spc="-1" strike="noStrike">
                <a:solidFill>
                  <a:srgbClr val="000000"/>
                </a:solidFill>
                <a:latin typeface="Noto Sans JP"/>
                <a:ea typeface="Noto Sans JP"/>
              </a:rPr>
              <a:t>開発でのみの開発となっている。今の時代に沿ったアジャイル開発のメリットを</a:t>
            </a: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様に説明して理解してもらう必要がある。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貴社の開発リソースが不足しているため、オフショア開発を活用したい</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中古車買取査定システムが</a:t>
            </a:r>
            <a:r>
              <a:rPr b="0" lang="en-US" sz="1000" spc="-1" strike="noStrike">
                <a:solidFill>
                  <a:srgbClr val="000000"/>
                </a:solidFill>
                <a:latin typeface="Noto Sans JP"/>
                <a:ea typeface="Noto Sans JP"/>
              </a:rPr>
              <a:t>Android</a:t>
            </a:r>
            <a:r>
              <a:rPr b="0" lang="zh-CN" sz="1000" spc="-1" strike="noStrike">
                <a:solidFill>
                  <a:srgbClr val="000000"/>
                </a:solidFill>
                <a:latin typeface="Noto Sans JP"/>
                <a:ea typeface="Noto Sans JP"/>
              </a:rPr>
              <a:t>版のみとなっている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査定業務は本部の検査員が現場のチェックデータをベースに対応しているが、検査員のコストが高い</a:t>
            </a:r>
            <a:endParaRPr b="0" lang="en-US" sz="1000" spc="-1" strike="noStrike">
              <a:latin typeface="Arial"/>
            </a:endParaRPr>
          </a:p>
        </p:txBody>
      </p:sp>
      <p:sp>
        <p:nvSpPr>
          <p:cNvPr id="592" name="Google Shape;763;p4"/>
          <p:cNvSpPr/>
          <p:nvPr/>
        </p:nvSpPr>
        <p:spPr>
          <a:xfrm>
            <a:off x="4960800" y="970560"/>
            <a:ext cx="3795120" cy="3496320"/>
          </a:xfrm>
          <a:prstGeom prst="roundRect">
            <a:avLst>
              <a:gd name="adj" fmla="val 2872"/>
            </a:avLst>
          </a:prstGeom>
          <a:solidFill>
            <a:srgbClr val="ffffff"/>
          </a:solidFill>
          <a:ln w="9525">
            <a:solidFill>
              <a:srgbClr val="ececec"/>
            </a:solidFill>
            <a:round/>
          </a:ln>
        </p:spPr>
        <p:style>
          <a:lnRef idx="0"/>
          <a:fillRef idx="0"/>
          <a:effectRef idx="0"/>
          <a:fontRef idx="minor"/>
        </p:style>
      </p:sp>
      <p:sp>
        <p:nvSpPr>
          <p:cNvPr id="593" name="Google Shape;764;p4"/>
          <p:cNvSpPr/>
          <p:nvPr/>
        </p:nvSpPr>
        <p:spPr>
          <a:xfrm>
            <a:off x="5553360" y="1128600"/>
            <a:ext cx="2610360" cy="306000"/>
          </a:xfrm>
          <a:prstGeom prst="roundRect">
            <a:avLst>
              <a:gd name="adj" fmla="val 50000"/>
            </a:avLst>
          </a:prstGeom>
          <a:solidFill>
            <a:schemeClr val="accent1"/>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目的・実現したいこと</a:t>
            </a:r>
            <a:endParaRPr b="0" lang="en-US" sz="900" spc="-1" strike="noStrike">
              <a:latin typeface="Arial"/>
            </a:endParaRPr>
          </a:p>
        </p:txBody>
      </p:sp>
      <p:sp>
        <p:nvSpPr>
          <p:cNvPr id="594" name="Google Shape;765;p4"/>
          <p:cNvSpPr/>
          <p:nvPr/>
        </p:nvSpPr>
        <p:spPr>
          <a:xfrm>
            <a:off x="4958280" y="1442520"/>
            <a:ext cx="3795120" cy="2860200"/>
          </a:xfrm>
          <a:prstGeom prst="roundRect">
            <a:avLst>
              <a:gd name="adj" fmla="val 8261"/>
            </a:avLst>
          </a:prstGeom>
          <a:noFill/>
          <a:ln w="0">
            <a:noFill/>
          </a:ln>
        </p:spPr>
        <p:style>
          <a:lnRef idx="0"/>
          <a:fillRef idx="0"/>
          <a:effectRef idx="0"/>
          <a:fontRef idx="minor"/>
        </p:style>
        <p:txBody>
          <a:bodyPr lIns="90000" rIns="90000" tIns="91440" bIns="91440" anchor="t">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エンドユーザー様や店舗の課題・要件をヒアリングして貴社とベンダーが一緒に課題解決・</a:t>
            </a:r>
            <a:r>
              <a:rPr b="0" lang="en-US" sz="1000" spc="-1" strike="noStrike">
                <a:solidFill>
                  <a:srgbClr val="000000"/>
                </a:solidFill>
                <a:latin typeface="Noto Sans JP"/>
                <a:ea typeface="Noto Sans JP"/>
              </a:rPr>
              <a:t>ABS</a:t>
            </a:r>
            <a:r>
              <a:rPr b="0" lang="zh-CN" sz="1000" spc="-1" strike="noStrike">
                <a:solidFill>
                  <a:srgbClr val="000000"/>
                </a:solidFill>
                <a:latin typeface="Noto Sans JP"/>
                <a:ea typeface="Noto Sans JP"/>
              </a:rPr>
              <a:t>様への提案をしていく関係値を構築する</a:t>
            </a:r>
            <a:endParaRPr b="0" lang="en-US" sz="1000" spc="-1" strike="noStrike">
              <a:latin typeface="Arial"/>
            </a:endParaRPr>
          </a:p>
          <a:p>
            <a:pPr marL="457200">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zh-CN" sz="1000" spc="-1" strike="noStrike">
                <a:solidFill>
                  <a:srgbClr val="000000"/>
                </a:solidFill>
                <a:latin typeface="Noto Sans JP"/>
                <a:ea typeface="Noto Sans JP"/>
              </a:rPr>
              <a:t>オフショア活用・アジャイル開発のトライアルとして、中古車買取査定システムのリプレイス案件で伴走支援の実績を作る。</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en-US" sz="1000" spc="-1" strike="noStrike">
                <a:solidFill>
                  <a:srgbClr val="000000"/>
                </a:solidFill>
                <a:latin typeface="Noto Sans JP"/>
                <a:ea typeface="Noto Sans JP"/>
              </a:rPr>
              <a:t>Android</a:t>
            </a:r>
            <a:r>
              <a:rPr b="0" lang="zh-CN" sz="1000" spc="-1" strike="noStrike">
                <a:solidFill>
                  <a:srgbClr val="000000"/>
                </a:solidFill>
                <a:latin typeface="Noto Sans JP"/>
                <a:ea typeface="Noto Sans JP"/>
              </a:rPr>
              <a:t>版のアップデートと</a:t>
            </a:r>
            <a:r>
              <a:rPr b="0" lang="en-US" sz="1000" spc="-1" strike="noStrike">
                <a:solidFill>
                  <a:srgbClr val="000000"/>
                </a:solidFill>
                <a:latin typeface="Noto Sans JP"/>
                <a:ea typeface="Noto Sans JP"/>
              </a:rPr>
              <a:t>iOS</a:t>
            </a:r>
            <a:r>
              <a:rPr b="0" lang="zh-CN" sz="1000" spc="-1" strike="noStrike">
                <a:solidFill>
                  <a:srgbClr val="000000"/>
                </a:solidFill>
                <a:latin typeface="Noto Sans JP"/>
                <a:ea typeface="Noto Sans JP"/>
              </a:rPr>
              <a:t>版の新規リリースを実現する</a:t>
            </a:r>
            <a:endParaRPr b="0" lang="en-US" sz="1000" spc="-1" strike="noStrike">
              <a:latin typeface="Arial"/>
            </a:endParaRPr>
          </a:p>
          <a:p>
            <a:pPr>
              <a:lnSpc>
                <a:spcPct val="125000"/>
              </a:lnSpc>
              <a:buNone/>
              <a:tabLst>
                <a:tab algn="l" pos="0"/>
              </a:tabLst>
            </a:pPr>
            <a:endParaRPr b="0" lang="en-US" sz="1000" spc="-1" strike="noStrike">
              <a:latin typeface="Arial"/>
            </a:endParaRPr>
          </a:p>
          <a:p>
            <a:pPr marL="228600" indent="-158760">
              <a:lnSpc>
                <a:spcPct val="125000"/>
              </a:lnSpc>
              <a:buClr>
                <a:srgbClr val="000000"/>
              </a:buClr>
              <a:buFont typeface="Noto Sans JP"/>
              <a:buChar char="●"/>
              <a:tabLst>
                <a:tab algn="l" pos="0"/>
              </a:tabLst>
            </a:pPr>
            <a:r>
              <a:rPr b="0" lang="en-US" sz="1000" spc="-1" strike="noStrike">
                <a:solidFill>
                  <a:srgbClr val="000000"/>
                </a:solidFill>
                <a:latin typeface="Noto Sans JP"/>
                <a:ea typeface="Noto Sans JP"/>
              </a:rPr>
              <a:t>AI</a:t>
            </a:r>
            <a:r>
              <a:rPr b="0" lang="zh-CN" sz="1000" spc="-1" strike="noStrike">
                <a:solidFill>
                  <a:srgbClr val="000000"/>
                </a:solidFill>
                <a:latin typeface="Noto Sans JP"/>
                <a:ea typeface="Noto Sans JP"/>
              </a:rPr>
              <a:t>の活用などにより、将来的にはエンドユーザー様が自己査定できるようにする</a:t>
            </a:r>
            <a:endParaRPr b="0" lang="en-US" sz="1000" spc="-1" strike="noStrike">
              <a:latin typeface="Arial"/>
            </a:endParaRPr>
          </a:p>
        </p:txBody>
      </p:sp>
      <p:sp>
        <p:nvSpPr>
          <p:cNvPr id="595" name="Google Shape;766;p4"/>
          <p:cNvSpPr/>
          <p:nvPr/>
        </p:nvSpPr>
        <p:spPr>
          <a:xfrm>
            <a:off x="386280" y="332640"/>
            <a:ext cx="426096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プロジェクト背景</a:t>
            </a:r>
            <a:endParaRPr b="0" lang="en-US" sz="1600" spc="-1" strike="noStrike">
              <a:latin typeface="Arial"/>
            </a:endParaRPr>
          </a:p>
        </p:txBody>
      </p:sp>
      <p:sp>
        <p:nvSpPr>
          <p:cNvPr id="596" name="Google Shape;767;p4"/>
          <p:cNvSpPr/>
          <p:nvPr/>
        </p:nvSpPr>
        <p:spPr>
          <a:xfrm>
            <a:off x="978480" y="1128600"/>
            <a:ext cx="2611080" cy="306720"/>
          </a:xfrm>
          <a:prstGeom prst="roundRect">
            <a:avLst>
              <a:gd name="adj" fmla="val 50000"/>
            </a:avLst>
          </a:prstGeom>
          <a:solidFill>
            <a:srgbClr val="3f3f3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900" spc="-1" strike="noStrike">
                <a:solidFill>
                  <a:srgbClr val="ffffff"/>
                </a:solidFill>
                <a:latin typeface="Arial"/>
                <a:ea typeface="Arial"/>
              </a:rPr>
              <a:t>現状の課題</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597" name="Google Shape;772;p5"/>
          <p:cNvSpPr/>
          <p:nvPr/>
        </p:nvSpPr>
        <p:spPr>
          <a:xfrm>
            <a:off x="327960" y="1597320"/>
            <a:ext cx="8016480" cy="3287880"/>
          </a:xfrm>
          <a:prstGeom prst="roundRect">
            <a:avLst>
              <a:gd name="adj" fmla="val 4046"/>
            </a:avLst>
          </a:prstGeom>
          <a:solidFill>
            <a:srgbClr val="ffffff"/>
          </a:solidFill>
          <a:ln w="9525">
            <a:solidFill>
              <a:srgbClr val="ececec"/>
            </a:solidFill>
            <a:round/>
          </a:ln>
        </p:spPr>
        <p:style>
          <a:lnRef idx="0"/>
          <a:fillRef idx="0"/>
          <a:effectRef idx="0"/>
          <a:fontRef idx="minor"/>
        </p:style>
      </p:sp>
      <p:sp>
        <p:nvSpPr>
          <p:cNvPr id="598"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機能一覧</a:t>
            </a:r>
            <a:endParaRPr b="0" lang="en-US" sz="800" spc="-1" strike="noStrike">
              <a:latin typeface="Arial"/>
            </a:endParaRPr>
          </a:p>
        </p:txBody>
      </p:sp>
      <p:sp>
        <p:nvSpPr>
          <p:cNvPr id="599" name="PlaceHolder 2"/>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機能一覧表</a:t>
            </a:r>
            <a:endParaRPr b="0" lang="en-US" sz="1600" spc="-1" strike="noStrike">
              <a:latin typeface="Arial"/>
            </a:endParaRPr>
          </a:p>
        </p:txBody>
      </p:sp>
      <p:sp>
        <p:nvSpPr>
          <p:cNvPr id="600" name="Google Shape;775;p5"/>
          <p:cNvSpPr/>
          <p:nvPr/>
        </p:nvSpPr>
        <p:spPr>
          <a:xfrm>
            <a:off x="432000" y="799200"/>
            <a:ext cx="8278200" cy="61632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想定される機能を一覧化した「機能一覧表」を作成・ご提出いたします。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システムに必要な機能を洗い出し、各機能の概要や処理内容などを整理いたします。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お見積金額はこの機能一覧表をベースに算出いたします。</a:t>
            </a:r>
            <a:endParaRPr b="0" lang="en-US" sz="1000" spc="-1" strike="noStrike">
              <a:latin typeface="Arial"/>
            </a:endParaRPr>
          </a:p>
        </p:txBody>
      </p:sp>
      <p:sp>
        <p:nvSpPr>
          <p:cNvPr id="601" name="Google Shape;776;p5"/>
          <p:cNvSpPr/>
          <p:nvPr/>
        </p:nvSpPr>
        <p:spPr>
          <a:xfrm rot="21597600">
            <a:off x="519120" y="1636920"/>
            <a:ext cx="1291680" cy="189360"/>
          </a:xfrm>
          <a:prstGeom prst="roundRect">
            <a:avLst>
              <a:gd name="adj" fmla="val 50000"/>
            </a:avLst>
          </a:prstGeom>
          <a:solidFill>
            <a:srgbClr val="3f3f3f"/>
          </a:solidFill>
          <a:ln w="0">
            <a:noFill/>
          </a:ln>
        </p:spPr>
        <p:style>
          <a:lnRef idx="0"/>
          <a:fillRef idx="0"/>
          <a:effectRef idx="0"/>
          <a:fontRef idx="minor"/>
        </p:style>
        <p:txBody>
          <a:bodyPr lIns="90000" rIns="90000" tIns="133920" bIns="133920" anchor="ctr">
            <a:noAutofit/>
          </a:bodyPr>
          <a:p>
            <a:pPr algn="ctr">
              <a:lnSpc>
                <a:spcPct val="100000"/>
              </a:lnSpc>
              <a:buNone/>
              <a:tabLst>
                <a:tab algn="l" pos="0"/>
              </a:tabLst>
            </a:pPr>
            <a:r>
              <a:rPr b="1" lang="zh-CN" sz="800" spc="-1" strike="noStrike">
                <a:solidFill>
                  <a:srgbClr val="ececec"/>
                </a:solidFill>
                <a:latin typeface="Noto Sans JP"/>
                <a:ea typeface="Noto Sans JP"/>
              </a:rPr>
              <a:t>機能一覧表サンプル</a:t>
            </a:r>
            <a:endParaRPr b="0" lang="en-US" sz="800" spc="-1" strike="noStrike">
              <a:latin typeface="Arial"/>
            </a:endParaRPr>
          </a:p>
        </p:txBody>
      </p:sp>
      <p:sp>
        <p:nvSpPr>
          <p:cNvPr id="602" name="Google Shape;777;p5"/>
          <p:cNvSpPr/>
          <p:nvPr/>
        </p:nvSpPr>
        <p:spPr>
          <a:xfrm>
            <a:off x="-680760" y="128268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603" name="Google Shape;778;p5"/>
          <p:cNvSpPr/>
          <p:nvPr/>
        </p:nvSpPr>
        <p:spPr>
          <a:xfrm flipH="1" rot="10800000">
            <a:off x="-25920" y="1323000"/>
            <a:ext cx="262440" cy="13752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604" name="Google Shape;779;p5"/>
          <p:cNvSpPr/>
          <p:nvPr/>
        </p:nvSpPr>
        <p:spPr>
          <a:xfrm>
            <a:off x="-25560" y="1460520"/>
            <a:ext cx="434520" cy="261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605" name="Google Shape;780;p5"/>
          <p:cNvGraphicFramePr/>
          <p:nvPr/>
        </p:nvGraphicFramePr>
        <p:xfrm>
          <a:off x="656280" y="1941840"/>
          <a:ext cx="7363800" cy="1681920"/>
        </p:xfrm>
        <a:graphic>
          <a:graphicData uri="http://schemas.openxmlformats.org/drawingml/2006/table">
            <a:tbl>
              <a:tblPr/>
              <a:tblGrid>
                <a:gridCol w="332640"/>
                <a:gridCol w="639720"/>
                <a:gridCol w="720720"/>
                <a:gridCol w="1028520"/>
                <a:gridCol w="2338200"/>
                <a:gridCol w="2304360"/>
              </a:tblGrid>
              <a:tr h="252000">
                <a:tc>
                  <a:txBody>
                    <a:bodyPr lIns="68400" rIns="68400" anchor="ctr">
                      <a:noAutofit/>
                    </a:bodyPr>
                    <a:p>
                      <a:pPr algn="ctr">
                        <a:lnSpc>
                          <a:spcPct val="100000"/>
                        </a:lnSpc>
                        <a:buNone/>
                        <a:tabLst>
                          <a:tab algn="l" pos="0"/>
                        </a:tabLst>
                      </a:pPr>
                      <a:r>
                        <a:rPr b="0" lang="en-US" sz="800" spc="-1" strike="noStrike">
                          <a:solidFill>
                            <a:srgbClr val="ffffff"/>
                          </a:solidFill>
                          <a:latin typeface="Arial"/>
                          <a:ea typeface="Arial"/>
                        </a:rPr>
                        <a:t>No</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gn="ctr">
                        <a:lnSpc>
                          <a:spcPct val="100000"/>
                        </a:lnSpc>
                        <a:buNone/>
                        <a:tabLst>
                          <a:tab algn="l" pos="0"/>
                        </a:tabLst>
                      </a:pPr>
                      <a:r>
                        <a:rPr b="0" lang="zh-CN" sz="800" spc="-1" strike="noStrike">
                          <a:solidFill>
                            <a:srgbClr val="ffffff"/>
                          </a:solidFill>
                          <a:latin typeface="Arial"/>
                          <a:ea typeface="Arial"/>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en-US" sz="800" spc="-1" strike="noStrike">
                          <a:solidFill>
                            <a:srgbClr val="ffffff"/>
                          </a:solidFill>
                          <a:latin typeface="Arial"/>
                          <a:ea typeface="Arial"/>
                        </a:rPr>
                        <a:t>PID</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画面・機能</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機能要件</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0" lang="zh-CN" sz="800" spc="-1" strike="noStrike">
                          <a:solidFill>
                            <a:srgbClr val="ffffff"/>
                          </a:solidFill>
                          <a:latin typeface="Arial"/>
                          <a:ea typeface="Arial"/>
                        </a:rPr>
                        <a:t>詳細</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3121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9124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3229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gn="ctr">
                        <a:lnSpc>
                          <a:spcPct val="100000"/>
                        </a:lnSpc>
                        <a:buNone/>
                        <a:tabLst>
                          <a:tab algn="l" pos="0"/>
                        </a:tabLst>
                      </a:pPr>
                      <a:r>
                        <a:rPr b="0" lang="zh-CN" sz="800" spc="-1" strike="noStrike">
                          <a:solidFill>
                            <a:srgbClr val="000000"/>
                          </a:solidFill>
                          <a:latin typeface="Noto Sans JP"/>
                          <a:ea typeface="Noto Sans JP"/>
                        </a:rPr>
                        <a:t>ラッシ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p>
                      <a:pPr>
                        <a:lnSpc>
                          <a:spcPct val="100000"/>
                        </a:lnSpc>
                        <a:buNone/>
                        <a:tabLst>
                          <a:tab algn="l" pos="0"/>
                        </a:tabLst>
                      </a:pP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606"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非機能要件</a:t>
            </a:r>
            <a:endParaRPr b="0" lang="en-US" sz="800" spc="-1" strike="noStrike">
              <a:latin typeface="Arial"/>
            </a:endParaRPr>
          </a:p>
        </p:txBody>
      </p:sp>
      <p:sp>
        <p:nvSpPr>
          <p:cNvPr id="607" name="PlaceHolder 2"/>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非機能要件 </a:t>
            </a:r>
            <a:endParaRPr b="0" lang="en-US" sz="1600" spc="-1" strike="noStrike">
              <a:latin typeface="Arial"/>
            </a:endParaRPr>
          </a:p>
        </p:txBody>
      </p:sp>
      <p:sp>
        <p:nvSpPr>
          <p:cNvPr id="608" name="Google Shape;787;p6"/>
          <p:cNvSpPr/>
          <p:nvPr/>
        </p:nvSpPr>
        <p:spPr>
          <a:xfrm>
            <a:off x="432000" y="799200"/>
            <a:ext cx="8278200" cy="20520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貴社からご提供いただきました非機能要件資料をベースに一部弊社側で前提を置いております。</a:t>
            </a:r>
            <a:endParaRPr b="0" lang="en-US" sz="1000" spc="-1" strike="noStrike">
              <a:latin typeface="Arial"/>
            </a:endParaRPr>
          </a:p>
        </p:txBody>
      </p:sp>
      <p:sp>
        <p:nvSpPr>
          <p:cNvPr id="609" name="Google Shape;788;p6"/>
          <p:cNvSpPr/>
          <p:nvPr/>
        </p:nvSpPr>
        <p:spPr>
          <a:xfrm>
            <a:off x="403200" y="1072800"/>
            <a:ext cx="7499880" cy="3495240"/>
          </a:xfrm>
          <a:prstGeom prst="roundRect">
            <a:avLst>
              <a:gd name="adj" fmla="val 2784"/>
            </a:avLst>
          </a:prstGeom>
          <a:solidFill>
            <a:srgbClr val="ffffff"/>
          </a:solidFill>
          <a:ln w="9525">
            <a:solidFill>
              <a:srgbClr val="ececec"/>
            </a:solidFill>
            <a:round/>
          </a:ln>
        </p:spPr>
        <p:style>
          <a:lnRef idx="0"/>
          <a:fillRef idx="0"/>
          <a:effectRef idx="0"/>
          <a:fontRef idx="minor"/>
        </p:style>
      </p:sp>
      <p:graphicFrame>
        <p:nvGraphicFramePr>
          <p:cNvPr id="610" name="Google Shape;789;p6"/>
          <p:cNvGraphicFramePr/>
          <p:nvPr/>
        </p:nvGraphicFramePr>
        <p:xfrm>
          <a:off x="727560" y="1321560"/>
          <a:ext cx="6885720" cy="1822320"/>
        </p:xfrm>
        <a:graphic>
          <a:graphicData uri="http://schemas.openxmlformats.org/drawingml/2006/table">
            <a:tbl>
              <a:tblPr/>
              <a:tblGrid>
                <a:gridCol w="326160"/>
                <a:gridCol w="1007640"/>
                <a:gridCol w="1007640"/>
                <a:gridCol w="2290320"/>
                <a:gridCol w="2253960"/>
              </a:tblGrid>
              <a:tr h="252000">
                <a:tc>
                  <a:txBody>
                    <a:bodyPr lIns="68400" rIns="68400" anchor="ctr">
                      <a:noAutofit/>
                    </a:bodyPr>
                    <a:p>
                      <a:pPr algn="ctr">
                        <a:lnSpc>
                          <a:spcPct val="100000"/>
                        </a:lnSpc>
                        <a:buNone/>
                        <a:tabLst>
                          <a:tab algn="l" pos="0"/>
                        </a:tabLst>
                      </a:pPr>
                      <a:r>
                        <a:rPr b="1" lang="en-US" sz="800" spc="-1" strike="noStrike">
                          <a:solidFill>
                            <a:srgbClr val="ffffff"/>
                          </a:solidFill>
                          <a:latin typeface="Noto Sans JP"/>
                          <a:ea typeface="Noto Sans JP"/>
                        </a:rPr>
                        <a:t>#</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項目</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概要</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fffff"/>
                          </a:solidFill>
                          <a:latin typeface="Noto Sans JP"/>
                          <a:ea typeface="Noto Sans JP"/>
                        </a:rPr>
                        <a:t>備考</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3877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9124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520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38772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セキュリティ</a:t>
                      </a:r>
                      <a:endParaRPr b="0" lang="en-US" sz="800" spc="-1" strike="noStrike">
                        <a:latin typeface="Arial"/>
                      </a:endParaRPr>
                    </a:p>
                    <a:p>
                      <a:pPr>
                        <a:lnSpc>
                          <a:spcPct val="100000"/>
                        </a:lnSpc>
                        <a:buNone/>
                        <a:tabLst>
                          <a:tab algn="l" pos="0"/>
                        </a:tabLst>
                      </a:pP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sp>
        <p:nvSpPr>
          <p:cNvPr id="611" name="Google Shape;790;p6"/>
          <p:cNvSpPr/>
          <p:nvPr/>
        </p:nvSpPr>
        <p:spPr>
          <a:xfrm>
            <a:off x="7243200" y="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Trường hợp khách hàng không đưa ra yêu cầu non-func ngay từ đầu thì bỏ slide này</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612" name="Google Shape;795;p7"/>
          <p:cNvSpPr/>
          <p:nvPr/>
        </p:nvSpPr>
        <p:spPr>
          <a:xfrm>
            <a:off x="180000" y="1723680"/>
            <a:ext cx="8747280" cy="3012120"/>
          </a:xfrm>
          <a:prstGeom prst="roundRect">
            <a:avLst>
              <a:gd name="adj" fmla="val 4046"/>
            </a:avLst>
          </a:prstGeom>
          <a:solidFill>
            <a:srgbClr val="ffffff"/>
          </a:solidFill>
          <a:ln w="9525">
            <a:solidFill>
              <a:srgbClr val="ececec"/>
            </a:solidFill>
            <a:round/>
          </a:ln>
        </p:spPr>
        <p:style>
          <a:lnRef idx="0"/>
          <a:fillRef idx="0"/>
          <a:effectRef idx="0"/>
          <a:fontRef idx="minor"/>
        </p:style>
      </p:sp>
      <p:sp>
        <p:nvSpPr>
          <p:cNvPr id="613"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UI Mockup </a:t>
            </a:r>
            <a:r>
              <a:rPr b="1" lang="zh-CN" sz="800" spc="-1" strike="noStrike">
                <a:solidFill>
                  <a:srgbClr val="ff2200"/>
                </a:solidFill>
                <a:latin typeface="Noto Sans JP"/>
                <a:ea typeface="Noto Sans JP"/>
              </a:rPr>
              <a:t>デザイン       </a:t>
            </a:r>
            <a:r>
              <a:rPr b="1" lang="en-US" sz="800" spc="-1" strike="noStrike">
                <a:solidFill>
                  <a:srgbClr val="ff2200"/>
                </a:solidFill>
                <a:latin typeface="Noto Sans JP"/>
                <a:ea typeface="Noto Sans JP"/>
              </a:rPr>
              <a:t>BASIC TEMPLATE (PhongHBT)</a:t>
            </a:r>
            <a:endParaRPr b="0" lang="en-US" sz="800" spc="-1" strike="noStrike">
              <a:latin typeface="Arial"/>
            </a:endParaRPr>
          </a:p>
        </p:txBody>
      </p:sp>
      <p:sp>
        <p:nvSpPr>
          <p:cNvPr id="614" name="PlaceHolder 2"/>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en-US" sz="1600" spc="-1" strike="noStrike">
                <a:solidFill>
                  <a:srgbClr val="000000"/>
                </a:solidFill>
                <a:latin typeface="Noto Sans JP"/>
                <a:ea typeface="Noto Sans JP"/>
              </a:rPr>
              <a:t>UI</a:t>
            </a:r>
            <a:r>
              <a:rPr b="1" lang="zh-CN" sz="1600" spc="-1" strike="noStrike">
                <a:solidFill>
                  <a:srgbClr val="000000"/>
                </a:solidFill>
                <a:latin typeface="Noto Sans JP"/>
                <a:ea typeface="Noto Sans JP"/>
              </a:rPr>
              <a:t>デザイン　サンプル画面</a:t>
            </a:r>
            <a:endParaRPr b="0" lang="en-US" sz="1600" spc="-1" strike="noStrike">
              <a:latin typeface="Arial"/>
            </a:endParaRPr>
          </a:p>
        </p:txBody>
      </p:sp>
      <p:sp>
        <p:nvSpPr>
          <p:cNvPr id="615" name="Google Shape;798;p7"/>
          <p:cNvSpPr/>
          <p:nvPr/>
        </p:nvSpPr>
        <p:spPr>
          <a:xfrm>
            <a:off x="454680" y="796320"/>
            <a:ext cx="8437680" cy="8218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調査結果に基づき、私たちは「ブランドのコア」とコミュニケーションデザインを中心に据えて、製品全体のデザインコンセプトを構築しました。</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カラーやフォントなどの基本要素から各</a:t>
            </a:r>
            <a:r>
              <a:rPr b="0" lang="en-US" sz="1000" spc="-1" strike="noStrike">
                <a:solidFill>
                  <a:srgbClr val="3f3f3f"/>
                </a:solidFill>
                <a:latin typeface="Noto Sans JP"/>
                <a:ea typeface="Noto Sans JP"/>
              </a:rPr>
              <a:t>UI</a:t>
            </a:r>
            <a:r>
              <a:rPr b="0" lang="zh-CN" sz="1000" spc="-1" strike="noStrike">
                <a:solidFill>
                  <a:srgbClr val="3f3f3f"/>
                </a:solidFill>
                <a:latin typeface="Noto Sans JP"/>
                <a:ea typeface="Noto Sans JP"/>
              </a:rPr>
              <a:t>コンポーネントに至るまで、一貫性を重視し、ユーザビリティとユーザーのエンゲージメント向上を目指しています。</a:t>
            </a:r>
            <a:endParaRPr b="0" lang="en-US" sz="1000" spc="-1" strike="noStrike">
              <a:latin typeface="Arial"/>
            </a:endParaRPr>
          </a:p>
          <a:p>
            <a:pPr>
              <a:lnSpc>
                <a:spcPct val="135000"/>
              </a:lnSpc>
              <a:buNone/>
              <a:tabLst>
                <a:tab algn="l" pos="0"/>
              </a:tabLst>
            </a:pPr>
            <a:r>
              <a:rPr b="0" lang="zh-CN" sz="1000" spc="-1" strike="noStrike">
                <a:solidFill>
                  <a:srgbClr val="3f3f3f"/>
                </a:solidFill>
                <a:latin typeface="Noto Sans JP"/>
                <a:ea typeface="Noto Sans JP"/>
              </a:rPr>
              <a:t>製品の特性とユーザー体験を正確に反映したサンプル画面も提供いたします。</a:t>
            </a:r>
            <a:endParaRPr b="0" lang="en-US" sz="1000" spc="-1" strike="noStrike">
              <a:latin typeface="Arial"/>
            </a:endParaRPr>
          </a:p>
        </p:txBody>
      </p:sp>
      <p:sp>
        <p:nvSpPr>
          <p:cNvPr id="616" name="Google Shape;799;p7"/>
          <p:cNvSpPr/>
          <p:nvPr/>
        </p:nvSpPr>
        <p:spPr>
          <a:xfrm>
            <a:off x="450000" y="4416120"/>
            <a:ext cx="3367800" cy="1209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800" spc="-1" strike="noStrike">
                <a:solidFill>
                  <a:srgbClr val="797979"/>
                </a:solidFill>
                <a:latin typeface="Noto Sans JP"/>
                <a:ea typeface="Noto Sans JP"/>
              </a:rPr>
              <a:t>Design Comp</a:t>
            </a:r>
            <a:endParaRPr b="0" lang="en-US" sz="800" spc="-1" strike="noStrike">
              <a:latin typeface="Arial"/>
            </a:endParaRPr>
          </a:p>
        </p:txBody>
      </p:sp>
      <p:sp>
        <p:nvSpPr>
          <p:cNvPr id="617" name="Google Shape;800;p7"/>
          <p:cNvSpPr/>
          <p:nvPr/>
        </p:nvSpPr>
        <p:spPr>
          <a:xfrm>
            <a:off x="4916520" y="4416120"/>
            <a:ext cx="3367800" cy="12096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en-US" sz="800" spc="-1" strike="noStrike">
                <a:solidFill>
                  <a:srgbClr val="797979"/>
                </a:solidFill>
                <a:latin typeface="Noto Sans JP"/>
                <a:ea typeface="Noto Sans JP"/>
              </a:rPr>
              <a:t>Wireframe</a:t>
            </a:r>
            <a:endParaRPr b="0" lang="en-US" sz="800" spc="-1" strike="noStrike">
              <a:latin typeface="Arial"/>
            </a:endParaRPr>
          </a:p>
        </p:txBody>
      </p:sp>
      <p:sp>
        <p:nvSpPr>
          <p:cNvPr id="618" name="Google Shape;801;p7"/>
          <p:cNvSpPr/>
          <p:nvPr/>
        </p:nvSpPr>
        <p:spPr>
          <a:xfrm rot="21597600">
            <a:off x="450000" y="1670760"/>
            <a:ext cx="1291680" cy="189360"/>
          </a:xfrm>
          <a:prstGeom prst="roundRect">
            <a:avLst>
              <a:gd name="adj" fmla="val 50000"/>
            </a:avLst>
          </a:prstGeom>
          <a:solidFill>
            <a:srgbClr val="3f3f3f"/>
          </a:solidFill>
          <a:ln w="0">
            <a:noFill/>
          </a:ln>
        </p:spPr>
        <p:style>
          <a:lnRef idx="0"/>
          <a:fillRef idx="0"/>
          <a:effectRef idx="0"/>
          <a:fontRef idx="minor"/>
        </p:style>
        <p:txBody>
          <a:bodyPr lIns="90000" rIns="90000" tIns="133920" bIns="133920" anchor="ctr">
            <a:noAutofit/>
          </a:bodyPr>
          <a:p>
            <a:pPr algn="ctr">
              <a:lnSpc>
                <a:spcPct val="100000"/>
              </a:lnSpc>
              <a:buNone/>
              <a:tabLst>
                <a:tab algn="l" pos="0"/>
              </a:tabLst>
            </a:pPr>
            <a:r>
              <a:rPr b="1" lang="zh-CN" sz="800" spc="-1" strike="noStrike">
                <a:solidFill>
                  <a:srgbClr val="ececec"/>
                </a:solidFill>
                <a:latin typeface="Noto Sans JP"/>
                <a:ea typeface="Noto Sans JP"/>
              </a:rPr>
              <a:t>サンプル画面</a:t>
            </a:r>
            <a:endParaRPr b="0" lang="en-US" sz="800" spc="-1" strike="noStrike">
              <a:latin typeface="Arial"/>
            </a:endParaRPr>
          </a:p>
        </p:txBody>
      </p:sp>
      <p:sp>
        <p:nvSpPr>
          <p:cNvPr id="619" name="Google Shape;802;p7"/>
          <p:cNvSpPr/>
          <p:nvPr/>
        </p:nvSpPr>
        <p:spPr>
          <a:xfrm>
            <a:off x="7956360" y="92520"/>
            <a:ext cx="936000" cy="262800"/>
          </a:xfrm>
          <a:prstGeom prst="roundRect">
            <a:avLst>
              <a:gd name="adj" fmla="val 16667"/>
            </a:avLst>
          </a:prstGeom>
          <a:solidFill>
            <a:srgbClr val="f82204"/>
          </a:solidFill>
          <a:ln w="9525">
            <a:solidFill>
              <a:srgbClr val="ececec"/>
            </a:solidFill>
            <a:round/>
          </a:ln>
        </p:spPr>
        <p:style>
          <a:lnRef idx="0"/>
          <a:fillRef idx="0"/>
          <a:effectRef idx="0"/>
          <a:fontRef idx="minor"/>
        </p:style>
        <p:txBody>
          <a:bodyPr lIns="90000" rIns="90000" tIns="237600" bIns="237600" anchor="ctr">
            <a:noAutofit/>
          </a:bodyPr>
          <a:p>
            <a:pPr algn="ctr">
              <a:lnSpc>
                <a:spcPct val="100000"/>
              </a:lnSpc>
              <a:buNone/>
              <a:tabLst>
                <a:tab algn="l" pos="0"/>
              </a:tabLst>
            </a:pPr>
            <a:r>
              <a:rPr b="1" lang="zh-CN" sz="1000" spc="-1" strike="noStrike">
                <a:solidFill>
                  <a:srgbClr val="f7f7f7"/>
                </a:solidFill>
                <a:latin typeface="Arial"/>
                <a:ea typeface="Arial"/>
              </a:rPr>
              <a:t>要修正</a:t>
            </a:r>
            <a:endParaRPr b="0" lang="en-US" sz="1000" spc="-1" strike="noStrike">
              <a:latin typeface="Arial"/>
            </a:endParaRPr>
          </a:p>
        </p:txBody>
      </p:sp>
      <p:pic>
        <p:nvPicPr>
          <p:cNvPr id="620" name="Google Shape;803;p7" descr="Ảnh có chứa Phông chữ, văn bản, màu trắng, Đồ họa&#10;&#10;Nội dung do AI tạo ra có thể không chính xác."/>
          <p:cNvPicPr/>
          <p:nvPr/>
        </p:nvPicPr>
        <p:blipFill>
          <a:blip r:embed="rId1"/>
          <a:stretch/>
        </p:blipFill>
        <p:spPr>
          <a:xfrm>
            <a:off x="3013560" y="1905120"/>
            <a:ext cx="2642400" cy="26499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621" name="Google Shape;808;p8"/>
          <p:cNvSpPr/>
          <p:nvPr/>
        </p:nvSpPr>
        <p:spPr>
          <a:xfrm>
            <a:off x="307440" y="776520"/>
            <a:ext cx="8518320" cy="3943080"/>
          </a:xfrm>
          <a:prstGeom prst="roundRect">
            <a:avLst>
              <a:gd name="adj" fmla="val 2662"/>
            </a:avLst>
          </a:prstGeom>
          <a:solidFill>
            <a:srgbClr val="fbfbfb"/>
          </a:solidFill>
          <a:ln w="0">
            <a:noFill/>
          </a:ln>
        </p:spPr>
        <p:style>
          <a:lnRef idx="0"/>
          <a:fillRef idx="0"/>
          <a:effectRef idx="0"/>
          <a:fontRef idx="minor"/>
        </p:style>
      </p:sp>
      <p:sp>
        <p:nvSpPr>
          <p:cNvPr id="622"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System Overview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UI Mockup </a:t>
            </a:r>
            <a:r>
              <a:rPr b="1" lang="zh-CN" sz="800" spc="-1" strike="noStrike">
                <a:solidFill>
                  <a:srgbClr val="ff2200"/>
                </a:solidFill>
                <a:latin typeface="Noto Sans JP"/>
                <a:ea typeface="Noto Sans JP"/>
              </a:rPr>
              <a:t>デザイン       </a:t>
            </a:r>
            <a:r>
              <a:rPr b="1" lang="en-US" sz="800" spc="-1" strike="noStrike">
                <a:solidFill>
                  <a:srgbClr val="ff2200"/>
                </a:solidFill>
                <a:latin typeface="Noto Sans JP"/>
                <a:ea typeface="Noto Sans JP"/>
              </a:rPr>
              <a:t>ADVANCED TEMPLATE (PhongHBT)</a:t>
            </a:r>
            <a:endParaRPr b="0" lang="en-US" sz="800" spc="-1" strike="noStrike">
              <a:latin typeface="Arial"/>
            </a:endParaRPr>
          </a:p>
        </p:txBody>
      </p:sp>
      <p:sp>
        <p:nvSpPr>
          <p:cNvPr id="623" name="PlaceHolder 2"/>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en-US" sz="1600" spc="-1" strike="noStrike">
                <a:solidFill>
                  <a:srgbClr val="000000"/>
                </a:solidFill>
                <a:latin typeface="Noto Sans JP"/>
                <a:ea typeface="Noto Sans JP"/>
              </a:rPr>
              <a:t>UI</a:t>
            </a:r>
            <a:r>
              <a:rPr b="1" lang="zh-CN" sz="1600" spc="-1" strike="noStrike">
                <a:solidFill>
                  <a:srgbClr val="000000"/>
                </a:solidFill>
                <a:latin typeface="Noto Sans JP"/>
                <a:ea typeface="Noto Sans JP"/>
              </a:rPr>
              <a:t>デザイン　画面遷移図</a:t>
            </a:r>
            <a:endParaRPr b="0" lang="en-US" sz="1600" spc="-1" strike="noStrike">
              <a:latin typeface="Arial"/>
            </a:endParaRPr>
          </a:p>
        </p:txBody>
      </p:sp>
      <p:pic>
        <p:nvPicPr>
          <p:cNvPr id="624" name="Google Shape;811;p8" descr="Ảnh có chứa Phông chữ, văn bản, màu trắng, Đồ họa&#10;&#10;Nội dung do AI tạo ra có thể không chính xác."/>
          <p:cNvPicPr/>
          <p:nvPr/>
        </p:nvPicPr>
        <p:blipFill>
          <a:blip r:embed="rId1"/>
          <a:stretch/>
        </p:blipFill>
        <p:spPr>
          <a:xfrm>
            <a:off x="2531880" y="822960"/>
            <a:ext cx="3831120" cy="38538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Google Shape;816;p9"/>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Advantage of system introduction </a:t>
            </a:r>
            <a:endParaRPr b="0" lang="en-US" sz="2600" spc="-1" strike="noStrike">
              <a:latin typeface="Arial"/>
            </a:endParaRPr>
          </a:p>
        </p:txBody>
      </p:sp>
      <p:sp>
        <p:nvSpPr>
          <p:cNvPr id="626" name="Google Shape;817;p9"/>
          <p:cNvSpPr/>
          <p:nvPr/>
        </p:nvSpPr>
        <p:spPr>
          <a:xfrm>
            <a:off x="1188000" y="2429280"/>
            <a:ext cx="338436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latin typeface="Arial"/>
            </a:endParaRPr>
          </a:p>
        </p:txBody>
      </p:sp>
      <p:sp>
        <p:nvSpPr>
          <p:cNvPr id="627" name="Google Shape;818;p9"/>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Lợi ích/giá trị đem lại sau khi hệ thống vận hành</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Google Shape;823;p10"/>
          <p:cNvSpPr/>
          <p:nvPr/>
        </p:nvSpPr>
        <p:spPr>
          <a:xfrm flipH="1">
            <a:off x="761040" y="1460160"/>
            <a:ext cx="6480" cy="3108600"/>
          </a:xfrm>
          <a:custGeom>
            <a:avLst/>
            <a:gdLst/>
            <a:ahLst/>
            <a:rect l="l" t="t" r="r" b="b"/>
            <a:pathLst>
              <a:path w="21600" h="21600">
                <a:moveTo>
                  <a:pt x="0" y="0"/>
                </a:moveTo>
                <a:lnTo>
                  <a:pt x="21600" y="21600"/>
                </a:lnTo>
              </a:path>
            </a:pathLst>
          </a:custGeom>
          <a:noFill/>
          <a:ln w="9525">
            <a:solidFill>
              <a:srgbClr val="666666"/>
            </a:solidFill>
            <a:prstDash val="dash"/>
            <a:round/>
            <a:tailEnd len="med" type="triangle" w="med"/>
          </a:ln>
        </p:spPr>
        <p:style>
          <a:lnRef idx="0"/>
          <a:fillRef idx="0"/>
          <a:effectRef idx="0"/>
          <a:fontRef idx="minor"/>
        </p:style>
      </p:sp>
      <p:sp>
        <p:nvSpPr>
          <p:cNvPr id="629" name="Google Shape;824;p10"/>
          <p:cNvSpPr/>
          <p:nvPr/>
        </p:nvSpPr>
        <p:spPr>
          <a:xfrm>
            <a:off x="732600" y="1384560"/>
            <a:ext cx="73800" cy="73800"/>
          </a:xfrm>
          <a:prstGeom prst="ellipse">
            <a:avLst/>
          </a:prstGeom>
          <a:solidFill>
            <a:schemeClr val="lt1"/>
          </a:solidFill>
          <a:ln w="0">
            <a:noFill/>
          </a:ln>
        </p:spPr>
        <p:style>
          <a:lnRef idx="0"/>
          <a:fillRef idx="0"/>
          <a:effectRef idx="0"/>
          <a:fontRef idx="minor"/>
        </p:style>
      </p:sp>
      <p:sp>
        <p:nvSpPr>
          <p:cNvPr id="630" name="Google Shape;825;p10"/>
          <p:cNvSpPr/>
          <p:nvPr/>
        </p:nvSpPr>
        <p:spPr>
          <a:xfrm>
            <a:off x="732600" y="2207160"/>
            <a:ext cx="73800" cy="73800"/>
          </a:xfrm>
          <a:prstGeom prst="ellipse">
            <a:avLst/>
          </a:prstGeom>
          <a:solidFill>
            <a:schemeClr val="lt1"/>
          </a:solidFill>
          <a:ln w="0">
            <a:noFill/>
          </a:ln>
        </p:spPr>
        <p:style>
          <a:lnRef idx="0"/>
          <a:fillRef idx="0"/>
          <a:effectRef idx="0"/>
          <a:fontRef idx="minor"/>
        </p:style>
      </p:sp>
      <p:sp>
        <p:nvSpPr>
          <p:cNvPr id="631" name="Google Shape;826;p10"/>
          <p:cNvSpPr/>
          <p:nvPr/>
        </p:nvSpPr>
        <p:spPr>
          <a:xfrm>
            <a:off x="732600" y="3153960"/>
            <a:ext cx="73800" cy="73800"/>
          </a:xfrm>
          <a:prstGeom prst="ellipse">
            <a:avLst/>
          </a:prstGeom>
          <a:solidFill>
            <a:schemeClr val="lt1"/>
          </a:solidFill>
          <a:ln w="0">
            <a:noFill/>
          </a:ln>
        </p:spPr>
        <p:style>
          <a:lnRef idx="0"/>
          <a:fillRef idx="0"/>
          <a:effectRef idx="0"/>
          <a:fontRef idx="minor"/>
        </p:style>
      </p:sp>
      <p:sp>
        <p:nvSpPr>
          <p:cNvPr id="632" name="Google Shape;827;p10"/>
          <p:cNvSpPr/>
          <p:nvPr/>
        </p:nvSpPr>
        <p:spPr>
          <a:xfrm>
            <a:off x="721440" y="4030920"/>
            <a:ext cx="73800" cy="73800"/>
          </a:xfrm>
          <a:prstGeom prst="ellipse">
            <a:avLst/>
          </a:prstGeom>
          <a:solidFill>
            <a:schemeClr val="lt1"/>
          </a:solidFill>
          <a:ln w="0">
            <a:noFill/>
          </a:ln>
        </p:spPr>
        <p:style>
          <a:lnRef idx="0"/>
          <a:fillRef idx="0"/>
          <a:effectRef idx="0"/>
          <a:fontRef idx="minor"/>
        </p:style>
      </p:sp>
      <p:sp>
        <p:nvSpPr>
          <p:cNvPr id="633" name="Google Shape;828;p10"/>
          <p:cNvSpPr/>
          <p:nvPr/>
        </p:nvSpPr>
        <p:spPr>
          <a:xfrm>
            <a:off x="950400" y="1342440"/>
            <a:ext cx="72684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受付</a:t>
            </a:r>
            <a:endParaRPr b="0" lang="en-US" sz="1100" spc="-1" strike="noStrike">
              <a:latin typeface="Arial"/>
            </a:endParaRPr>
          </a:p>
        </p:txBody>
      </p:sp>
      <p:sp>
        <p:nvSpPr>
          <p:cNvPr id="634" name="Google Shape;829;p10"/>
          <p:cNvSpPr/>
          <p:nvPr/>
        </p:nvSpPr>
        <p:spPr>
          <a:xfrm>
            <a:off x="936720" y="3984120"/>
            <a:ext cx="75420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送付</a:t>
            </a:r>
            <a:endParaRPr b="0" lang="en-US" sz="1100" spc="-1" strike="noStrike">
              <a:latin typeface="Arial"/>
            </a:endParaRPr>
          </a:p>
        </p:txBody>
      </p:sp>
      <p:sp>
        <p:nvSpPr>
          <p:cNvPr id="635" name="Google Shape;830;p10"/>
          <p:cNvSpPr/>
          <p:nvPr/>
        </p:nvSpPr>
        <p:spPr>
          <a:xfrm>
            <a:off x="942480" y="3112200"/>
            <a:ext cx="75420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入荷</a:t>
            </a:r>
            <a:endParaRPr b="0" lang="en-US" sz="1100" spc="-1" strike="noStrike">
              <a:latin typeface="Arial"/>
            </a:endParaRPr>
          </a:p>
        </p:txBody>
      </p:sp>
      <p:sp>
        <p:nvSpPr>
          <p:cNvPr id="636" name="Google Shape;831;p10"/>
          <p:cNvSpPr/>
          <p:nvPr/>
        </p:nvSpPr>
        <p:spPr>
          <a:xfrm>
            <a:off x="450000" y="1022760"/>
            <a:ext cx="1203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637" name="Google Shape;832;p10"/>
          <p:cNvSpPr/>
          <p:nvPr/>
        </p:nvSpPr>
        <p:spPr>
          <a:xfrm>
            <a:off x="950400" y="2164680"/>
            <a:ext cx="754200" cy="16704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100" spc="-1" strike="noStrike">
                <a:solidFill>
                  <a:srgbClr val="3f3f3f"/>
                </a:solidFill>
                <a:latin typeface="Noto Sans JP"/>
                <a:ea typeface="Noto Sans JP"/>
              </a:rPr>
              <a:t>発注</a:t>
            </a:r>
            <a:endParaRPr b="0" lang="en-US" sz="1100" spc="-1" strike="noStrike">
              <a:latin typeface="Arial"/>
            </a:endParaRPr>
          </a:p>
        </p:txBody>
      </p:sp>
      <p:sp>
        <p:nvSpPr>
          <p:cNvPr id="638" name="Google Shape;833;p10"/>
          <p:cNvSpPr/>
          <p:nvPr/>
        </p:nvSpPr>
        <p:spPr>
          <a:xfrm>
            <a:off x="5860440" y="1267560"/>
            <a:ext cx="2866320" cy="77148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39" name="Google Shape;834;p10"/>
          <p:cNvGrpSpPr/>
          <p:nvPr/>
        </p:nvGrpSpPr>
        <p:grpSpPr>
          <a:xfrm>
            <a:off x="5979600" y="1361880"/>
            <a:ext cx="2214000" cy="568080"/>
            <a:chOff x="5979600" y="1361880"/>
            <a:chExt cx="2214000" cy="568080"/>
          </a:xfrm>
        </p:grpSpPr>
        <p:sp>
          <p:nvSpPr>
            <p:cNvPr id="640" name="Google Shape;835;p10"/>
            <p:cNvSpPr/>
            <p:nvPr/>
          </p:nvSpPr>
          <p:spPr>
            <a:xfrm>
              <a:off x="5979600" y="1361880"/>
              <a:ext cx="194076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新規サイトでの受付</a:t>
              </a:r>
              <a:endParaRPr b="0" lang="en-US" sz="900" spc="-1" strike="noStrike">
                <a:latin typeface="Arial"/>
              </a:endParaRPr>
            </a:p>
          </p:txBody>
        </p:sp>
        <p:sp>
          <p:nvSpPr>
            <p:cNvPr id="641" name="Google Shape;836;p10"/>
            <p:cNvSpPr/>
            <p:nvPr/>
          </p:nvSpPr>
          <p:spPr>
            <a:xfrm>
              <a:off x="5979600" y="1592640"/>
              <a:ext cx="2214000" cy="337320"/>
            </a:xfrm>
            <a:prstGeom prst="rect">
              <a:avLst/>
            </a:prstGeom>
            <a:noFill/>
            <a:ln w="0">
              <a:noFill/>
            </a:ln>
          </p:spPr>
          <p:style>
            <a:lnRef idx="0"/>
            <a:fillRef idx="0"/>
            <a:effectRef idx="0"/>
            <a:fontRef idx="minor"/>
          </p:style>
          <p:txBody>
            <a:bodyPr lIns="0" rIns="0" tIns="0" bIns="0" anchor="t">
              <a:spAutoFit/>
            </a:bodyPr>
            <a:p>
              <a:pPr marL="154800" indent="-114840">
                <a:lnSpc>
                  <a:spcPct val="100000"/>
                </a:lnSpc>
                <a:buClr>
                  <a:srgbClr val="3f3f3f"/>
                </a:buClr>
                <a:buFont typeface="Noto Sans JP"/>
                <a:buChar char="●"/>
              </a:pPr>
              <a:r>
                <a:rPr b="0" lang="zh-CN" sz="900" spc="-1" strike="noStrike">
                  <a:solidFill>
                    <a:srgbClr val="3f3f3f"/>
                  </a:solidFill>
                  <a:latin typeface="Noto Sans JP"/>
                  <a:ea typeface="Noto Sans JP"/>
                </a:rPr>
                <a:t>ワンクリックでの案件情報の作成</a:t>
              </a:r>
              <a:endParaRPr b="0" lang="en-US" sz="900" spc="-1" strike="noStrike">
                <a:latin typeface="Arial"/>
              </a:endParaRPr>
            </a:p>
            <a:p>
              <a:pPr marL="154800" indent="-114840">
                <a:lnSpc>
                  <a:spcPct val="100000"/>
                </a:lnSpc>
                <a:spcBef>
                  <a:spcPts val="499"/>
                </a:spcBef>
                <a:buClr>
                  <a:srgbClr val="3f3f3f"/>
                </a:buClr>
                <a:buFont typeface="Noto Sans JP"/>
                <a:buChar char="●"/>
              </a:pPr>
              <a:r>
                <a:rPr b="0" lang="zh-CN" sz="900" spc="-1" strike="noStrike">
                  <a:solidFill>
                    <a:srgbClr val="3f3f3f"/>
                  </a:solidFill>
                  <a:latin typeface="Noto Sans JP"/>
                  <a:ea typeface="Noto Sans JP"/>
                </a:rPr>
                <a:t>商品発注書の基本情報入力</a:t>
              </a:r>
              <a:endParaRPr b="0" lang="en-US" sz="900" spc="-1" strike="noStrike">
                <a:latin typeface="Arial"/>
              </a:endParaRPr>
            </a:p>
          </p:txBody>
        </p:sp>
      </p:grpSp>
      <p:sp>
        <p:nvSpPr>
          <p:cNvPr id="642" name="Google Shape;837;p10"/>
          <p:cNvSpPr/>
          <p:nvPr/>
        </p:nvSpPr>
        <p:spPr>
          <a:xfrm>
            <a:off x="5860440" y="4001400"/>
            <a:ext cx="2866320" cy="56772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43" name="Google Shape;838;p10"/>
          <p:cNvGrpSpPr/>
          <p:nvPr/>
        </p:nvGrpSpPr>
        <p:grpSpPr>
          <a:xfrm>
            <a:off x="5979960" y="4167720"/>
            <a:ext cx="1638000" cy="291240"/>
            <a:chOff x="5979960" y="4167720"/>
            <a:chExt cx="1638000" cy="291240"/>
          </a:xfrm>
        </p:grpSpPr>
        <p:sp>
          <p:nvSpPr>
            <p:cNvPr id="644" name="Google Shape;839;p10"/>
            <p:cNvSpPr/>
            <p:nvPr/>
          </p:nvSpPr>
          <p:spPr>
            <a:xfrm>
              <a:off x="5979960" y="4167720"/>
              <a:ext cx="15775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商品送付</a:t>
              </a:r>
              <a:endParaRPr b="0" lang="en-US" sz="900" spc="-1" strike="noStrike">
                <a:latin typeface="Arial"/>
              </a:endParaRPr>
            </a:p>
          </p:txBody>
        </p:sp>
        <p:sp>
          <p:nvSpPr>
            <p:cNvPr id="645" name="Google Shape;840;p10"/>
            <p:cNvSpPr/>
            <p:nvPr/>
          </p:nvSpPr>
          <p:spPr>
            <a:xfrm>
              <a:off x="5979960" y="4322160"/>
              <a:ext cx="16380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zh-CN" sz="900" spc="-1" strike="noStrike">
                  <a:solidFill>
                    <a:srgbClr val="3f3f3f"/>
                  </a:solidFill>
                  <a:latin typeface="Noto Sans JP"/>
                  <a:ea typeface="Noto Sans JP"/>
                </a:rPr>
                <a:t>商品ステータスの自動更新</a:t>
              </a:r>
              <a:endParaRPr b="0" lang="en-US" sz="900" spc="-1" strike="noStrike">
                <a:latin typeface="Arial"/>
              </a:endParaRPr>
            </a:p>
          </p:txBody>
        </p:sp>
      </p:grpSp>
      <p:sp>
        <p:nvSpPr>
          <p:cNvPr id="646" name="Google Shape;841;p10"/>
          <p:cNvSpPr/>
          <p:nvPr/>
        </p:nvSpPr>
        <p:spPr>
          <a:xfrm>
            <a:off x="5860440" y="3140280"/>
            <a:ext cx="2866320" cy="63720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47" name="Google Shape;842;p10"/>
          <p:cNvGrpSpPr/>
          <p:nvPr/>
        </p:nvGrpSpPr>
        <p:grpSpPr>
          <a:xfrm>
            <a:off x="5979600" y="3328560"/>
            <a:ext cx="1949760" cy="309960"/>
            <a:chOff x="5979600" y="3328560"/>
            <a:chExt cx="1949760" cy="309960"/>
          </a:xfrm>
        </p:grpSpPr>
        <p:sp>
          <p:nvSpPr>
            <p:cNvPr id="648" name="Google Shape;843;p10"/>
            <p:cNvSpPr/>
            <p:nvPr/>
          </p:nvSpPr>
          <p:spPr>
            <a:xfrm>
              <a:off x="5979600" y="3328560"/>
              <a:ext cx="187776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商品入荷</a:t>
              </a:r>
              <a:endParaRPr b="0" lang="en-US" sz="900" spc="-1" strike="noStrike">
                <a:latin typeface="Arial"/>
              </a:endParaRPr>
            </a:p>
          </p:txBody>
        </p:sp>
        <p:sp>
          <p:nvSpPr>
            <p:cNvPr id="649" name="Google Shape;844;p10"/>
            <p:cNvSpPr/>
            <p:nvPr/>
          </p:nvSpPr>
          <p:spPr>
            <a:xfrm>
              <a:off x="5979600" y="3501720"/>
              <a:ext cx="19497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en-US" sz="900" spc="-1" strike="noStrike">
                  <a:solidFill>
                    <a:srgbClr val="3f3f3f"/>
                  </a:solidFill>
                  <a:latin typeface="Noto Sans JP"/>
                  <a:ea typeface="Noto Sans JP"/>
                </a:rPr>
                <a:t>ID</a:t>
              </a:r>
              <a:r>
                <a:rPr b="0" lang="zh-CN" sz="900" spc="-1" strike="noStrike">
                  <a:solidFill>
                    <a:srgbClr val="3f3f3f"/>
                  </a:solidFill>
                  <a:latin typeface="Noto Sans JP"/>
                  <a:ea typeface="Noto Sans JP"/>
                </a:rPr>
                <a:t>により案件情報との自動紐付け</a:t>
              </a:r>
              <a:endParaRPr b="0" lang="en-US" sz="900" spc="-1" strike="noStrike">
                <a:latin typeface="Arial"/>
              </a:endParaRPr>
            </a:p>
          </p:txBody>
        </p:sp>
      </p:grpSp>
      <p:sp>
        <p:nvSpPr>
          <p:cNvPr id="650" name="Google Shape;845;p10"/>
          <p:cNvSpPr/>
          <p:nvPr/>
        </p:nvSpPr>
        <p:spPr>
          <a:xfrm>
            <a:off x="5860440" y="2260080"/>
            <a:ext cx="2866320" cy="656280"/>
          </a:xfrm>
          <a:prstGeom prst="roundRect">
            <a:avLst>
              <a:gd name="adj" fmla="val 2996"/>
            </a:avLst>
          </a:prstGeom>
          <a:solidFill>
            <a:srgbClr val="ffffff"/>
          </a:solidFill>
          <a:ln w="9525">
            <a:solidFill>
              <a:srgbClr val="ececec"/>
            </a:solidFill>
            <a:round/>
          </a:ln>
        </p:spPr>
        <p:style>
          <a:lnRef idx="0"/>
          <a:fillRef idx="0"/>
          <a:effectRef idx="0"/>
          <a:fontRef idx="minor"/>
        </p:style>
      </p:sp>
      <p:grpSp>
        <p:nvGrpSpPr>
          <p:cNvPr id="651" name="Google Shape;846;p10"/>
          <p:cNvGrpSpPr/>
          <p:nvPr/>
        </p:nvGrpSpPr>
        <p:grpSpPr>
          <a:xfrm>
            <a:off x="5979960" y="2331720"/>
            <a:ext cx="1638000" cy="315360"/>
            <a:chOff x="5979960" y="2331720"/>
            <a:chExt cx="1638000" cy="315360"/>
          </a:xfrm>
        </p:grpSpPr>
        <p:sp>
          <p:nvSpPr>
            <p:cNvPr id="652" name="Google Shape;847;p10"/>
            <p:cNvSpPr/>
            <p:nvPr/>
          </p:nvSpPr>
          <p:spPr>
            <a:xfrm>
              <a:off x="5979960" y="2331720"/>
              <a:ext cx="15775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商品発注の承認</a:t>
              </a:r>
              <a:endParaRPr b="0" lang="en-US" sz="900" spc="-1" strike="noStrike">
                <a:latin typeface="Arial"/>
              </a:endParaRPr>
            </a:p>
          </p:txBody>
        </p:sp>
        <p:sp>
          <p:nvSpPr>
            <p:cNvPr id="653" name="Google Shape;848;p10"/>
            <p:cNvSpPr/>
            <p:nvPr/>
          </p:nvSpPr>
          <p:spPr>
            <a:xfrm>
              <a:off x="5979960" y="2510280"/>
              <a:ext cx="16380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0" lang="zh-CN" sz="900" spc="-1" strike="noStrike">
                  <a:solidFill>
                    <a:srgbClr val="3f3f3f"/>
                  </a:solidFill>
                  <a:latin typeface="Noto Sans JP"/>
                  <a:ea typeface="Noto Sans JP"/>
                </a:rPr>
                <a:t>商品情報の自動紐付け</a:t>
              </a:r>
              <a:endParaRPr b="0" lang="en-US" sz="900" spc="-1" strike="noStrike">
                <a:latin typeface="Arial"/>
              </a:endParaRPr>
            </a:p>
          </p:txBody>
        </p:sp>
      </p:grpSp>
      <p:sp>
        <p:nvSpPr>
          <p:cNvPr id="654" name="Google Shape;849;p10"/>
          <p:cNvSpPr/>
          <p:nvPr/>
        </p:nvSpPr>
        <p:spPr>
          <a:xfrm>
            <a:off x="7294680" y="2040480"/>
            <a:ext cx="360" cy="2178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5" name="Google Shape;850;p10"/>
          <p:cNvSpPr/>
          <p:nvPr/>
        </p:nvSpPr>
        <p:spPr>
          <a:xfrm>
            <a:off x="7294680" y="2917800"/>
            <a:ext cx="360" cy="22068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6" name="Google Shape;851;p10"/>
          <p:cNvSpPr/>
          <p:nvPr/>
        </p:nvSpPr>
        <p:spPr>
          <a:xfrm>
            <a:off x="7294680" y="3779280"/>
            <a:ext cx="360" cy="22032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57"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システム導入後のフロー</a:t>
            </a:r>
            <a:endParaRPr b="0" lang="en-US" sz="1600" spc="-1" strike="noStrike">
              <a:latin typeface="Arial"/>
            </a:endParaRPr>
          </a:p>
        </p:txBody>
      </p:sp>
      <p:sp>
        <p:nvSpPr>
          <p:cNvPr id="658"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Advantage of system introduction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システム導入後のフロー</a:t>
            </a:r>
            <a:endParaRPr b="0" lang="en-US" sz="800" spc="-1" strike="noStrike">
              <a:latin typeface="Arial"/>
            </a:endParaRPr>
          </a:p>
        </p:txBody>
      </p:sp>
      <p:sp>
        <p:nvSpPr>
          <p:cNvPr id="659" name="Google Shape;854;p10"/>
          <p:cNvSpPr/>
          <p:nvPr/>
        </p:nvSpPr>
        <p:spPr>
          <a:xfrm>
            <a:off x="325440" y="779040"/>
            <a:ext cx="1392120" cy="309600"/>
          </a:xfrm>
          <a:prstGeom prst="roundRect">
            <a:avLst>
              <a:gd name="adj" fmla="val 16667"/>
            </a:avLst>
          </a:prstGeom>
          <a:solidFill>
            <a:srgbClr val="d9ae3b"/>
          </a:solidFill>
          <a:ln w="0">
            <a:noFill/>
          </a:ln>
        </p:spPr>
        <p:style>
          <a:lnRef idx="0"/>
          <a:fillRef idx="0"/>
          <a:effectRef idx="0"/>
          <a:fontRef idx="minor"/>
        </p:style>
      </p:sp>
      <p:sp>
        <p:nvSpPr>
          <p:cNvPr id="660" name="Google Shape;855;p10"/>
          <p:cNvSpPr/>
          <p:nvPr/>
        </p:nvSpPr>
        <p:spPr>
          <a:xfrm>
            <a:off x="450000" y="857880"/>
            <a:ext cx="111348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000" spc="-1" strike="noStrike">
                <a:solidFill>
                  <a:srgbClr val="f7f7f7"/>
                </a:solidFill>
                <a:latin typeface="Noto Sans JP"/>
                <a:ea typeface="Noto Sans JP"/>
              </a:rPr>
              <a:t>Process</a:t>
            </a:r>
            <a:endParaRPr b="0" lang="en-US" sz="1000" spc="-1" strike="noStrike">
              <a:latin typeface="Arial"/>
            </a:endParaRPr>
          </a:p>
        </p:txBody>
      </p:sp>
      <p:grpSp>
        <p:nvGrpSpPr>
          <p:cNvPr id="661" name="Google Shape;856;p10"/>
          <p:cNvGrpSpPr/>
          <p:nvPr/>
        </p:nvGrpSpPr>
        <p:grpSpPr>
          <a:xfrm>
            <a:off x="2249280" y="765360"/>
            <a:ext cx="2866320" cy="3853080"/>
            <a:chOff x="2249280" y="765360"/>
            <a:chExt cx="2866320" cy="3853080"/>
          </a:xfrm>
        </p:grpSpPr>
        <p:grpSp>
          <p:nvGrpSpPr>
            <p:cNvPr id="662" name="Google Shape;857;p10"/>
            <p:cNvGrpSpPr/>
            <p:nvPr/>
          </p:nvGrpSpPr>
          <p:grpSpPr>
            <a:xfrm>
              <a:off x="2249280" y="1687320"/>
              <a:ext cx="2866320" cy="289080"/>
              <a:chOff x="2249280" y="1687320"/>
              <a:chExt cx="2866320" cy="289080"/>
            </a:xfrm>
          </p:grpSpPr>
          <p:sp>
            <p:nvSpPr>
              <p:cNvPr id="663" name="Google Shape;858;p10"/>
              <p:cNvSpPr/>
              <p:nvPr/>
            </p:nvSpPr>
            <p:spPr>
              <a:xfrm>
                <a:off x="2249280" y="168732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64" name="Google Shape;859;p10"/>
              <p:cNvSpPr/>
              <p:nvPr/>
            </p:nvSpPr>
            <p:spPr>
              <a:xfrm>
                <a:off x="2432520" y="1775880"/>
                <a:ext cx="244440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Arial"/>
                    <a:ea typeface="Arial"/>
                  </a:rPr>
                  <a:t>案件情報の現行システム</a:t>
                </a:r>
                <a:r>
                  <a:rPr b="1" lang="en-US" sz="900" spc="-1" strike="noStrike">
                    <a:solidFill>
                      <a:srgbClr val="3f3f3f"/>
                    </a:solidFill>
                    <a:latin typeface="Arial"/>
                    <a:ea typeface="Arial"/>
                  </a:rPr>
                  <a:t>A</a:t>
                </a:r>
                <a:r>
                  <a:rPr b="1" lang="zh-CN" sz="900" spc="-1" strike="noStrike">
                    <a:solidFill>
                      <a:srgbClr val="3f3f3f"/>
                    </a:solidFill>
                    <a:latin typeface="Arial"/>
                    <a:ea typeface="Arial"/>
                  </a:rPr>
                  <a:t>への登録</a:t>
                </a:r>
                <a:endParaRPr b="0" lang="en-US" sz="900" spc="-1" strike="noStrike">
                  <a:latin typeface="Arial"/>
                </a:endParaRPr>
              </a:p>
            </p:txBody>
          </p:sp>
        </p:grpSp>
        <p:grpSp>
          <p:nvGrpSpPr>
            <p:cNvPr id="665" name="Google Shape;860;p10"/>
            <p:cNvGrpSpPr/>
            <p:nvPr/>
          </p:nvGrpSpPr>
          <p:grpSpPr>
            <a:xfrm>
              <a:off x="2249280" y="2118240"/>
              <a:ext cx="2866320" cy="289080"/>
              <a:chOff x="2249280" y="2118240"/>
              <a:chExt cx="2866320" cy="289080"/>
            </a:xfrm>
          </p:grpSpPr>
          <p:sp>
            <p:nvSpPr>
              <p:cNvPr id="666" name="Google Shape;861;p10"/>
              <p:cNvSpPr/>
              <p:nvPr/>
            </p:nvSpPr>
            <p:spPr>
              <a:xfrm>
                <a:off x="2249280" y="211824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67" name="Google Shape;862;p10"/>
              <p:cNvSpPr/>
              <p:nvPr/>
            </p:nvSpPr>
            <p:spPr>
              <a:xfrm>
                <a:off x="2432520" y="2206800"/>
                <a:ext cx="234396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商品発注書の送付（</a:t>
                </a:r>
                <a:r>
                  <a:rPr b="1" lang="en-US" sz="900" spc="-1" strike="noStrike">
                    <a:solidFill>
                      <a:srgbClr val="3f3f3f"/>
                    </a:solidFill>
                    <a:latin typeface="Noto Sans JP"/>
                    <a:ea typeface="Noto Sans JP"/>
                  </a:rPr>
                  <a:t>FAX</a:t>
                </a:r>
                <a:r>
                  <a:rPr b="1" lang="zh-CN" sz="900" spc="-1" strike="noStrike">
                    <a:solidFill>
                      <a:srgbClr val="3f3f3f"/>
                    </a:solidFill>
                    <a:latin typeface="Noto Sans JP"/>
                    <a:ea typeface="Noto Sans JP"/>
                  </a:rPr>
                  <a:t>）</a:t>
                </a:r>
                <a:endParaRPr b="0" lang="en-US" sz="900" spc="-1" strike="noStrike">
                  <a:latin typeface="Arial"/>
                </a:endParaRPr>
              </a:p>
            </p:txBody>
          </p:sp>
        </p:grpSp>
        <p:grpSp>
          <p:nvGrpSpPr>
            <p:cNvPr id="668" name="Google Shape;863;p10"/>
            <p:cNvGrpSpPr/>
            <p:nvPr/>
          </p:nvGrpSpPr>
          <p:grpSpPr>
            <a:xfrm>
              <a:off x="2249280" y="2549520"/>
              <a:ext cx="2866320" cy="289080"/>
              <a:chOff x="2249280" y="2549520"/>
              <a:chExt cx="2866320" cy="289080"/>
            </a:xfrm>
          </p:grpSpPr>
          <p:sp>
            <p:nvSpPr>
              <p:cNvPr id="669" name="Google Shape;864;p10"/>
              <p:cNvSpPr/>
              <p:nvPr/>
            </p:nvSpPr>
            <p:spPr>
              <a:xfrm>
                <a:off x="2249280" y="254952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70" name="Google Shape;865;p10"/>
              <p:cNvSpPr/>
              <p:nvPr/>
            </p:nvSpPr>
            <p:spPr>
              <a:xfrm>
                <a:off x="2432520" y="2625480"/>
                <a:ext cx="234396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商品請求書の受信と現行システム</a:t>
                </a:r>
                <a:r>
                  <a:rPr b="1" lang="en-US" sz="900" spc="-1" strike="noStrike">
                    <a:solidFill>
                      <a:srgbClr val="3f3f3f"/>
                    </a:solidFill>
                    <a:latin typeface="Noto Sans JP"/>
                    <a:ea typeface="Noto Sans JP"/>
                  </a:rPr>
                  <a:t>B</a:t>
                </a:r>
                <a:r>
                  <a:rPr b="1" lang="zh-CN" sz="900" spc="-1" strike="noStrike">
                    <a:solidFill>
                      <a:srgbClr val="3f3f3f"/>
                    </a:solidFill>
                    <a:latin typeface="Noto Sans JP"/>
                    <a:ea typeface="Noto Sans JP"/>
                  </a:rPr>
                  <a:t>への登録</a:t>
                </a:r>
                <a:endParaRPr b="0" lang="en-US" sz="900" spc="-1" strike="noStrike">
                  <a:latin typeface="Arial"/>
                </a:endParaRPr>
              </a:p>
            </p:txBody>
          </p:sp>
        </p:grpSp>
        <p:grpSp>
          <p:nvGrpSpPr>
            <p:cNvPr id="671" name="Google Shape;866;p10"/>
            <p:cNvGrpSpPr/>
            <p:nvPr/>
          </p:nvGrpSpPr>
          <p:grpSpPr>
            <a:xfrm>
              <a:off x="2249280" y="3418920"/>
              <a:ext cx="2866320" cy="289080"/>
              <a:chOff x="2249280" y="3418920"/>
              <a:chExt cx="2866320" cy="289080"/>
            </a:xfrm>
          </p:grpSpPr>
          <p:sp>
            <p:nvSpPr>
              <p:cNvPr id="672" name="Google Shape;867;p10"/>
              <p:cNvSpPr/>
              <p:nvPr/>
            </p:nvSpPr>
            <p:spPr>
              <a:xfrm>
                <a:off x="2249280" y="341892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73" name="Google Shape;868;p10"/>
              <p:cNvSpPr/>
              <p:nvPr/>
            </p:nvSpPr>
            <p:spPr>
              <a:xfrm>
                <a:off x="2432520" y="3495240"/>
                <a:ext cx="25588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案件情報と入荷情報の紐づけをシステム</a:t>
                </a:r>
                <a:r>
                  <a:rPr b="1" lang="en-US" sz="900" spc="-1" strike="noStrike">
                    <a:solidFill>
                      <a:srgbClr val="3f3f3f"/>
                    </a:solidFill>
                    <a:latin typeface="Noto Sans JP"/>
                    <a:ea typeface="Noto Sans JP"/>
                  </a:rPr>
                  <a:t>A</a:t>
                </a:r>
                <a:r>
                  <a:rPr b="1" lang="zh-CN" sz="900" spc="-1" strike="noStrike">
                    <a:solidFill>
                      <a:srgbClr val="3f3f3f"/>
                    </a:solidFill>
                    <a:latin typeface="Noto Sans JP"/>
                    <a:ea typeface="Noto Sans JP"/>
                  </a:rPr>
                  <a:t>で実施</a:t>
                </a:r>
                <a:endParaRPr b="0" lang="en-US" sz="900" spc="-1" strike="noStrike">
                  <a:latin typeface="Arial"/>
                </a:endParaRPr>
              </a:p>
            </p:txBody>
          </p:sp>
        </p:grpSp>
        <p:grpSp>
          <p:nvGrpSpPr>
            <p:cNvPr id="674" name="Google Shape;869;p10"/>
            <p:cNvGrpSpPr/>
            <p:nvPr/>
          </p:nvGrpSpPr>
          <p:grpSpPr>
            <a:xfrm>
              <a:off x="2249280" y="3881520"/>
              <a:ext cx="2866320" cy="289080"/>
              <a:chOff x="2249280" y="3881520"/>
              <a:chExt cx="2866320" cy="289080"/>
            </a:xfrm>
          </p:grpSpPr>
          <p:sp>
            <p:nvSpPr>
              <p:cNvPr id="675" name="Google Shape;870;p10"/>
              <p:cNvSpPr/>
              <p:nvPr/>
            </p:nvSpPr>
            <p:spPr>
              <a:xfrm>
                <a:off x="2249280" y="388152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76" name="Google Shape;871;p10"/>
              <p:cNvSpPr/>
              <p:nvPr/>
            </p:nvSpPr>
            <p:spPr>
              <a:xfrm>
                <a:off x="2432520" y="3970080"/>
                <a:ext cx="248724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案件情報に基づいて商品の送付</a:t>
                </a:r>
                <a:endParaRPr b="0" lang="en-US" sz="900" spc="-1" strike="noStrike">
                  <a:latin typeface="Arial"/>
                </a:endParaRPr>
              </a:p>
            </p:txBody>
          </p:sp>
        </p:grpSp>
        <p:grpSp>
          <p:nvGrpSpPr>
            <p:cNvPr id="677" name="Google Shape;872;p10"/>
            <p:cNvGrpSpPr/>
            <p:nvPr/>
          </p:nvGrpSpPr>
          <p:grpSpPr>
            <a:xfrm>
              <a:off x="2249280" y="4352040"/>
              <a:ext cx="2866320" cy="266400"/>
              <a:chOff x="2249280" y="4352040"/>
              <a:chExt cx="2866320" cy="266400"/>
            </a:xfrm>
          </p:grpSpPr>
          <p:sp>
            <p:nvSpPr>
              <p:cNvPr id="678" name="Google Shape;873;p10"/>
              <p:cNvSpPr/>
              <p:nvPr/>
            </p:nvSpPr>
            <p:spPr>
              <a:xfrm>
                <a:off x="2249280" y="4352040"/>
                <a:ext cx="2866320" cy="26640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79" name="Google Shape;874;p10"/>
              <p:cNvSpPr/>
              <p:nvPr/>
            </p:nvSpPr>
            <p:spPr>
              <a:xfrm>
                <a:off x="2432520" y="4416840"/>
                <a:ext cx="244440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システム</a:t>
                </a:r>
                <a:r>
                  <a:rPr b="1" lang="en-US" sz="900" spc="-1" strike="noStrike">
                    <a:solidFill>
                      <a:srgbClr val="3f3f3f"/>
                    </a:solidFill>
                    <a:latin typeface="Noto Sans JP"/>
                    <a:ea typeface="Noto Sans JP"/>
                  </a:rPr>
                  <a:t>C</a:t>
                </a:r>
                <a:r>
                  <a:rPr b="1" lang="zh-CN" sz="900" spc="-1" strike="noStrike">
                    <a:solidFill>
                      <a:srgbClr val="3f3f3f"/>
                    </a:solidFill>
                    <a:latin typeface="Noto Sans JP"/>
                    <a:ea typeface="Noto Sans JP"/>
                  </a:rPr>
                  <a:t>において商品ステータスを更新</a:t>
                </a:r>
                <a:endParaRPr b="0" lang="en-US" sz="900" spc="-1" strike="noStrike">
                  <a:latin typeface="Arial"/>
                </a:endParaRPr>
              </a:p>
            </p:txBody>
          </p:sp>
        </p:grpSp>
        <p:grpSp>
          <p:nvGrpSpPr>
            <p:cNvPr id="680" name="Google Shape;875;p10"/>
            <p:cNvGrpSpPr/>
            <p:nvPr/>
          </p:nvGrpSpPr>
          <p:grpSpPr>
            <a:xfrm>
              <a:off x="2249280" y="2985480"/>
              <a:ext cx="2866320" cy="289080"/>
              <a:chOff x="2249280" y="2985480"/>
              <a:chExt cx="2866320" cy="289080"/>
            </a:xfrm>
          </p:grpSpPr>
          <p:sp>
            <p:nvSpPr>
              <p:cNvPr id="681" name="Google Shape;876;p10"/>
              <p:cNvSpPr/>
              <p:nvPr/>
            </p:nvSpPr>
            <p:spPr>
              <a:xfrm>
                <a:off x="2249280" y="298548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82" name="Google Shape;877;p10"/>
              <p:cNvSpPr/>
              <p:nvPr/>
            </p:nvSpPr>
            <p:spPr>
              <a:xfrm>
                <a:off x="2432520" y="3074040"/>
                <a:ext cx="25588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商品の入荷と入荷情報の現行システム</a:t>
                </a:r>
                <a:r>
                  <a:rPr b="1" lang="en-US" sz="900" spc="-1" strike="noStrike">
                    <a:solidFill>
                      <a:srgbClr val="3f3f3f"/>
                    </a:solidFill>
                    <a:latin typeface="Noto Sans JP"/>
                    <a:ea typeface="Noto Sans JP"/>
                  </a:rPr>
                  <a:t>C</a:t>
                </a:r>
                <a:r>
                  <a:rPr b="1" lang="zh-CN" sz="900" spc="-1" strike="noStrike">
                    <a:solidFill>
                      <a:srgbClr val="3f3f3f"/>
                    </a:solidFill>
                    <a:latin typeface="Noto Sans JP"/>
                    <a:ea typeface="Noto Sans JP"/>
                  </a:rPr>
                  <a:t>への登録</a:t>
                </a:r>
                <a:endParaRPr b="0" lang="en-US" sz="900" spc="-1" strike="noStrike">
                  <a:latin typeface="Arial"/>
                </a:endParaRPr>
              </a:p>
            </p:txBody>
          </p:sp>
        </p:grpSp>
        <p:grpSp>
          <p:nvGrpSpPr>
            <p:cNvPr id="683" name="Google Shape;878;p10"/>
            <p:cNvGrpSpPr/>
            <p:nvPr/>
          </p:nvGrpSpPr>
          <p:grpSpPr>
            <a:xfrm>
              <a:off x="2249280" y="1272240"/>
              <a:ext cx="2866320" cy="289080"/>
              <a:chOff x="2249280" y="1272240"/>
              <a:chExt cx="2866320" cy="289080"/>
            </a:xfrm>
          </p:grpSpPr>
          <p:sp>
            <p:nvSpPr>
              <p:cNvPr id="684" name="Google Shape;879;p10"/>
              <p:cNvSpPr/>
              <p:nvPr/>
            </p:nvSpPr>
            <p:spPr>
              <a:xfrm>
                <a:off x="2249280" y="1272240"/>
                <a:ext cx="2866320" cy="28908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685" name="Google Shape;880;p10"/>
              <p:cNvSpPr/>
              <p:nvPr/>
            </p:nvSpPr>
            <p:spPr>
              <a:xfrm>
                <a:off x="2432520" y="1369080"/>
                <a:ext cx="187668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3f3f3f"/>
                    </a:solidFill>
                    <a:latin typeface="Noto Sans JP"/>
                    <a:ea typeface="Noto Sans JP"/>
                  </a:rPr>
                  <a:t>電話での受付</a:t>
                </a:r>
                <a:endParaRPr b="0" lang="en-US" sz="900" spc="-1" strike="noStrike">
                  <a:latin typeface="Arial"/>
                </a:endParaRPr>
              </a:p>
            </p:txBody>
          </p:sp>
        </p:grpSp>
        <p:sp>
          <p:nvSpPr>
            <p:cNvPr id="686" name="Google Shape;881;p10"/>
            <p:cNvSpPr/>
            <p:nvPr/>
          </p:nvSpPr>
          <p:spPr>
            <a:xfrm>
              <a:off x="3683160" y="1563120"/>
              <a:ext cx="360" cy="1224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87" name="Google Shape;882;p10"/>
            <p:cNvSpPr/>
            <p:nvPr/>
          </p:nvSpPr>
          <p:spPr>
            <a:xfrm>
              <a:off x="3683160" y="1978200"/>
              <a:ext cx="360" cy="13824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88" name="Google Shape;883;p10"/>
            <p:cNvSpPr/>
            <p:nvPr/>
          </p:nvSpPr>
          <p:spPr>
            <a:xfrm>
              <a:off x="3683160" y="2408760"/>
              <a:ext cx="360" cy="13860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89" name="Google Shape;884;p10"/>
            <p:cNvSpPr/>
            <p:nvPr/>
          </p:nvSpPr>
          <p:spPr>
            <a:xfrm>
              <a:off x="3683160" y="2840040"/>
              <a:ext cx="360" cy="14328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90" name="Google Shape;885;p10"/>
            <p:cNvSpPr/>
            <p:nvPr/>
          </p:nvSpPr>
          <p:spPr>
            <a:xfrm>
              <a:off x="3683160" y="3276000"/>
              <a:ext cx="360" cy="14112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91" name="Google Shape;886;p10"/>
            <p:cNvSpPr/>
            <p:nvPr/>
          </p:nvSpPr>
          <p:spPr>
            <a:xfrm>
              <a:off x="3683160" y="3709800"/>
              <a:ext cx="360" cy="17028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92" name="Google Shape;887;p10"/>
            <p:cNvSpPr/>
            <p:nvPr/>
          </p:nvSpPr>
          <p:spPr>
            <a:xfrm>
              <a:off x="3683160" y="4172400"/>
              <a:ext cx="360" cy="177840"/>
            </a:xfrm>
            <a:custGeom>
              <a:avLst/>
              <a:gdLst/>
              <a:ahLst/>
              <a:rect l="l" t="t" r="r" b="b"/>
              <a:pathLst>
                <a:path w="21600" h="21600">
                  <a:moveTo>
                    <a:pt x="0" y="0"/>
                  </a:moveTo>
                  <a:lnTo>
                    <a:pt x="21600" y="21600"/>
                  </a:lnTo>
                </a:path>
              </a:pathLst>
            </a:custGeom>
            <a:noFill/>
            <a:ln w="9525">
              <a:solidFill>
                <a:srgbClr val="929292"/>
              </a:solidFill>
              <a:round/>
            </a:ln>
          </p:spPr>
          <p:style>
            <a:lnRef idx="0"/>
            <a:fillRef idx="0"/>
            <a:effectRef idx="0"/>
            <a:fontRef idx="minor"/>
          </p:style>
        </p:sp>
        <p:sp>
          <p:nvSpPr>
            <p:cNvPr id="693" name="Google Shape;888;p10"/>
            <p:cNvSpPr/>
            <p:nvPr/>
          </p:nvSpPr>
          <p:spPr>
            <a:xfrm>
              <a:off x="2249280" y="765360"/>
              <a:ext cx="2865600" cy="309600"/>
            </a:xfrm>
            <a:prstGeom prst="roundRect">
              <a:avLst>
                <a:gd name="adj" fmla="val 16667"/>
              </a:avLst>
            </a:prstGeom>
            <a:solidFill>
              <a:srgbClr val="d9ae3b"/>
            </a:solidFill>
            <a:ln w="0">
              <a:noFill/>
            </a:ln>
          </p:spPr>
          <p:style>
            <a:lnRef idx="0"/>
            <a:fillRef idx="0"/>
            <a:effectRef idx="0"/>
            <a:fontRef idx="minor"/>
          </p:style>
        </p:sp>
        <p:sp>
          <p:nvSpPr>
            <p:cNvPr id="694" name="Google Shape;889;p10"/>
            <p:cNvSpPr/>
            <p:nvPr/>
          </p:nvSpPr>
          <p:spPr>
            <a:xfrm>
              <a:off x="2294280" y="857880"/>
              <a:ext cx="276912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000" spc="-1" strike="noStrike">
                  <a:solidFill>
                    <a:srgbClr val="f7f7f7"/>
                  </a:solidFill>
                  <a:latin typeface="Noto Sans JP"/>
                  <a:ea typeface="Noto Sans JP"/>
                </a:rPr>
                <a:t>導入前</a:t>
              </a:r>
              <a:endParaRPr b="0" lang="en-US" sz="1000" spc="-1" strike="noStrike">
                <a:latin typeface="Arial"/>
              </a:endParaRPr>
            </a:p>
          </p:txBody>
        </p:sp>
      </p:grpSp>
      <p:sp>
        <p:nvSpPr>
          <p:cNvPr id="695" name="Google Shape;890;p10"/>
          <p:cNvSpPr/>
          <p:nvPr/>
        </p:nvSpPr>
        <p:spPr>
          <a:xfrm>
            <a:off x="5860800" y="746640"/>
            <a:ext cx="2865600" cy="309600"/>
          </a:xfrm>
          <a:prstGeom prst="roundRect">
            <a:avLst>
              <a:gd name="adj" fmla="val 16667"/>
            </a:avLst>
          </a:prstGeom>
          <a:solidFill>
            <a:srgbClr val="d9ae3b"/>
          </a:solidFill>
          <a:ln w="0">
            <a:noFill/>
          </a:ln>
        </p:spPr>
        <p:style>
          <a:lnRef idx="0"/>
          <a:fillRef idx="0"/>
          <a:effectRef idx="0"/>
          <a:fontRef idx="minor"/>
        </p:style>
      </p:sp>
      <p:sp>
        <p:nvSpPr>
          <p:cNvPr id="696" name="Google Shape;891;p10"/>
          <p:cNvSpPr/>
          <p:nvPr/>
        </p:nvSpPr>
        <p:spPr>
          <a:xfrm>
            <a:off x="5856480" y="811440"/>
            <a:ext cx="2865600" cy="1519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000" spc="-1" strike="noStrike">
                <a:solidFill>
                  <a:srgbClr val="f7f7f7"/>
                </a:solidFill>
                <a:latin typeface="Noto Sans JP"/>
                <a:ea typeface="Noto Sans JP"/>
              </a:rPr>
              <a:t>導入後</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システム導入後のフロー</a:t>
            </a:r>
            <a:endParaRPr b="0" lang="en-US" sz="1600" spc="-1" strike="noStrike">
              <a:latin typeface="Arial"/>
            </a:endParaRPr>
          </a:p>
        </p:txBody>
      </p:sp>
      <p:sp>
        <p:nvSpPr>
          <p:cNvPr id="698"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Advantage of system introduction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システム導入後のフロー</a:t>
            </a:r>
            <a:endParaRPr b="0" lang="en-US" sz="800" spc="-1" strike="noStrike">
              <a:latin typeface="Arial"/>
            </a:endParaRPr>
          </a:p>
        </p:txBody>
      </p:sp>
      <p:sp>
        <p:nvSpPr>
          <p:cNvPr id="699" name="Google Shape;898;p11"/>
          <p:cNvSpPr/>
          <p:nvPr/>
        </p:nvSpPr>
        <p:spPr>
          <a:xfrm>
            <a:off x="185760" y="2984760"/>
            <a:ext cx="8806320" cy="1844640"/>
          </a:xfrm>
          <a:prstGeom prst="rect">
            <a:avLst/>
          </a:prstGeom>
          <a:solidFill>
            <a:srgbClr val="fff1ee"/>
          </a:solidFill>
          <a:ln w="0">
            <a:noFill/>
          </a:ln>
        </p:spPr>
        <p:style>
          <a:lnRef idx="0"/>
          <a:fillRef idx="0"/>
          <a:effectRef idx="0"/>
          <a:fontRef idx="minor"/>
        </p:style>
      </p:sp>
      <p:sp>
        <p:nvSpPr>
          <p:cNvPr id="700" name="Google Shape;899;p11"/>
          <p:cNvSpPr/>
          <p:nvPr/>
        </p:nvSpPr>
        <p:spPr>
          <a:xfrm>
            <a:off x="189720" y="783720"/>
            <a:ext cx="8806320" cy="1872720"/>
          </a:xfrm>
          <a:prstGeom prst="rect">
            <a:avLst/>
          </a:prstGeom>
          <a:solidFill>
            <a:srgbClr val="ffffff"/>
          </a:solidFill>
          <a:ln w="0">
            <a:noFill/>
          </a:ln>
        </p:spPr>
        <p:style>
          <a:lnRef idx="0"/>
          <a:fillRef idx="0"/>
          <a:effectRef idx="0"/>
          <a:fontRef idx="minor"/>
        </p:style>
      </p:sp>
      <p:sp>
        <p:nvSpPr>
          <p:cNvPr id="701" name="Google Shape;900;p11"/>
          <p:cNvSpPr/>
          <p:nvPr/>
        </p:nvSpPr>
        <p:spPr>
          <a:xfrm rot="21597000">
            <a:off x="450000" y="936360"/>
            <a:ext cx="1291680" cy="252000"/>
          </a:xfrm>
          <a:prstGeom prst="roundRect">
            <a:avLst>
              <a:gd name="adj" fmla="val 50000"/>
            </a:avLst>
          </a:prstGeom>
          <a:solidFill>
            <a:srgbClr val="3f3f3f"/>
          </a:solidFill>
          <a:ln w="0">
            <a:noFill/>
          </a:ln>
        </p:spPr>
        <p:style>
          <a:lnRef idx="0"/>
          <a:fillRef idx="0"/>
          <a:effectRef idx="0"/>
          <a:fontRef idx="minor"/>
        </p:style>
        <p:txBody>
          <a:bodyPr lIns="90000" rIns="90000" tIns="178560" bIns="178560" anchor="ctr">
            <a:noAutofit/>
          </a:bodyPr>
          <a:p>
            <a:pPr algn="ctr">
              <a:lnSpc>
                <a:spcPct val="100000"/>
              </a:lnSpc>
              <a:buNone/>
              <a:tabLst>
                <a:tab algn="l" pos="0"/>
              </a:tabLst>
            </a:pPr>
            <a:r>
              <a:rPr b="1" lang="zh-CN" sz="800" spc="-1" strike="noStrike">
                <a:solidFill>
                  <a:srgbClr val="ececec"/>
                </a:solidFill>
                <a:latin typeface="Noto Sans JP"/>
                <a:ea typeface="Noto Sans JP"/>
              </a:rPr>
              <a:t>導入前</a:t>
            </a:r>
            <a:endParaRPr b="0" lang="en-US" sz="800" spc="-1" strike="noStrike">
              <a:latin typeface="Arial"/>
            </a:endParaRPr>
          </a:p>
        </p:txBody>
      </p:sp>
      <p:sp>
        <p:nvSpPr>
          <p:cNvPr id="702" name="Google Shape;901;p11"/>
          <p:cNvSpPr/>
          <p:nvPr/>
        </p:nvSpPr>
        <p:spPr>
          <a:xfrm>
            <a:off x="6804360" y="3542400"/>
            <a:ext cx="1923840" cy="113508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703" name="Google Shape;902;p11"/>
          <p:cNvSpPr/>
          <p:nvPr/>
        </p:nvSpPr>
        <p:spPr>
          <a:xfrm>
            <a:off x="4690800" y="3542400"/>
            <a:ext cx="1923840" cy="113508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704" name="Google Shape;903;p11"/>
          <p:cNvSpPr/>
          <p:nvPr/>
        </p:nvSpPr>
        <p:spPr>
          <a:xfrm>
            <a:off x="2570400" y="3542400"/>
            <a:ext cx="1923840" cy="113508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705" name="Google Shape;904;p11"/>
          <p:cNvSpPr/>
          <p:nvPr/>
        </p:nvSpPr>
        <p:spPr>
          <a:xfrm>
            <a:off x="45000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電話での受付</a:t>
            </a:r>
            <a:endParaRPr b="0" lang="en-US" sz="800" spc="-1" strike="noStrike">
              <a:latin typeface="Arial"/>
            </a:endParaRPr>
          </a:p>
        </p:txBody>
      </p:sp>
      <p:sp>
        <p:nvSpPr>
          <p:cNvPr id="706" name="Google Shape;905;p11"/>
          <p:cNvSpPr/>
          <p:nvPr/>
        </p:nvSpPr>
        <p:spPr>
          <a:xfrm>
            <a:off x="150912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00000"/>
              </a:lnSpc>
              <a:buNone/>
              <a:tabLst>
                <a:tab algn="l" pos="0"/>
              </a:tabLst>
            </a:pPr>
            <a:r>
              <a:rPr b="0" lang="zh-CN" sz="800" spc="-1" strike="noStrike">
                <a:solidFill>
                  <a:srgbClr val="000000"/>
                </a:solidFill>
                <a:latin typeface="Noto Sans JP"/>
                <a:ea typeface="Noto Sans JP"/>
              </a:rPr>
              <a:t>案件情報の</a:t>
            </a:r>
            <a:br>
              <a:rPr sz="800"/>
            </a:br>
            <a:r>
              <a:rPr b="0" lang="zh-CN" sz="800" spc="-1" strike="noStrike">
                <a:solidFill>
                  <a:srgbClr val="000000"/>
                </a:solidFill>
                <a:latin typeface="Noto Sans JP"/>
                <a:ea typeface="Noto Sans JP"/>
              </a:rPr>
              <a:t>現行システム</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707" name="Google Shape;906;p11"/>
          <p:cNvSpPr/>
          <p:nvPr/>
        </p:nvSpPr>
        <p:spPr>
          <a:xfrm>
            <a:off x="256824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商品発注書の</a:t>
            </a:r>
            <a:br>
              <a:rPr sz="800"/>
            </a:br>
            <a:r>
              <a:rPr b="0" lang="zh-CN" sz="800" spc="-1" strike="noStrike">
                <a:solidFill>
                  <a:srgbClr val="000000"/>
                </a:solidFill>
                <a:latin typeface="Noto Sans JP"/>
                <a:ea typeface="Noto Sans JP"/>
              </a:rPr>
              <a:t>送付（</a:t>
            </a:r>
            <a:r>
              <a:rPr b="0" lang="en-US" sz="800" spc="-1" strike="noStrike">
                <a:solidFill>
                  <a:srgbClr val="000000"/>
                </a:solidFill>
                <a:latin typeface="Noto Sans JP"/>
                <a:ea typeface="Noto Sans JP"/>
              </a:rPr>
              <a:t>FAX</a:t>
            </a:r>
            <a:r>
              <a:rPr b="0" lang="zh-CN" sz="800" spc="-1" strike="noStrike">
                <a:solidFill>
                  <a:srgbClr val="000000"/>
                </a:solidFill>
                <a:latin typeface="Noto Sans JP"/>
                <a:ea typeface="Noto Sans JP"/>
              </a:rPr>
              <a:t>）</a:t>
            </a:r>
            <a:endParaRPr b="0" lang="en-US" sz="800" spc="-1" strike="noStrike">
              <a:latin typeface="Arial"/>
            </a:endParaRPr>
          </a:p>
        </p:txBody>
      </p:sp>
      <p:sp>
        <p:nvSpPr>
          <p:cNvPr id="708" name="Google Shape;907;p11"/>
          <p:cNvSpPr/>
          <p:nvPr/>
        </p:nvSpPr>
        <p:spPr>
          <a:xfrm>
            <a:off x="362736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商品請求書の受信と現行システム</a:t>
            </a:r>
            <a:r>
              <a:rPr b="0" lang="en-US" sz="800" spc="-1" strike="noStrike">
                <a:solidFill>
                  <a:srgbClr val="000000"/>
                </a:solidFill>
                <a:latin typeface="Noto Sans JP"/>
                <a:ea typeface="Noto Sans JP"/>
              </a:rPr>
              <a:t>B</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709" name="Google Shape;908;p11"/>
          <p:cNvSpPr/>
          <p:nvPr/>
        </p:nvSpPr>
        <p:spPr>
          <a:xfrm>
            <a:off x="468612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商品の入荷と入荷情報の現行システム</a:t>
            </a:r>
            <a:r>
              <a:rPr b="0" lang="en-US" sz="800" spc="-1" strike="noStrike">
                <a:solidFill>
                  <a:srgbClr val="000000"/>
                </a:solidFill>
                <a:latin typeface="Noto Sans JP"/>
                <a:ea typeface="Noto Sans JP"/>
              </a:rPr>
              <a:t>C</a:t>
            </a:r>
            <a:r>
              <a:rPr b="0" lang="zh-CN" sz="800" spc="-1" strike="noStrike">
                <a:solidFill>
                  <a:srgbClr val="000000"/>
                </a:solidFill>
                <a:latin typeface="Noto Sans JP"/>
                <a:ea typeface="Noto Sans JP"/>
              </a:rPr>
              <a:t>への登録</a:t>
            </a:r>
            <a:endParaRPr b="0" lang="en-US" sz="800" spc="-1" strike="noStrike">
              <a:latin typeface="Arial"/>
            </a:endParaRPr>
          </a:p>
        </p:txBody>
      </p:sp>
      <p:sp>
        <p:nvSpPr>
          <p:cNvPr id="710" name="Google Shape;909;p11"/>
          <p:cNvSpPr/>
          <p:nvPr/>
        </p:nvSpPr>
        <p:spPr>
          <a:xfrm>
            <a:off x="574524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案件情報と入荷情報の紐づけを</a:t>
            </a:r>
            <a:br>
              <a:rPr sz="800"/>
            </a:br>
            <a:r>
              <a:rPr b="0" lang="zh-CN" sz="800" spc="-1" strike="noStrike">
                <a:solidFill>
                  <a:srgbClr val="000000"/>
                </a:solidFill>
                <a:latin typeface="Noto Sans JP"/>
                <a:ea typeface="Noto Sans JP"/>
              </a:rPr>
              <a:t>システム</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で実施</a:t>
            </a:r>
            <a:endParaRPr b="0" lang="en-US" sz="800" spc="-1" strike="noStrike">
              <a:latin typeface="Arial"/>
            </a:endParaRPr>
          </a:p>
        </p:txBody>
      </p:sp>
      <p:sp>
        <p:nvSpPr>
          <p:cNvPr id="711" name="Google Shape;910;p11"/>
          <p:cNvSpPr/>
          <p:nvPr/>
        </p:nvSpPr>
        <p:spPr>
          <a:xfrm>
            <a:off x="786348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システム</a:t>
            </a:r>
            <a:r>
              <a:rPr b="0" lang="en-US" sz="800" spc="-1" strike="noStrike">
                <a:solidFill>
                  <a:srgbClr val="000000"/>
                </a:solidFill>
                <a:latin typeface="Noto Sans JP"/>
                <a:ea typeface="Noto Sans JP"/>
              </a:rPr>
              <a:t>C</a:t>
            </a:r>
            <a:r>
              <a:rPr b="0" lang="zh-CN" sz="800" spc="-1" strike="noStrike">
                <a:solidFill>
                  <a:srgbClr val="000000"/>
                </a:solidFill>
                <a:latin typeface="Noto Sans JP"/>
                <a:ea typeface="Noto Sans JP"/>
              </a:rPr>
              <a:t>において商品ステータスを更新</a:t>
            </a:r>
            <a:endParaRPr b="0" lang="en-US" sz="800" spc="-1" strike="noStrike">
              <a:latin typeface="Arial"/>
            </a:endParaRPr>
          </a:p>
        </p:txBody>
      </p:sp>
      <p:sp>
        <p:nvSpPr>
          <p:cNvPr id="712" name="Google Shape;911;p11"/>
          <p:cNvSpPr/>
          <p:nvPr/>
        </p:nvSpPr>
        <p:spPr>
          <a:xfrm>
            <a:off x="6804360" y="1369080"/>
            <a:ext cx="864720" cy="1135080"/>
          </a:xfrm>
          <a:prstGeom prst="roundRect">
            <a:avLst>
              <a:gd name="adj" fmla="val 9064"/>
            </a:avLst>
          </a:prstGeom>
          <a:solidFill>
            <a:srgbClr val="ffffff"/>
          </a:solidFill>
          <a:ln w="9525">
            <a:solidFill>
              <a:srgbClr val="ececec"/>
            </a:solidFill>
            <a:round/>
          </a:ln>
        </p:spPr>
        <p:style>
          <a:lnRef idx="0"/>
          <a:fillRef idx="0"/>
          <a:effectRef idx="0"/>
          <a:fontRef idx="minor"/>
        </p:style>
        <p:txBody>
          <a:bodyPr lIns="0" rIns="0" tIns="0" bIns="0" anchor="ctr">
            <a:noAutofit/>
          </a:bodyPr>
          <a:p>
            <a:pPr algn="ctr">
              <a:lnSpc>
                <a:spcPct val="115000"/>
              </a:lnSpc>
              <a:buNone/>
              <a:tabLst>
                <a:tab algn="l" pos="0"/>
              </a:tabLst>
            </a:pPr>
            <a:r>
              <a:rPr b="0" lang="zh-CN" sz="800" spc="-1" strike="noStrike">
                <a:solidFill>
                  <a:srgbClr val="000000"/>
                </a:solidFill>
                <a:latin typeface="Noto Sans JP"/>
                <a:ea typeface="Noto Sans JP"/>
              </a:rPr>
              <a:t>案件情報に</a:t>
            </a:r>
            <a:br>
              <a:rPr sz="800"/>
            </a:br>
            <a:r>
              <a:rPr b="0" lang="zh-CN" sz="800" spc="-1" strike="noStrike">
                <a:solidFill>
                  <a:srgbClr val="000000"/>
                </a:solidFill>
                <a:latin typeface="Noto Sans JP"/>
                <a:ea typeface="Noto Sans JP"/>
              </a:rPr>
              <a:t>基づいて</a:t>
            </a:r>
            <a:br>
              <a:rPr sz="800"/>
            </a:br>
            <a:r>
              <a:rPr b="0" lang="zh-CN" sz="800" spc="-1" strike="noStrike">
                <a:solidFill>
                  <a:srgbClr val="000000"/>
                </a:solidFill>
                <a:latin typeface="Noto Sans JP"/>
                <a:ea typeface="Noto Sans JP"/>
              </a:rPr>
              <a:t>商品の送付</a:t>
            </a:r>
            <a:endParaRPr b="0" lang="en-US" sz="800" spc="-1" strike="noStrike">
              <a:latin typeface="Arial"/>
            </a:endParaRPr>
          </a:p>
        </p:txBody>
      </p:sp>
      <p:sp>
        <p:nvSpPr>
          <p:cNvPr id="713" name="Google Shape;912;p11"/>
          <p:cNvSpPr/>
          <p:nvPr/>
        </p:nvSpPr>
        <p:spPr>
          <a:xfrm>
            <a:off x="450000" y="3542400"/>
            <a:ext cx="1923840" cy="1135080"/>
          </a:xfrm>
          <a:prstGeom prst="roundRect">
            <a:avLst>
              <a:gd name="adj" fmla="val 5179"/>
            </a:avLst>
          </a:prstGeom>
          <a:solidFill>
            <a:srgbClr val="ffffff"/>
          </a:solidFill>
          <a:ln w="9525">
            <a:solidFill>
              <a:srgbClr val="f4cccc"/>
            </a:solidFill>
            <a:round/>
          </a:ln>
        </p:spPr>
        <p:style>
          <a:lnRef idx="0"/>
          <a:fillRef idx="0"/>
          <a:effectRef idx="0"/>
          <a:fontRef idx="minor"/>
        </p:style>
      </p:sp>
      <p:sp>
        <p:nvSpPr>
          <p:cNvPr id="714" name="Google Shape;913;p11"/>
          <p:cNvSpPr/>
          <p:nvPr/>
        </p:nvSpPr>
        <p:spPr>
          <a:xfrm>
            <a:off x="131652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15" name="Google Shape;914;p11"/>
          <p:cNvSpPr/>
          <p:nvPr/>
        </p:nvSpPr>
        <p:spPr>
          <a:xfrm>
            <a:off x="237528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16" name="Google Shape;915;p11"/>
          <p:cNvSpPr/>
          <p:nvPr/>
        </p:nvSpPr>
        <p:spPr>
          <a:xfrm>
            <a:off x="343440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17" name="Google Shape;916;p11"/>
          <p:cNvSpPr/>
          <p:nvPr/>
        </p:nvSpPr>
        <p:spPr>
          <a:xfrm>
            <a:off x="555264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18" name="Google Shape;917;p11"/>
          <p:cNvSpPr/>
          <p:nvPr/>
        </p:nvSpPr>
        <p:spPr>
          <a:xfrm>
            <a:off x="661176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19" name="Google Shape;918;p11"/>
          <p:cNvSpPr/>
          <p:nvPr/>
        </p:nvSpPr>
        <p:spPr>
          <a:xfrm>
            <a:off x="767088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20" name="Google Shape;919;p11"/>
          <p:cNvSpPr/>
          <p:nvPr/>
        </p:nvSpPr>
        <p:spPr>
          <a:xfrm>
            <a:off x="4493520" y="1937520"/>
            <a:ext cx="19080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21" name="Google Shape;920;p11"/>
          <p:cNvSpPr/>
          <p:nvPr/>
        </p:nvSpPr>
        <p:spPr>
          <a:xfrm>
            <a:off x="564480" y="3776400"/>
            <a:ext cx="1694520" cy="233640"/>
          </a:xfrm>
          <a:prstGeom prst="roundRect">
            <a:avLst>
              <a:gd name="adj" fmla="val 16667"/>
            </a:avLst>
          </a:prstGeom>
          <a:noFill/>
          <a:ln w="0">
            <a:noFill/>
          </a:ln>
        </p:spPr>
        <p:style>
          <a:lnRef idx="0"/>
          <a:fillRef idx="0"/>
          <a:effectRef idx="0"/>
          <a:fontRef idx="minor"/>
        </p:style>
        <p:txBody>
          <a:bodyPr lIns="90000" rIns="90000" tIns="211680" bIns="211680" anchor="ctr">
            <a:noAutofit/>
          </a:bodyPr>
          <a:p>
            <a:pPr algn="ctr">
              <a:lnSpc>
                <a:spcPct val="100000"/>
              </a:lnSpc>
              <a:buNone/>
              <a:tabLst>
                <a:tab algn="l" pos="0"/>
              </a:tabLst>
            </a:pPr>
            <a:r>
              <a:rPr b="1" lang="zh-CN" sz="900" spc="-1" strike="noStrike">
                <a:solidFill>
                  <a:srgbClr val="ff2200"/>
                </a:solidFill>
                <a:latin typeface="Noto Sans JP"/>
                <a:ea typeface="Noto Sans JP"/>
              </a:rPr>
              <a:t>新規サイトでの受付</a:t>
            </a:r>
            <a:endParaRPr b="0" lang="en-US" sz="900" spc="-1" strike="noStrike">
              <a:latin typeface="Arial"/>
            </a:endParaRPr>
          </a:p>
        </p:txBody>
      </p:sp>
      <p:sp>
        <p:nvSpPr>
          <p:cNvPr id="722" name="Google Shape;921;p11"/>
          <p:cNvSpPr/>
          <p:nvPr/>
        </p:nvSpPr>
        <p:spPr>
          <a:xfrm>
            <a:off x="2685240" y="3776400"/>
            <a:ext cx="1694520" cy="233640"/>
          </a:xfrm>
          <a:prstGeom prst="roundRect">
            <a:avLst>
              <a:gd name="adj" fmla="val 16667"/>
            </a:avLst>
          </a:prstGeom>
          <a:noFill/>
          <a:ln w="0">
            <a:noFill/>
          </a:ln>
        </p:spPr>
        <p:style>
          <a:lnRef idx="0"/>
          <a:fillRef idx="0"/>
          <a:effectRef idx="0"/>
          <a:fontRef idx="minor"/>
        </p:style>
        <p:txBody>
          <a:bodyPr lIns="90000" rIns="90000" tIns="211680" bIns="211680" anchor="ctr">
            <a:noAutofit/>
          </a:bodyPr>
          <a:p>
            <a:pPr algn="ctr">
              <a:lnSpc>
                <a:spcPct val="100000"/>
              </a:lnSpc>
              <a:buNone/>
              <a:tabLst>
                <a:tab algn="l" pos="0"/>
              </a:tabLst>
            </a:pPr>
            <a:r>
              <a:rPr b="1" lang="zh-CN" sz="900" spc="-1" strike="noStrike">
                <a:solidFill>
                  <a:srgbClr val="ff2200"/>
                </a:solidFill>
                <a:latin typeface="Noto Sans JP"/>
                <a:ea typeface="Noto Sans JP"/>
              </a:rPr>
              <a:t>商品発注の承認</a:t>
            </a:r>
            <a:endParaRPr b="0" lang="en-US" sz="900" spc="-1" strike="noStrike">
              <a:latin typeface="Arial"/>
            </a:endParaRPr>
          </a:p>
        </p:txBody>
      </p:sp>
      <p:sp>
        <p:nvSpPr>
          <p:cNvPr id="723" name="Google Shape;922;p11"/>
          <p:cNvSpPr/>
          <p:nvPr/>
        </p:nvSpPr>
        <p:spPr>
          <a:xfrm>
            <a:off x="4805640" y="3776400"/>
            <a:ext cx="1694520" cy="233640"/>
          </a:xfrm>
          <a:prstGeom prst="roundRect">
            <a:avLst>
              <a:gd name="adj" fmla="val 16667"/>
            </a:avLst>
          </a:prstGeom>
          <a:noFill/>
          <a:ln w="0">
            <a:noFill/>
          </a:ln>
        </p:spPr>
        <p:style>
          <a:lnRef idx="0"/>
          <a:fillRef idx="0"/>
          <a:effectRef idx="0"/>
          <a:fontRef idx="minor"/>
        </p:style>
        <p:txBody>
          <a:bodyPr lIns="90000" rIns="90000" tIns="211680" bIns="211680" anchor="ctr">
            <a:noAutofit/>
          </a:bodyPr>
          <a:p>
            <a:pPr algn="ctr">
              <a:lnSpc>
                <a:spcPct val="100000"/>
              </a:lnSpc>
              <a:buNone/>
              <a:tabLst>
                <a:tab algn="l" pos="0"/>
              </a:tabLst>
            </a:pPr>
            <a:r>
              <a:rPr b="1" lang="zh-CN" sz="900" spc="-1" strike="noStrike">
                <a:solidFill>
                  <a:srgbClr val="ff2200"/>
                </a:solidFill>
                <a:latin typeface="Noto Sans JP"/>
                <a:ea typeface="Noto Sans JP"/>
              </a:rPr>
              <a:t>商品入荷</a:t>
            </a:r>
            <a:endParaRPr b="0" lang="en-US" sz="900" spc="-1" strike="noStrike">
              <a:latin typeface="Arial"/>
            </a:endParaRPr>
          </a:p>
        </p:txBody>
      </p:sp>
      <p:sp>
        <p:nvSpPr>
          <p:cNvPr id="724" name="Google Shape;923;p11"/>
          <p:cNvSpPr/>
          <p:nvPr/>
        </p:nvSpPr>
        <p:spPr>
          <a:xfrm>
            <a:off x="6918840" y="3776400"/>
            <a:ext cx="1694520" cy="233640"/>
          </a:xfrm>
          <a:prstGeom prst="roundRect">
            <a:avLst>
              <a:gd name="adj" fmla="val 16667"/>
            </a:avLst>
          </a:prstGeom>
          <a:noFill/>
          <a:ln w="0">
            <a:noFill/>
          </a:ln>
        </p:spPr>
        <p:style>
          <a:lnRef idx="0"/>
          <a:fillRef idx="0"/>
          <a:effectRef idx="0"/>
          <a:fontRef idx="minor"/>
        </p:style>
        <p:txBody>
          <a:bodyPr lIns="90000" rIns="90000" tIns="211680" bIns="211680" anchor="ctr">
            <a:noAutofit/>
          </a:bodyPr>
          <a:p>
            <a:pPr algn="ctr">
              <a:lnSpc>
                <a:spcPct val="100000"/>
              </a:lnSpc>
              <a:buNone/>
              <a:tabLst>
                <a:tab algn="l" pos="0"/>
              </a:tabLst>
            </a:pPr>
            <a:r>
              <a:rPr b="1" lang="zh-CN" sz="900" spc="-1" strike="noStrike">
                <a:solidFill>
                  <a:srgbClr val="ff2200"/>
                </a:solidFill>
                <a:latin typeface="Noto Sans JP"/>
                <a:ea typeface="Noto Sans JP"/>
              </a:rPr>
              <a:t>商品送付</a:t>
            </a:r>
            <a:endParaRPr b="0" lang="en-US" sz="900" spc="-1" strike="noStrike">
              <a:latin typeface="Arial"/>
            </a:endParaRPr>
          </a:p>
        </p:txBody>
      </p:sp>
      <p:sp>
        <p:nvSpPr>
          <p:cNvPr id="725" name="Google Shape;924;p11"/>
          <p:cNvSpPr/>
          <p:nvPr/>
        </p:nvSpPr>
        <p:spPr>
          <a:xfrm>
            <a:off x="2375640" y="4110840"/>
            <a:ext cx="20376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26" name="Google Shape;925;p11"/>
          <p:cNvSpPr/>
          <p:nvPr/>
        </p:nvSpPr>
        <p:spPr>
          <a:xfrm>
            <a:off x="6616440" y="4110840"/>
            <a:ext cx="18612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727" name="Google Shape;926;p11"/>
          <p:cNvSpPr/>
          <p:nvPr/>
        </p:nvSpPr>
        <p:spPr>
          <a:xfrm>
            <a:off x="4496040" y="4110840"/>
            <a:ext cx="192960" cy="360"/>
          </a:xfrm>
          <a:custGeom>
            <a:avLst/>
            <a:gdLst/>
            <a:ahLst/>
            <a:rect l="l" t="t" r="r" b="b"/>
            <a:pathLst>
              <a:path w="21600" h="21600">
                <a:moveTo>
                  <a:pt x="0" y="0"/>
                </a:moveTo>
                <a:lnTo>
                  <a:pt x="21600" y="21600"/>
                </a:lnTo>
              </a:path>
            </a:pathLst>
          </a:custGeom>
          <a:noFill/>
          <a:ln w="9525">
            <a:solidFill>
              <a:srgbClr val="000000"/>
            </a:solidFill>
            <a:round/>
            <a:tailEnd len="med" type="triangle" w="med"/>
          </a:ln>
        </p:spPr>
        <p:style>
          <a:lnRef idx="0"/>
          <a:fillRef idx="0"/>
          <a:effectRef idx="0"/>
          <a:fontRef idx="minor"/>
        </p:style>
      </p:sp>
      <p:sp>
        <p:nvSpPr>
          <p:cNvPr id="728" name="Google Shape;927;p11"/>
          <p:cNvSpPr/>
          <p:nvPr/>
        </p:nvSpPr>
        <p:spPr>
          <a:xfrm>
            <a:off x="564480" y="4114080"/>
            <a:ext cx="1694520" cy="306360"/>
          </a:xfrm>
          <a:prstGeom prst="rect">
            <a:avLst/>
          </a:prstGeom>
          <a:noFill/>
          <a:ln w="0">
            <a:noFill/>
          </a:ln>
        </p:spPr>
        <p:style>
          <a:lnRef idx="0"/>
          <a:fillRef idx="0"/>
          <a:effectRef idx="0"/>
          <a:fontRef idx="minor"/>
        </p:style>
        <p:txBody>
          <a:bodyPr lIns="0" rIns="0" tIns="0" bIns="0" anchor="t">
            <a:spAutoFit/>
          </a:bodyPr>
          <a:p>
            <a:pPr marL="154800" indent="-108360">
              <a:lnSpc>
                <a:spcPct val="100000"/>
              </a:lnSpc>
              <a:buClr>
                <a:srgbClr val="3f3f3f"/>
              </a:buClr>
              <a:buFont typeface="Noto Sans JP"/>
              <a:buChar char="●"/>
            </a:pPr>
            <a:r>
              <a:rPr b="0" lang="zh-CN" sz="800" spc="-1" strike="noStrike">
                <a:solidFill>
                  <a:srgbClr val="3f3f3f"/>
                </a:solidFill>
                <a:latin typeface="Noto Sans JP"/>
                <a:ea typeface="Noto Sans JP"/>
              </a:rPr>
              <a:t>ワンクリックでの案件情報の作成</a:t>
            </a:r>
            <a:endParaRPr b="0" lang="en-US" sz="800" spc="-1" strike="noStrike">
              <a:latin typeface="Arial"/>
            </a:endParaRPr>
          </a:p>
          <a:p>
            <a:pPr marL="154800" indent="-108360">
              <a:lnSpc>
                <a:spcPct val="100000"/>
              </a:lnSpc>
              <a:spcBef>
                <a:spcPts val="499"/>
              </a:spcBef>
              <a:buClr>
                <a:srgbClr val="3f3f3f"/>
              </a:buClr>
              <a:buFont typeface="Noto Sans JP"/>
              <a:buChar char="●"/>
            </a:pPr>
            <a:r>
              <a:rPr b="0" lang="zh-CN" sz="800" spc="-1" strike="noStrike">
                <a:solidFill>
                  <a:srgbClr val="3f3f3f"/>
                </a:solidFill>
                <a:latin typeface="Noto Sans JP"/>
                <a:ea typeface="Noto Sans JP"/>
              </a:rPr>
              <a:t>商品発注書の基本情報入力</a:t>
            </a:r>
            <a:endParaRPr b="0" lang="en-US" sz="800" spc="-1" strike="noStrike">
              <a:latin typeface="Arial"/>
            </a:endParaRPr>
          </a:p>
        </p:txBody>
      </p:sp>
      <p:sp>
        <p:nvSpPr>
          <p:cNvPr id="729" name="Google Shape;928;p11"/>
          <p:cNvSpPr/>
          <p:nvPr/>
        </p:nvSpPr>
        <p:spPr>
          <a:xfrm>
            <a:off x="2978280" y="4114080"/>
            <a:ext cx="110808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zh-CN" sz="800" spc="-1" strike="noStrike">
                <a:solidFill>
                  <a:srgbClr val="3f3f3f"/>
                </a:solidFill>
                <a:latin typeface="Noto Sans JP"/>
                <a:ea typeface="Noto Sans JP"/>
              </a:rPr>
              <a:t>商品情報の自動紐付け</a:t>
            </a:r>
            <a:endParaRPr b="0" lang="en-US" sz="800" spc="-1" strike="noStrike">
              <a:latin typeface="Arial"/>
            </a:endParaRPr>
          </a:p>
        </p:txBody>
      </p:sp>
      <p:sp>
        <p:nvSpPr>
          <p:cNvPr id="730" name="Google Shape;929;p11"/>
          <p:cNvSpPr/>
          <p:nvPr/>
        </p:nvSpPr>
        <p:spPr>
          <a:xfrm>
            <a:off x="4833720" y="4114080"/>
            <a:ext cx="163800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en-US" sz="800" spc="-1" strike="noStrike">
                <a:solidFill>
                  <a:srgbClr val="3f3f3f"/>
                </a:solidFill>
                <a:latin typeface="Noto Sans JP"/>
                <a:ea typeface="Noto Sans JP"/>
              </a:rPr>
              <a:t>D</a:t>
            </a:r>
            <a:r>
              <a:rPr b="0" lang="zh-CN" sz="800" spc="-1" strike="noStrike">
                <a:solidFill>
                  <a:srgbClr val="3f3f3f"/>
                </a:solidFill>
                <a:latin typeface="Noto Sans JP"/>
                <a:ea typeface="Noto Sans JP"/>
              </a:rPr>
              <a:t>により案件情報との自動紐付け</a:t>
            </a:r>
            <a:endParaRPr b="0" lang="en-US" sz="800" spc="-1" strike="noStrike">
              <a:latin typeface="Arial"/>
            </a:endParaRPr>
          </a:p>
        </p:txBody>
      </p:sp>
      <p:sp>
        <p:nvSpPr>
          <p:cNvPr id="731" name="Google Shape;930;p11"/>
          <p:cNvSpPr/>
          <p:nvPr/>
        </p:nvSpPr>
        <p:spPr>
          <a:xfrm>
            <a:off x="6947280" y="4114080"/>
            <a:ext cx="1638000" cy="12132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0" lang="zh-CN" sz="800" spc="-1" strike="noStrike">
                <a:solidFill>
                  <a:srgbClr val="3f3f3f"/>
                </a:solidFill>
                <a:latin typeface="Noto Sans JP"/>
                <a:ea typeface="Noto Sans JP"/>
              </a:rPr>
              <a:t>商品ステータスの自動更新</a:t>
            </a:r>
            <a:endParaRPr b="0" lang="en-US" sz="800" spc="-1" strike="noStrike">
              <a:latin typeface="Arial"/>
            </a:endParaRPr>
          </a:p>
        </p:txBody>
      </p:sp>
      <p:sp>
        <p:nvSpPr>
          <p:cNvPr id="732" name="Google Shape;931;p11"/>
          <p:cNvSpPr/>
          <p:nvPr/>
        </p:nvSpPr>
        <p:spPr>
          <a:xfrm rot="21597000">
            <a:off x="450000" y="3135960"/>
            <a:ext cx="1291680" cy="252000"/>
          </a:xfrm>
          <a:prstGeom prst="roundRect">
            <a:avLst>
              <a:gd name="adj" fmla="val 50000"/>
            </a:avLst>
          </a:prstGeom>
          <a:solidFill>
            <a:schemeClr val="accent1"/>
          </a:solidFill>
          <a:ln w="0">
            <a:noFill/>
          </a:ln>
        </p:spPr>
        <p:style>
          <a:lnRef idx="0"/>
          <a:fillRef idx="0"/>
          <a:effectRef idx="0"/>
          <a:fontRef idx="minor"/>
        </p:style>
        <p:txBody>
          <a:bodyPr lIns="90000" rIns="90000" tIns="178560" bIns="178560" anchor="ctr">
            <a:noAutofit/>
          </a:bodyPr>
          <a:p>
            <a:pPr algn="ctr">
              <a:lnSpc>
                <a:spcPct val="100000"/>
              </a:lnSpc>
              <a:buNone/>
              <a:tabLst>
                <a:tab algn="l" pos="0"/>
              </a:tabLst>
            </a:pPr>
            <a:r>
              <a:rPr b="1" lang="zh-CN" sz="800" spc="-1" strike="noStrike">
                <a:solidFill>
                  <a:srgbClr val="ececec"/>
                </a:solidFill>
                <a:latin typeface="Noto Sans JP"/>
                <a:ea typeface="Noto Sans JP"/>
              </a:rPr>
              <a:t>導入後</a:t>
            </a:r>
            <a:endParaRPr b="0" lang="en-US" sz="800" spc="-1" strike="noStrike">
              <a:latin typeface="Arial"/>
            </a:endParaRPr>
          </a:p>
        </p:txBody>
      </p:sp>
      <p:pic>
        <p:nvPicPr>
          <p:cNvPr id="733" name="Google Shape;932;p11" descr=""/>
          <p:cNvPicPr/>
          <p:nvPr/>
        </p:nvPicPr>
        <p:blipFill>
          <a:blip r:embed="rId1"/>
          <a:stretch/>
        </p:blipFill>
        <p:spPr>
          <a:xfrm rot="5400000">
            <a:off x="4426560" y="2579760"/>
            <a:ext cx="212400" cy="4816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latin typeface="Arial"/>
            </a:endParaRPr>
          </a:p>
        </p:txBody>
      </p:sp>
      <p:sp>
        <p:nvSpPr>
          <p:cNvPr id="735"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Advantage of system introduction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システムの導入のメリット</a:t>
            </a:r>
            <a:endParaRPr b="0" lang="en-US" sz="800" spc="-1" strike="noStrike">
              <a:latin typeface="Arial"/>
            </a:endParaRPr>
          </a:p>
        </p:txBody>
      </p:sp>
      <p:sp>
        <p:nvSpPr>
          <p:cNvPr id="736" name="PlaceHolder 3"/>
          <p:cNvSpPr>
            <a:spLocks noGrp="1"/>
          </p:cNvSpPr>
          <p:nvPr>
            <p:ph type="title"/>
          </p:nvPr>
        </p:nvSpPr>
        <p:spPr>
          <a:xfrm>
            <a:off x="450000" y="847800"/>
            <a:ext cx="8278200" cy="92952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削減されるコスト</a:t>
            </a:r>
            <a:endParaRPr b="0" lang="en-US" sz="1100" spc="-1" strike="noStrike">
              <a:latin typeface="Arial"/>
            </a:endParaRPr>
          </a:p>
        </p:txBody>
      </p:sp>
      <p:sp>
        <p:nvSpPr>
          <p:cNvPr id="737" name="Google Shape;940;p12"/>
          <p:cNvSpPr/>
          <p:nvPr/>
        </p:nvSpPr>
        <p:spPr>
          <a:xfrm>
            <a:off x="450000" y="1089720"/>
            <a:ext cx="8278200" cy="100008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作業の自動化により人的コストを削減し、入力ミスや再作業の発生も抑制されます。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また、クラウド活用によりインフラ維持費やシステム保守費用も最適化されます。</a:t>
            </a:r>
            <a:endParaRPr b="0" lang="en-US" sz="1000" spc="-1" strike="noStrike">
              <a:latin typeface="Arial"/>
            </a:endParaRPr>
          </a:p>
        </p:txBody>
      </p:sp>
      <p:sp>
        <p:nvSpPr>
          <p:cNvPr id="738" name="PlaceHolder 4"/>
          <p:cNvSpPr>
            <a:spLocks noGrp="1"/>
          </p:cNvSpPr>
          <p:nvPr>
            <p:ph type="title"/>
          </p:nvPr>
        </p:nvSpPr>
        <p:spPr>
          <a:xfrm>
            <a:off x="432000" y="2460960"/>
            <a:ext cx="8278200" cy="92952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業務効率</a:t>
            </a:r>
            <a:endParaRPr b="0" lang="en-US" sz="1100" spc="-1" strike="noStrike">
              <a:latin typeface="Arial"/>
            </a:endParaRPr>
          </a:p>
        </p:txBody>
      </p:sp>
      <p:sp>
        <p:nvSpPr>
          <p:cNvPr id="739" name="Google Shape;942;p12"/>
          <p:cNvSpPr/>
          <p:nvPr/>
        </p:nvSpPr>
        <p:spPr>
          <a:xfrm>
            <a:off x="450000" y="2703240"/>
            <a:ext cx="8278200" cy="100008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手作業の削減により処理時間が短縮され、従業員はコア業務に集中できます。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業務プロセスの標準化により、作業品質と全体の生産性が向上します。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3f3f3f"/>
                </a:solidFill>
                <a:latin typeface="Noto Sans JP"/>
                <a:ea typeface="Noto Sans JP"/>
              </a:rPr>
              <a:t>システムの導入のメリット</a:t>
            </a:r>
            <a:endParaRPr b="0" lang="en-US" sz="1600" spc="-1" strike="noStrike">
              <a:latin typeface="Arial"/>
            </a:endParaRPr>
          </a:p>
        </p:txBody>
      </p:sp>
      <p:sp>
        <p:nvSpPr>
          <p:cNvPr id="741"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Advantage of system introduction   </a:t>
            </a:r>
            <a:r>
              <a:rPr b="1" lang="zh-CN"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システムの導入のメリット</a:t>
            </a:r>
            <a:endParaRPr b="0" lang="en-US" sz="800" spc="-1" strike="noStrike">
              <a:latin typeface="Arial"/>
            </a:endParaRPr>
          </a:p>
        </p:txBody>
      </p:sp>
      <p:sp>
        <p:nvSpPr>
          <p:cNvPr id="742" name="PlaceHolder 3"/>
          <p:cNvSpPr>
            <a:spLocks noGrp="1"/>
          </p:cNvSpPr>
          <p:nvPr>
            <p:ph type="title"/>
          </p:nvPr>
        </p:nvSpPr>
        <p:spPr>
          <a:xfrm>
            <a:off x="450000" y="847800"/>
            <a:ext cx="8278200" cy="92952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向上するセキュリティ</a:t>
            </a:r>
            <a:endParaRPr b="0" lang="en-US" sz="1100" spc="-1" strike="noStrike">
              <a:latin typeface="Arial"/>
            </a:endParaRPr>
          </a:p>
        </p:txBody>
      </p:sp>
      <p:sp>
        <p:nvSpPr>
          <p:cNvPr id="743" name="Google Shape;950;p13"/>
          <p:cNvSpPr/>
          <p:nvPr/>
        </p:nvSpPr>
        <p:spPr>
          <a:xfrm>
            <a:off x="450000" y="1089720"/>
            <a:ext cx="8278200" cy="100008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ユーザー権限管理やデータ暗号化により、不正アクセスや情報漏洩リスクを低減します。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操作ログの記録により、不正行為の追跡や監査対応も強化されます。</a:t>
            </a:r>
            <a:endParaRPr b="0" lang="en-US" sz="1000" spc="-1" strike="noStrike">
              <a:latin typeface="Arial"/>
            </a:endParaRPr>
          </a:p>
        </p:txBody>
      </p:sp>
      <p:sp>
        <p:nvSpPr>
          <p:cNvPr id="744" name="PlaceHolder 4"/>
          <p:cNvSpPr>
            <a:spLocks noGrp="1"/>
          </p:cNvSpPr>
          <p:nvPr>
            <p:ph type="title"/>
          </p:nvPr>
        </p:nvSpPr>
        <p:spPr>
          <a:xfrm>
            <a:off x="432000" y="2460960"/>
            <a:ext cx="8278200" cy="929520"/>
          </a:xfrm>
          <a:prstGeom prst="rect">
            <a:avLst/>
          </a:prstGeom>
          <a:noFill/>
          <a:ln w="0">
            <a:noFill/>
          </a:ln>
        </p:spPr>
        <p:txBody>
          <a:bodyPr lIns="0" rIns="0" tIns="0" bIns="72000" anchor="t">
            <a:noAutofit/>
          </a:bodyPr>
          <a:p>
            <a:pPr>
              <a:lnSpc>
                <a:spcPct val="100000"/>
              </a:lnSpc>
              <a:buNone/>
              <a:tabLst>
                <a:tab algn="l" pos="0"/>
              </a:tabLst>
            </a:pPr>
            <a:r>
              <a:rPr b="1" lang="zh-CN" sz="1100" spc="-1" strike="noStrike">
                <a:solidFill>
                  <a:srgbClr val="000000"/>
                </a:solidFill>
                <a:latin typeface="Noto Sans JP"/>
                <a:ea typeface="Noto Sans JP"/>
              </a:rPr>
              <a:t>連携されるシステムとその効果</a:t>
            </a:r>
            <a:endParaRPr b="0" lang="en-US" sz="1100" spc="-1" strike="noStrike">
              <a:latin typeface="Arial"/>
            </a:endParaRPr>
          </a:p>
        </p:txBody>
      </p:sp>
      <p:sp>
        <p:nvSpPr>
          <p:cNvPr id="745" name="Google Shape;952;p13"/>
          <p:cNvSpPr/>
          <p:nvPr/>
        </p:nvSpPr>
        <p:spPr>
          <a:xfrm>
            <a:off x="450000" y="2703240"/>
            <a:ext cx="8278200" cy="1000080"/>
          </a:xfrm>
          <a:prstGeom prst="roundRect">
            <a:avLst>
              <a:gd name="adj" fmla="val 8261"/>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既存の会計ソフトやチャットツールなどと連携し、情報の一元管理と作業効率化を実現します。</a:t>
            </a:r>
            <a:endParaRPr b="0" lang="en-US" sz="1000" spc="-1" strike="noStrike">
              <a:latin typeface="Arial"/>
            </a:endParaRPr>
          </a:p>
          <a:p>
            <a:pPr marL="228600" indent="-158760">
              <a:lnSpc>
                <a:spcPct val="125000"/>
              </a:lnSpc>
              <a:buClr>
                <a:srgbClr val="000000"/>
              </a:buClr>
              <a:buFont typeface="Noto Sans JP"/>
              <a:buChar char="●"/>
            </a:pPr>
            <a:r>
              <a:rPr b="0" lang="zh-CN" sz="1000" spc="-1" strike="noStrike">
                <a:solidFill>
                  <a:srgbClr val="000000"/>
                </a:solidFill>
                <a:latin typeface="Noto Sans JP"/>
                <a:ea typeface="Noto Sans JP"/>
              </a:rPr>
              <a:t>リアルタイム連携により、業務スピードと意思決定の精度が向上します。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Google Shape;957;p14"/>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The essence of the proposal</a:t>
            </a:r>
            <a:endParaRPr b="0" lang="en-US" sz="2600" spc="-1" strike="noStrike">
              <a:latin typeface="Arial"/>
            </a:endParaRPr>
          </a:p>
        </p:txBody>
      </p:sp>
      <p:sp>
        <p:nvSpPr>
          <p:cNvPr id="747" name="Google Shape;958;p14"/>
          <p:cNvSpPr/>
          <p:nvPr/>
        </p:nvSpPr>
        <p:spPr>
          <a:xfrm>
            <a:off x="1188000" y="2429280"/>
            <a:ext cx="408888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434343"/>
                </a:solidFill>
                <a:latin typeface="Noto Sans JP"/>
                <a:ea typeface="Noto Sans JP"/>
              </a:rPr>
              <a:t>提案の要諦</a:t>
            </a:r>
            <a:endParaRPr b="0" lang="en-US" sz="1600" spc="-1" strike="noStrike">
              <a:latin typeface="Arial"/>
            </a:endParaRPr>
          </a:p>
        </p:txBody>
      </p:sp>
      <p:sp>
        <p:nvSpPr>
          <p:cNvPr id="748" name="Google Shape;959;p14"/>
          <p:cNvSpPr/>
          <p:nvPr/>
        </p:nvSpPr>
        <p:spPr>
          <a:xfrm>
            <a:off x="6532560" y="426960"/>
            <a:ext cx="2195640" cy="213228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Key point của đề án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Focus vào điểm khác biệt, điểm mạnh của đề án hiện tại. </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Vd: global team, gắn AI vào, phát triển agile, tối ưu chi phí vận hành,...</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Google Shape;965;p15"/>
          <p:cNvSpPr/>
          <p:nvPr/>
        </p:nvSpPr>
        <p:spPr>
          <a:xfrm>
            <a:off x="166680" y="89280"/>
            <a:ext cx="8003520" cy="516240"/>
          </a:xfrm>
          <a:prstGeom prst="rect">
            <a:avLst/>
          </a:prstGeom>
          <a:noFill/>
          <a:ln w="0">
            <a:noFill/>
          </a:ln>
        </p:spPr>
        <p:style>
          <a:lnRef idx="0"/>
          <a:fillRef idx="0"/>
          <a:effectRef idx="0"/>
          <a:fontRef idx="minor"/>
        </p:style>
      </p:sp>
      <p:sp>
        <p:nvSpPr>
          <p:cNvPr id="750"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90000"/>
              </a:lnSpc>
              <a:buNone/>
              <a:tabLst>
                <a:tab algn="l" pos="0"/>
              </a:tabLst>
            </a:pPr>
            <a:r>
              <a:rPr b="1" lang="zh-CN" sz="1600" spc="-1" strike="noStrike">
                <a:solidFill>
                  <a:srgbClr val="434343"/>
                </a:solidFill>
                <a:latin typeface="Noto Sans JP"/>
                <a:ea typeface="Noto Sans JP"/>
              </a:rPr>
              <a:t>本提案のポイント</a:t>
            </a:r>
            <a:endParaRPr b="0" lang="en-US" sz="1600" spc="-1" strike="noStrike">
              <a:latin typeface="Arial"/>
            </a:endParaRPr>
          </a:p>
        </p:txBody>
      </p:sp>
      <p:sp>
        <p:nvSpPr>
          <p:cNvPr id="751"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The essence of the proposal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提案の要諦</a:t>
            </a:r>
            <a:endParaRPr b="0" lang="en-US" sz="800" spc="-1" strike="noStrike">
              <a:latin typeface="Arial"/>
            </a:endParaRPr>
          </a:p>
        </p:txBody>
      </p:sp>
      <p:sp>
        <p:nvSpPr>
          <p:cNvPr id="752" name="Google Shape;968;p15"/>
          <p:cNvSpPr/>
          <p:nvPr/>
        </p:nvSpPr>
        <p:spPr>
          <a:xfrm>
            <a:off x="462600" y="1302480"/>
            <a:ext cx="2691360" cy="31208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53" name="Google Shape;969;p15"/>
          <p:cNvSpPr/>
          <p:nvPr/>
        </p:nvSpPr>
        <p:spPr>
          <a:xfrm>
            <a:off x="716400" y="1705680"/>
            <a:ext cx="220788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700" spc="-1" strike="noStrike">
                <a:solidFill>
                  <a:srgbClr val="ff2200"/>
                </a:solidFill>
                <a:latin typeface="Noto Sans JP"/>
                <a:ea typeface="Noto Sans JP"/>
              </a:rPr>
              <a:t>グローバル開発の活用</a:t>
            </a:r>
            <a:endParaRPr b="0" lang="en-US" sz="1700" spc="-1" strike="noStrike">
              <a:latin typeface="Arial"/>
            </a:endParaRPr>
          </a:p>
        </p:txBody>
      </p:sp>
      <p:sp>
        <p:nvSpPr>
          <p:cNvPr id="754" name="Google Shape;970;p15"/>
          <p:cNvSpPr/>
          <p:nvPr/>
        </p:nvSpPr>
        <p:spPr>
          <a:xfrm>
            <a:off x="713880" y="2435400"/>
            <a:ext cx="2184480" cy="306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ベトナムの開発チームを主体</a:t>
            </a:r>
            <a:endParaRPr b="0" lang="en-US" sz="1200" spc="-1" strike="noStrike">
              <a:latin typeface="Arial"/>
            </a:endParaRPr>
          </a:p>
          <a:p>
            <a:pPr algn="ctr">
              <a:lnSpc>
                <a:spcPct val="100000"/>
              </a:lnSpc>
              <a:buNone/>
              <a:tabLst>
                <a:tab algn="l" pos="0"/>
              </a:tabLst>
            </a:pPr>
            <a:r>
              <a:rPr b="1" lang="zh-CN" sz="1200" spc="-1" strike="noStrike">
                <a:solidFill>
                  <a:srgbClr val="3f3f3f"/>
                </a:solidFill>
                <a:latin typeface="Noto Sans JP"/>
                <a:ea typeface="Noto Sans JP"/>
              </a:rPr>
              <a:t>とした開発体制で開発を推進</a:t>
            </a:r>
            <a:endParaRPr b="0" lang="en-US" sz="1200" spc="-1" strike="noStrike">
              <a:latin typeface="Arial"/>
            </a:endParaRPr>
          </a:p>
        </p:txBody>
      </p:sp>
      <p:sp>
        <p:nvSpPr>
          <p:cNvPr id="755" name="Google Shape;971;p15"/>
          <p:cNvSpPr/>
          <p:nvPr/>
        </p:nvSpPr>
        <p:spPr>
          <a:xfrm>
            <a:off x="692640" y="3173040"/>
            <a:ext cx="2207880" cy="69948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zh-CN" sz="1000" spc="-1" strike="noStrike">
                <a:solidFill>
                  <a:srgbClr val="3f3f3f"/>
                </a:solidFill>
                <a:latin typeface="Noto Sans JP"/>
                <a:ea typeface="Noto Sans JP"/>
              </a:rPr>
              <a:t>日本、ベトナムの開発チームが貴社とワンチームで開発を進めることで、貴社の事業推進のスピード向上に貢献します。</a:t>
            </a:r>
            <a:endParaRPr b="0" lang="en-US" sz="1000" spc="-1" strike="noStrike">
              <a:latin typeface="Arial"/>
            </a:endParaRPr>
          </a:p>
        </p:txBody>
      </p:sp>
      <p:sp>
        <p:nvSpPr>
          <p:cNvPr id="756" name="Google Shape;972;p15"/>
          <p:cNvSpPr/>
          <p:nvPr/>
        </p:nvSpPr>
        <p:spPr>
          <a:xfrm>
            <a:off x="703440" y="29952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57" name="Google Shape;973;p15"/>
          <p:cNvSpPr/>
          <p:nvPr/>
        </p:nvSpPr>
        <p:spPr>
          <a:xfrm>
            <a:off x="691560" y="219744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58" name="Google Shape;974;p15"/>
          <p:cNvSpPr/>
          <p:nvPr/>
        </p:nvSpPr>
        <p:spPr>
          <a:xfrm>
            <a:off x="3246120" y="1302480"/>
            <a:ext cx="2691360" cy="31208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59" name="Google Shape;975;p15"/>
          <p:cNvSpPr/>
          <p:nvPr/>
        </p:nvSpPr>
        <p:spPr>
          <a:xfrm>
            <a:off x="3512520" y="1705680"/>
            <a:ext cx="220788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700" spc="-1" strike="noStrike">
                <a:solidFill>
                  <a:srgbClr val="ff2200"/>
                </a:solidFill>
                <a:latin typeface="Noto Sans JP"/>
                <a:ea typeface="Noto Sans JP"/>
              </a:rPr>
              <a:t>アジャイル開発</a:t>
            </a:r>
            <a:endParaRPr b="0" lang="en-US" sz="1700" spc="-1" strike="noStrike">
              <a:latin typeface="Arial"/>
            </a:endParaRPr>
          </a:p>
        </p:txBody>
      </p:sp>
      <p:sp>
        <p:nvSpPr>
          <p:cNvPr id="760" name="Google Shape;976;p15"/>
          <p:cNvSpPr/>
          <p:nvPr/>
        </p:nvSpPr>
        <p:spPr>
          <a:xfrm>
            <a:off x="3427200" y="2435400"/>
            <a:ext cx="2329560" cy="306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アジャイル開発で最短</a:t>
            </a:r>
            <a:r>
              <a:rPr b="1" lang="en-US" sz="1200" spc="-1" strike="noStrike">
                <a:solidFill>
                  <a:srgbClr val="3f3f3f"/>
                </a:solidFill>
                <a:latin typeface="Noto Sans JP"/>
                <a:ea typeface="Noto Sans JP"/>
              </a:rPr>
              <a:t>5</a:t>
            </a:r>
            <a:r>
              <a:rPr b="1" lang="zh-CN" sz="1200" spc="-1" strike="noStrike">
                <a:solidFill>
                  <a:srgbClr val="3f3f3f"/>
                </a:solidFill>
                <a:latin typeface="Noto Sans JP"/>
                <a:ea typeface="Noto Sans JP"/>
              </a:rPr>
              <a:t>ヶ月の</a:t>
            </a:r>
            <a:br>
              <a:rPr sz="1200"/>
            </a:br>
            <a:r>
              <a:rPr b="1" lang="zh-CN" sz="1200" spc="-1" strike="noStrike">
                <a:solidFill>
                  <a:srgbClr val="3f3f3f"/>
                </a:solidFill>
                <a:latin typeface="Noto Sans JP"/>
                <a:ea typeface="Noto Sans JP"/>
              </a:rPr>
              <a:t>スピード導入を実現</a:t>
            </a:r>
            <a:endParaRPr b="0" lang="en-US" sz="1200" spc="-1" strike="noStrike">
              <a:latin typeface="Arial"/>
            </a:endParaRPr>
          </a:p>
        </p:txBody>
      </p:sp>
      <p:sp>
        <p:nvSpPr>
          <p:cNvPr id="761" name="Google Shape;977;p15"/>
          <p:cNvSpPr/>
          <p:nvPr/>
        </p:nvSpPr>
        <p:spPr>
          <a:xfrm>
            <a:off x="3488760" y="3173040"/>
            <a:ext cx="2207880" cy="69948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版のアップデートおよび</a:t>
            </a: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版の新規リリースを最短</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ヶ月で対応可能なアジャイル開発手法を採用し、課題解決に対して柔軟に対応します。</a:t>
            </a:r>
            <a:endParaRPr b="0" lang="en-US" sz="1000" spc="-1" strike="noStrike">
              <a:latin typeface="Arial"/>
            </a:endParaRPr>
          </a:p>
        </p:txBody>
      </p:sp>
      <p:sp>
        <p:nvSpPr>
          <p:cNvPr id="762" name="Google Shape;978;p15"/>
          <p:cNvSpPr/>
          <p:nvPr/>
        </p:nvSpPr>
        <p:spPr>
          <a:xfrm>
            <a:off x="3499560" y="29952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63" name="Google Shape;979;p15"/>
          <p:cNvSpPr/>
          <p:nvPr/>
        </p:nvSpPr>
        <p:spPr>
          <a:xfrm>
            <a:off x="3487680" y="219744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64" name="Google Shape;980;p15"/>
          <p:cNvSpPr/>
          <p:nvPr/>
        </p:nvSpPr>
        <p:spPr>
          <a:xfrm>
            <a:off x="6030000" y="1302480"/>
            <a:ext cx="2691360" cy="31208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65" name="Google Shape;981;p15"/>
          <p:cNvSpPr/>
          <p:nvPr/>
        </p:nvSpPr>
        <p:spPr>
          <a:xfrm>
            <a:off x="6174360" y="1705680"/>
            <a:ext cx="2446560" cy="2588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700" spc="-1" strike="noStrike">
                <a:solidFill>
                  <a:srgbClr val="ff2200"/>
                </a:solidFill>
                <a:latin typeface="Noto Sans JP"/>
                <a:ea typeface="Noto Sans JP"/>
              </a:rPr>
              <a:t>AI</a:t>
            </a:r>
            <a:r>
              <a:rPr b="1" lang="zh-CN" sz="1700" spc="-1" strike="noStrike">
                <a:solidFill>
                  <a:srgbClr val="ff2200"/>
                </a:solidFill>
                <a:latin typeface="Noto Sans JP"/>
                <a:ea typeface="Noto Sans JP"/>
              </a:rPr>
              <a:t>開発効率化</a:t>
            </a:r>
            <a:endParaRPr b="0" lang="en-US" sz="1700" spc="-1" strike="noStrike">
              <a:latin typeface="Arial"/>
            </a:endParaRPr>
          </a:p>
        </p:txBody>
      </p:sp>
      <p:sp>
        <p:nvSpPr>
          <p:cNvPr id="766" name="Google Shape;982;p15"/>
          <p:cNvSpPr/>
          <p:nvPr/>
        </p:nvSpPr>
        <p:spPr>
          <a:xfrm>
            <a:off x="6130440" y="2435400"/>
            <a:ext cx="2490480" cy="30600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200" spc="-1" strike="noStrike">
                <a:solidFill>
                  <a:srgbClr val="3f3f3f"/>
                </a:solidFill>
                <a:latin typeface="Noto Sans JP"/>
                <a:ea typeface="Noto Sans JP"/>
              </a:rPr>
              <a:t>豊富な開発実績による</a:t>
            </a:r>
            <a:endParaRPr b="0" lang="en-US" sz="1200" spc="-1" strike="noStrike">
              <a:latin typeface="Arial"/>
            </a:endParaRPr>
          </a:p>
          <a:p>
            <a:pPr algn="ctr">
              <a:lnSpc>
                <a:spcPct val="100000"/>
              </a:lnSpc>
              <a:buNone/>
              <a:tabLst>
                <a:tab algn="l" pos="0"/>
              </a:tabLst>
            </a:pPr>
            <a:r>
              <a:rPr b="1" lang="en-US" sz="1200" spc="-1" strike="noStrike">
                <a:solidFill>
                  <a:srgbClr val="3f3f3f"/>
                </a:solidFill>
                <a:latin typeface="Noto Sans JP"/>
                <a:ea typeface="Noto Sans JP"/>
              </a:rPr>
              <a:t>QCD</a:t>
            </a:r>
            <a:r>
              <a:rPr b="1" lang="zh-CN" sz="1200" spc="-1" strike="noStrike">
                <a:solidFill>
                  <a:srgbClr val="3f3f3f"/>
                </a:solidFill>
                <a:latin typeface="Noto Sans JP"/>
                <a:ea typeface="Noto Sans JP"/>
              </a:rPr>
              <a:t>の担保を実現</a:t>
            </a:r>
            <a:endParaRPr b="0" lang="en-US" sz="1200" spc="-1" strike="noStrike">
              <a:latin typeface="Arial"/>
            </a:endParaRPr>
          </a:p>
        </p:txBody>
      </p:sp>
      <p:sp>
        <p:nvSpPr>
          <p:cNvPr id="767" name="Google Shape;983;p15"/>
          <p:cNvSpPr/>
          <p:nvPr/>
        </p:nvSpPr>
        <p:spPr>
          <a:xfrm>
            <a:off x="6272640" y="3173040"/>
            <a:ext cx="2207880" cy="87444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a:t>
            </a:r>
            <a:br>
              <a:rPr sz="1000"/>
            </a:br>
            <a:r>
              <a:rPr b="0" lang="zh-CN" sz="1000" spc="-1" strike="noStrike">
                <a:solidFill>
                  <a:srgbClr val="3f3f3f"/>
                </a:solidFill>
                <a:latin typeface="Noto Sans JP"/>
                <a:ea typeface="Noto Sans JP"/>
              </a:rPr>
              <a:t>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担保が可能です。</a:t>
            </a:r>
            <a:endParaRPr b="0" lang="en-US" sz="1000" spc="-1" strike="noStrike">
              <a:latin typeface="Arial"/>
            </a:endParaRPr>
          </a:p>
        </p:txBody>
      </p:sp>
      <p:sp>
        <p:nvSpPr>
          <p:cNvPr id="768" name="Google Shape;984;p15"/>
          <p:cNvSpPr/>
          <p:nvPr/>
        </p:nvSpPr>
        <p:spPr>
          <a:xfrm>
            <a:off x="6283440" y="29952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69" name="Google Shape;985;p15"/>
          <p:cNvSpPr/>
          <p:nvPr/>
        </p:nvSpPr>
        <p:spPr>
          <a:xfrm>
            <a:off x="6271560" y="219744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70" name="Google Shape;986;p15"/>
          <p:cNvSpPr/>
          <p:nvPr/>
        </p:nvSpPr>
        <p:spPr>
          <a:xfrm>
            <a:off x="1548000" y="1077840"/>
            <a:ext cx="471960" cy="471960"/>
          </a:xfrm>
          <a:prstGeom prst="ellipse">
            <a:avLst/>
          </a:prstGeom>
          <a:solidFill>
            <a:srgbClr val="ffffff"/>
          </a:solidFill>
          <a:ln w="9525">
            <a:solidFill>
              <a:srgbClr val="efefef"/>
            </a:solidFill>
            <a:round/>
          </a:ln>
        </p:spPr>
        <p:style>
          <a:lnRef idx="0"/>
          <a:fillRef idx="0"/>
          <a:effectRef idx="0"/>
          <a:fontRef idx="minor"/>
        </p:style>
      </p:sp>
      <p:sp>
        <p:nvSpPr>
          <p:cNvPr id="771" name="Google Shape;987;p15"/>
          <p:cNvSpPr/>
          <p:nvPr/>
        </p:nvSpPr>
        <p:spPr>
          <a:xfrm>
            <a:off x="1479960" y="1160640"/>
            <a:ext cx="60768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01</a:t>
            </a:r>
            <a:endParaRPr b="0" lang="en-US" sz="2000" spc="-1" strike="noStrike">
              <a:latin typeface="Arial"/>
            </a:endParaRPr>
          </a:p>
        </p:txBody>
      </p:sp>
      <p:sp>
        <p:nvSpPr>
          <p:cNvPr id="772" name="Google Shape;988;p15"/>
          <p:cNvSpPr/>
          <p:nvPr/>
        </p:nvSpPr>
        <p:spPr>
          <a:xfrm>
            <a:off x="4380480" y="1077840"/>
            <a:ext cx="471960" cy="471960"/>
          </a:xfrm>
          <a:prstGeom prst="ellipse">
            <a:avLst/>
          </a:prstGeom>
          <a:solidFill>
            <a:srgbClr val="ffffff"/>
          </a:solidFill>
          <a:ln w="9525">
            <a:solidFill>
              <a:srgbClr val="efefef"/>
            </a:solidFill>
            <a:round/>
          </a:ln>
        </p:spPr>
        <p:style>
          <a:lnRef idx="0"/>
          <a:fillRef idx="0"/>
          <a:effectRef idx="0"/>
          <a:fontRef idx="minor"/>
        </p:style>
      </p:sp>
      <p:sp>
        <p:nvSpPr>
          <p:cNvPr id="773" name="Google Shape;989;p15"/>
          <p:cNvSpPr/>
          <p:nvPr/>
        </p:nvSpPr>
        <p:spPr>
          <a:xfrm>
            <a:off x="4119480" y="1160640"/>
            <a:ext cx="94428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02</a:t>
            </a:r>
            <a:endParaRPr b="0" lang="en-US" sz="2000" spc="-1" strike="noStrike">
              <a:latin typeface="Arial"/>
            </a:endParaRPr>
          </a:p>
        </p:txBody>
      </p:sp>
      <p:sp>
        <p:nvSpPr>
          <p:cNvPr id="774" name="Google Shape;990;p15"/>
          <p:cNvSpPr/>
          <p:nvPr/>
        </p:nvSpPr>
        <p:spPr>
          <a:xfrm>
            <a:off x="7139520" y="1077840"/>
            <a:ext cx="471960" cy="471960"/>
          </a:xfrm>
          <a:prstGeom prst="ellipse">
            <a:avLst/>
          </a:prstGeom>
          <a:solidFill>
            <a:srgbClr val="ffffff"/>
          </a:solidFill>
          <a:ln w="9525">
            <a:solidFill>
              <a:srgbClr val="efefef"/>
            </a:solidFill>
            <a:round/>
          </a:ln>
        </p:spPr>
        <p:style>
          <a:lnRef idx="0"/>
          <a:fillRef idx="0"/>
          <a:effectRef idx="0"/>
          <a:fontRef idx="minor"/>
        </p:style>
      </p:sp>
      <p:sp>
        <p:nvSpPr>
          <p:cNvPr id="775" name="Google Shape;991;p15"/>
          <p:cNvSpPr/>
          <p:nvPr/>
        </p:nvSpPr>
        <p:spPr>
          <a:xfrm>
            <a:off x="6801840" y="1160640"/>
            <a:ext cx="114768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03</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Google Shape;997;p16"/>
          <p:cNvSpPr/>
          <p:nvPr/>
        </p:nvSpPr>
        <p:spPr>
          <a:xfrm>
            <a:off x="166680" y="89280"/>
            <a:ext cx="8003520" cy="516240"/>
          </a:xfrm>
          <a:prstGeom prst="rect">
            <a:avLst/>
          </a:prstGeom>
          <a:noFill/>
          <a:ln w="0">
            <a:noFill/>
          </a:ln>
        </p:spPr>
        <p:style>
          <a:lnRef idx="0"/>
          <a:fillRef idx="0"/>
          <a:effectRef idx="0"/>
          <a:fontRef idx="minor"/>
        </p:style>
      </p:sp>
      <p:sp>
        <p:nvSpPr>
          <p:cNvPr id="777"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90000"/>
              </a:lnSpc>
              <a:buNone/>
              <a:tabLst>
                <a:tab algn="l" pos="0"/>
              </a:tabLst>
            </a:pPr>
            <a:r>
              <a:rPr b="1" lang="zh-CN" sz="1600" spc="-1" strike="noStrike">
                <a:solidFill>
                  <a:srgbClr val="434343"/>
                </a:solidFill>
                <a:latin typeface="Noto Sans JP"/>
                <a:ea typeface="Noto Sans JP"/>
              </a:rPr>
              <a:t>本提案のポイント</a:t>
            </a:r>
            <a:endParaRPr b="0" lang="en-US" sz="1600" spc="-1" strike="noStrike">
              <a:latin typeface="Arial"/>
            </a:endParaRPr>
          </a:p>
        </p:txBody>
      </p:sp>
      <p:sp>
        <p:nvSpPr>
          <p:cNvPr id="778"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The essence of the proposal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提案の要諦</a:t>
            </a:r>
            <a:endParaRPr b="0" lang="en-US" sz="800" spc="-1" strike="noStrike">
              <a:latin typeface="Arial"/>
            </a:endParaRPr>
          </a:p>
        </p:txBody>
      </p:sp>
      <p:grpSp>
        <p:nvGrpSpPr>
          <p:cNvPr id="779" name="Google Shape;1000;p16"/>
          <p:cNvGrpSpPr/>
          <p:nvPr/>
        </p:nvGrpSpPr>
        <p:grpSpPr>
          <a:xfrm>
            <a:off x="450000" y="954360"/>
            <a:ext cx="8278200" cy="3372840"/>
            <a:chOff x="450000" y="954360"/>
            <a:chExt cx="8278200" cy="3372840"/>
          </a:xfrm>
        </p:grpSpPr>
        <p:sp>
          <p:nvSpPr>
            <p:cNvPr id="780" name="Google Shape;1001;p16"/>
            <p:cNvSpPr/>
            <p:nvPr/>
          </p:nvSpPr>
          <p:spPr>
            <a:xfrm>
              <a:off x="450000" y="1198800"/>
              <a:ext cx="1892160" cy="31280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81" name="Google Shape;1002;p16"/>
            <p:cNvSpPr/>
            <p:nvPr/>
          </p:nvSpPr>
          <p:spPr>
            <a:xfrm>
              <a:off x="619920" y="1643760"/>
              <a:ext cx="155196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グローバル開発の活用</a:t>
              </a:r>
              <a:endParaRPr b="0" lang="en-US" sz="1200" spc="-1" strike="noStrike">
                <a:latin typeface="Arial"/>
              </a:endParaRPr>
            </a:p>
          </p:txBody>
        </p:sp>
        <p:sp>
          <p:nvSpPr>
            <p:cNvPr id="782" name="Google Shape;1003;p16"/>
            <p:cNvSpPr/>
            <p:nvPr/>
          </p:nvSpPr>
          <p:spPr>
            <a:xfrm>
              <a:off x="635760" y="2129040"/>
              <a:ext cx="1535760" cy="626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ベトナムの開発チームを</a:t>
              </a:r>
              <a:br>
                <a:rPr sz="1000"/>
              </a:br>
              <a:r>
                <a:rPr b="1" lang="zh-CN" sz="1000" spc="-1" strike="noStrike">
                  <a:solidFill>
                    <a:srgbClr val="3f3f3f"/>
                  </a:solidFill>
                  <a:latin typeface="Noto Sans JP"/>
                  <a:ea typeface="Noto Sans JP"/>
                </a:rPr>
                <a:t>主体とした開発体制で</a:t>
              </a:r>
              <a:br>
                <a:rPr sz="1000"/>
              </a:br>
              <a:r>
                <a:rPr b="1" lang="zh-CN" sz="1000" spc="-1" strike="noStrike">
                  <a:solidFill>
                    <a:srgbClr val="3f3f3f"/>
                  </a:solidFill>
                  <a:latin typeface="Noto Sans JP"/>
                  <a:ea typeface="Noto Sans JP"/>
                </a:rPr>
                <a:t>開発を推進</a:t>
              </a:r>
              <a:endParaRPr b="0" lang="en-US" sz="1000" spc="-1" strike="noStrike">
                <a:latin typeface="Arial"/>
              </a:endParaRPr>
            </a:p>
          </p:txBody>
        </p:sp>
        <p:sp>
          <p:nvSpPr>
            <p:cNvPr id="783" name="Google Shape;1004;p16"/>
            <p:cNvSpPr/>
            <p:nvPr/>
          </p:nvSpPr>
          <p:spPr>
            <a:xfrm>
              <a:off x="620640" y="3027240"/>
              <a:ext cx="1551960" cy="87444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zh-CN" sz="1000" spc="-1" strike="noStrike">
                  <a:solidFill>
                    <a:srgbClr val="3f3f3f"/>
                  </a:solidFill>
                  <a:latin typeface="Noto Sans JP"/>
                  <a:ea typeface="Noto Sans JP"/>
                </a:rPr>
                <a:t>日本、ベトナムの開発</a:t>
              </a:r>
              <a:br>
                <a:rPr sz="1000"/>
              </a:br>
              <a:r>
                <a:rPr b="0" lang="zh-CN" sz="1000" spc="-1" strike="noStrike">
                  <a:solidFill>
                    <a:srgbClr val="3f3f3f"/>
                  </a:solidFill>
                  <a:latin typeface="Noto Sans JP"/>
                  <a:ea typeface="Noto Sans JP"/>
                </a:rPr>
                <a:t>チームが貴社とワンチームで開発を進めることで、</a:t>
              </a:r>
              <a:br>
                <a:rPr sz="1000"/>
              </a:br>
              <a:r>
                <a:rPr b="0" lang="zh-CN" sz="1000" spc="-1" strike="noStrike">
                  <a:solidFill>
                    <a:srgbClr val="3f3f3f"/>
                  </a:solidFill>
                  <a:latin typeface="Noto Sans JP"/>
                  <a:ea typeface="Noto Sans JP"/>
                </a:rPr>
                <a:t>貴社の事業推進のスピード</a:t>
              </a:r>
              <a:br>
                <a:rPr sz="1000"/>
              </a:br>
              <a:r>
                <a:rPr b="0" lang="zh-CN" sz="1000" spc="-1" strike="noStrike">
                  <a:solidFill>
                    <a:srgbClr val="3f3f3f"/>
                  </a:solidFill>
                  <a:latin typeface="Noto Sans JP"/>
                  <a:ea typeface="Noto Sans JP"/>
                </a:rPr>
                <a:t>向上に貢献します。</a:t>
              </a:r>
              <a:endParaRPr b="0" lang="en-US" sz="1000" spc="-1" strike="noStrike">
                <a:latin typeface="Arial"/>
              </a:endParaRPr>
            </a:p>
          </p:txBody>
        </p:sp>
        <p:sp>
          <p:nvSpPr>
            <p:cNvPr id="784" name="Google Shape;1005;p16"/>
            <p:cNvSpPr/>
            <p:nvPr/>
          </p:nvSpPr>
          <p:spPr>
            <a:xfrm>
              <a:off x="628200" y="2849040"/>
              <a:ext cx="15357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85" name="Google Shape;1006;p16"/>
            <p:cNvSpPr/>
            <p:nvPr/>
          </p:nvSpPr>
          <p:spPr>
            <a:xfrm>
              <a:off x="619920" y="2051640"/>
              <a:ext cx="153576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86" name="Google Shape;1007;p16"/>
            <p:cNvSpPr/>
            <p:nvPr/>
          </p:nvSpPr>
          <p:spPr>
            <a:xfrm>
              <a:off x="2578680" y="1199160"/>
              <a:ext cx="1892160" cy="3128040"/>
            </a:xfrm>
            <a:prstGeom prst="roundRect">
              <a:avLst>
                <a:gd name="adj" fmla="val 5032"/>
              </a:avLst>
            </a:prstGeom>
            <a:solidFill>
              <a:srgbClr val="ffffff"/>
            </a:solidFill>
            <a:ln w="9525">
              <a:solidFill>
                <a:srgbClr val="efefef"/>
              </a:solidFill>
              <a:round/>
            </a:ln>
          </p:spPr>
          <p:style>
            <a:lnRef idx="0"/>
            <a:fillRef idx="0"/>
            <a:effectRef idx="0"/>
            <a:fontRef idx="minor"/>
          </p:style>
        </p:sp>
        <p:sp>
          <p:nvSpPr>
            <p:cNvPr id="787" name="Google Shape;1008;p16"/>
            <p:cNvSpPr/>
            <p:nvPr/>
          </p:nvSpPr>
          <p:spPr>
            <a:xfrm>
              <a:off x="2748960" y="1643760"/>
              <a:ext cx="155196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アジャイル開発</a:t>
              </a:r>
              <a:endParaRPr b="0" lang="en-US" sz="1200" spc="-1" strike="noStrike">
                <a:latin typeface="Arial"/>
              </a:endParaRPr>
            </a:p>
          </p:txBody>
        </p:sp>
        <p:sp>
          <p:nvSpPr>
            <p:cNvPr id="788" name="Google Shape;1009;p16"/>
            <p:cNvSpPr/>
            <p:nvPr/>
          </p:nvSpPr>
          <p:spPr>
            <a:xfrm>
              <a:off x="2706120" y="2129040"/>
              <a:ext cx="1637640" cy="626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アジャイル開発で</a:t>
              </a:r>
              <a:endParaRPr b="0" lang="en-US" sz="1000" spc="-1" strike="noStrike">
                <a:latin typeface="Arial"/>
              </a:endParaRPr>
            </a:p>
            <a:p>
              <a:pPr algn="ctr">
                <a:lnSpc>
                  <a:spcPct val="100000"/>
                </a:lnSpc>
                <a:buNone/>
                <a:tabLst>
                  <a:tab algn="l" pos="0"/>
                </a:tabLst>
              </a:pPr>
              <a:r>
                <a:rPr b="1" lang="zh-CN" sz="1000" spc="-1" strike="noStrike">
                  <a:solidFill>
                    <a:srgbClr val="3f3f3f"/>
                  </a:solidFill>
                  <a:latin typeface="Noto Sans JP"/>
                  <a:ea typeface="Noto Sans JP"/>
                </a:rPr>
                <a:t>最短</a:t>
              </a:r>
              <a:r>
                <a:rPr b="1" lang="en-US" sz="1000" spc="-1" strike="noStrike">
                  <a:solidFill>
                    <a:srgbClr val="3f3f3f"/>
                  </a:solidFill>
                  <a:latin typeface="Noto Sans JP"/>
                  <a:ea typeface="Noto Sans JP"/>
                </a:rPr>
                <a:t>5</a:t>
              </a:r>
              <a:r>
                <a:rPr b="1" lang="zh-CN" sz="1000" spc="-1" strike="noStrike">
                  <a:solidFill>
                    <a:srgbClr val="3f3f3f"/>
                  </a:solidFill>
                  <a:latin typeface="Noto Sans JP"/>
                  <a:ea typeface="Noto Sans JP"/>
                </a:rPr>
                <a:t>ヶ月のスピード</a:t>
              </a:r>
              <a:br>
                <a:rPr sz="1000"/>
              </a:br>
              <a:r>
                <a:rPr b="1" lang="zh-CN" sz="1000" spc="-1" strike="noStrike">
                  <a:solidFill>
                    <a:srgbClr val="3f3f3f"/>
                  </a:solidFill>
                  <a:latin typeface="Noto Sans JP"/>
                  <a:ea typeface="Noto Sans JP"/>
                </a:rPr>
                <a:t>導入を実現</a:t>
              </a:r>
              <a:endParaRPr b="0" lang="en-US" sz="1000" spc="-1" strike="noStrike">
                <a:latin typeface="Arial"/>
              </a:endParaRPr>
            </a:p>
          </p:txBody>
        </p:sp>
        <p:sp>
          <p:nvSpPr>
            <p:cNvPr id="789" name="Google Shape;1010;p16"/>
            <p:cNvSpPr/>
            <p:nvPr/>
          </p:nvSpPr>
          <p:spPr>
            <a:xfrm>
              <a:off x="2749320" y="3027240"/>
              <a:ext cx="1578240" cy="10494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版のアップデートおよび</a:t>
              </a: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版の新規リリースを最短</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ヶ月で対応可能なアジャイル開発手法を採用し、課題解決に対して柔軟に対応します。</a:t>
              </a:r>
              <a:endParaRPr b="0" lang="en-US" sz="1000" spc="-1" strike="noStrike">
                <a:latin typeface="Arial"/>
              </a:endParaRPr>
            </a:p>
          </p:txBody>
        </p:sp>
        <p:sp>
          <p:nvSpPr>
            <p:cNvPr id="790" name="Google Shape;1011;p16"/>
            <p:cNvSpPr/>
            <p:nvPr/>
          </p:nvSpPr>
          <p:spPr>
            <a:xfrm>
              <a:off x="2756880" y="2849040"/>
              <a:ext cx="15357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91" name="Google Shape;1012;p16"/>
            <p:cNvSpPr/>
            <p:nvPr/>
          </p:nvSpPr>
          <p:spPr>
            <a:xfrm>
              <a:off x="2756880" y="2051640"/>
              <a:ext cx="153576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92" name="Google Shape;1013;p16"/>
            <p:cNvSpPr/>
            <p:nvPr/>
          </p:nvSpPr>
          <p:spPr>
            <a:xfrm>
              <a:off x="4707720" y="1199160"/>
              <a:ext cx="1892160" cy="30992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93" name="Google Shape;1014;p16"/>
            <p:cNvSpPr/>
            <p:nvPr/>
          </p:nvSpPr>
          <p:spPr>
            <a:xfrm>
              <a:off x="4793760" y="1643760"/>
              <a:ext cx="17200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AI</a:t>
              </a:r>
              <a:r>
                <a:rPr b="1" lang="zh-CN" sz="1200" spc="-1" strike="noStrike">
                  <a:solidFill>
                    <a:srgbClr val="ff2200"/>
                  </a:solidFill>
                  <a:latin typeface="Noto Sans JP"/>
                  <a:ea typeface="Noto Sans JP"/>
                </a:rPr>
                <a:t>開発効率化</a:t>
              </a:r>
              <a:endParaRPr b="0" lang="en-US" sz="1200" spc="-1" strike="noStrike">
                <a:latin typeface="Arial"/>
              </a:endParaRPr>
            </a:p>
          </p:txBody>
        </p:sp>
        <p:sp>
          <p:nvSpPr>
            <p:cNvPr id="794" name="Google Shape;1015;p16"/>
            <p:cNvSpPr/>
            <p:nvPr/>
          </p:nvSpPr>
          <p:spPr>
            <a:xfrm>
              <a:off x="4778280" y="2129040"/>
              <a:ext cx="1750680" cy="626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豊富な開発実績による</a:t>
              </a:r>
              <a:br>
                <a:rPr sz="1000"/>
              </a:br>
              <a:r>
                <a:rPr b="1" lang="en-US" sz="1000" spc="-1" strike="noStrike">
                  <a:solidFill>
                    <a:srgbClr val="3f3f3f"/>
                  </a:solidFill>
                  <a:latin typeface="Noto Sans JP"/>
                  <a:ea typeface="Noto Sans JP"/>
                </a:rPr>
                <a:t>QCD</a:t>
              </a:r>
              <a:r>
                <a:rPr b="1" lang="zh-CN" sz="1000" spc="-1" strike="noStrike">
                  <a:solidFill>
                    <a:srgbClr val="3f3f3f"/>
                  </a:solidFill>
                  <a:latin typeface="Noto Sans JP"/>
                  <a:ea typeface="Noto Sans JP"/>
                </a:rPr>
                <a:t>の担保を実現</a:t>
              </a:r>
              <a:endParaRPr b="0" lang="en-US" sz="1000" spc="-1" strike="noStrike">
                <a:latin typeface="Arial"/>
              </a:endParaRPr>
            </a:p>
          </p:txBody>
        </p:sp>
        <p:sp>
          <p:nvSpPr>
            <p:cNvPr id="795" name="Google Shape;1016;p16"/>
            <p:cNvSpPr/>
            <p:nvPr/>
          </p:nvSpPr>
          <p:spPr>
            <a:xfrm>
              <a:off x="4877640" y="3027240"/>
              <a:ext cx="1578240" cy="122436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a:t>
              </a:r>
              <a:br>
                <a:rPr sz="1000"/>
              </a:br>
              <a:r>
                <a:rPr b="0" lang="zh-CN" sz="1000" spc="-1" strike="noStrike">
                  <a:solidFill>
                    <a:srgbClr val="3f3f3f"/>
                  </a:solidFill>
                  <a:latin typeface="Noto Sans JP"/>
                  <a:ea typeface="Noto Sans JP"/>
                </a:rPr>
                <a:t>可能です。</a:t>
              </a:r>
              <a:endParaRPr b="0" lang="en-US" sz="1000" spc="-1" strike="noStrike">
                <a:latin typeface="Arial"/>
              </a:endParaRPr>
            </a:p>
          </p:txBody>
        </p:sp>
        <p:sp>
          <p:nvSpPr>
            <p:cNvPr id="796" name="Google Shape;1017;p16"/>
            <p:cNvSpPr/>
            <p:nvPr/>
          </p:nvSpPr>
          <p:spPr>
            <a:xfrm>
              <a:off x="4885560" y="2849040"/>
              <a:ext cx="15357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797" name="Google Shape;1018;p16"/>
            <p:cNvSpPr/>
            <p:nvPr/>
          </p:nvSpPr>
          <p:spPr>
            <a:xfrm>
              <a:off x="4885920" y="2051640"/>
              <a:ext cx="153576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798" name="Google Shape;1019;p16"/>
            <p:cNvSpPr/>
            <p:nvPr/>
          </p:nvSpPr>
          <p:spPr>
            <a:xfrm>
              <a:off x="6836040" y="1199160"/>
              <a:ext cx="1892160" cy="309924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799" name="Google Shape;1020;p16"/>
            <p:cNvSpPr/>
            <p:nvPr/>
          </p:nvSpPr>
          <p:spPr>
            <a:xfrm>
              <a:off x="6922440" y="1643760"/>
              <a:ext cx="17200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開発コストの最適化</a:t>
              </a:r>
              <a:endParaRPr b="0" lang="en-US" sz="1200" spc="-1" strike="noStrike">
                <a:latin typeface="Arial"/>
              </a:endParaRPr>
            </a:p>
          </p:txBody>
        </p:sp>
        <p:sp>
          <p:nvSpPr>
            <p:cNvPr id="800" name="Google Shape;1021;p16"/>
            <p:cNvSpPr/>
            <p:nvPr/>
          </p:nvSpPr>
          <p:spPr>
            <a:xfrm>
              <a:off x="6906600" y="2129040"/>
              <a:ext cx="1750680" cy="62676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1000" spc="-1" strike="noStrike">
                  <a:solidFill>
                    <a:srgbClr val="3f3f3f"/>
                  </a:solidFill>
                  <a:latin typeface="Noto Sans JP"/>
                  <a:ea typeface="Noto Sans JP"/>
                </a:rPr>
                <a:t>豊富な開発実績による</a:t>
              </a:r>
              <a:br>
                <a:rPr sz="1000"/>
              </a:br>
              <a:r>
                <a:rPr b="1" lang="en-US" sz="1000" spc="-1" strike="noStrike">
                  <a:solidFill>
                    <a:srgbClr val="3f3f3f"/>
                  </a:solidFill>
                  <a:latin typeface="Noto Sans JP"/>
                  <a:ea typeface="Noto Sans JP"/>
                </a:rPr>
                <a:t>QCD</a:t>
              </a:r>
              <a:r>
                <a:rPr b="1" lang="zh-CN" sz="1000" spc="-1" strike="noStrike">
                  <a:solidFill>
                    <a:srgbClr val="3f3f3f"/>
                  </a:solidFill>
                  <a:latin typeface="Noto Sans JP"/>
                  <a:ea typeface="Noto Sans JP"/>
                </a:rPr>
                <a:t>の担保を実現</a:t>
              </a:r>
              <a:endParaRPr b="0" lang="en-US" sz="1000" spc="-1" strike="noStrike">
                <a:latin typeface="Arial"/>
              </a:endParaRPr>
            </a:p>
          </p:txBody>
        </p:sp>
        <p:sp>
          <p:nvSpPr>
            <p:cNvPr id="801" name="Google Shape;1022;p16"/>
            <p:cNvSpPr/>
            <p:nvPr/>
          </p:nvSpPr>
          <p:spPr>
            <a:xfrm>
              <a:off x="7007040" y="3027240"/>
              <a:ext cx="1637640" cy="10494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0" lang="en-US" sz="1000" spc="-1" strike="noStrike">
                  <a:solidFill>
                    <a:srgbClr val="3f3f3f"/>
                  </a:solidFill>
                  <a:latin typeface="Noto Sans JP"/>
                  <a:ea typeface="Noto Sans JP"/>
                </a:rPr>
                <a:t>500</a:t>
              </a:r>
              <a:r>
                <a:rPr b="0" lang="zh-CN" sz="1000" spc="-1" strike="noStrike">
                  <a:solidFill>
                    <a:srgbClr val="3f3f3f"/>
                  </a:solidFill>
                  <a:latin typeface="Noto Sans JP"/>
                  <a:ea typeface="Noto Sans JP"/>
                </a:rPr>
                <a:t>社・</a:t>
              </a:r>
              <a:r>
                <a:rPr b="0" lang="en-US" sz="1000" spc="-1" strike="noStrike">
                  <a:solidFill>
                    <a:srgbClr val="3f3f3f"/>
                  </a:solidFill>
                  <a:latin typeface="Noto Sans JP"/>
                  <a:ea typeface="Noto Sans JP"/>
                </a:rPr>
                <a:t>850</a:t>
              </a:r>
              <a:r>
                <a:rPr b="0" lang="zh-CN" sz="1000" spc="-1" strike="noStrike">
                  <a:solidFill>
                    <a:srgbClr val="3f3f3f"/>
                  </a:solidFill>
                  <a:latin typeface="Noto Sans JP"/>
                  <a:ea typeface="Noto Sans JP"/>
                </a:rPr>
                <a:t>プロダクト以上の豊富な開発実績により蓄積されたアプリ開発、リプレイス対応のノウハウを活かし、確実な</a:t>
              </a:r>
              <a:r>
                <a:rPr b="0" lang="en-US" sz="1000" spc="-1" strike="noStrike">
                  <a:solidFill>
                    <a:srgbClr val="3f3f3f"/>
                  </a:solidFill>
                  <a:latin typeface="Noto Sans JP"/>
                  <a:ea typeface="Noto Sans JP"/>
                </a:rPr>
                <a:t>QCD</a:t>
              </a:r>
              <a:r>
                <a:rPr b="0" lang="zh-CN" sz="1000" spc="-1" strike="noStrike">
                  <a:solidFill>
                    <a:srgbClr val="3f3f3f"/>
                  </a:solidFill>
                  <a:latin typeface="Noto Sans JP"/>
                  <a:ea typeface="Noto Sans JP"/>
                </a:rPr>
                <a:t>担保が可能です。</a:t>
              </a:r>
              <a:endParaRPr b="0" lang="en-US" sz="1000" spc="-1" strike="noStrike">
                <a:latin typeface="Arial"/>
              </a:endParaRPr>
            </a:p>
          </p:txBody>
        </p:sp>
        <p:sp>
          <p:nvSpPr>
            <p:cNvPr id="802" name="Google Shape;1023;p16"/>
            <p:cNvSpPr/>
            <p:nvPr/>
          </p:nvSpPr>
          <p:spPr>
            <a:xfrm>
              <a:off x="7014240" y="2849040"/>
              <a:ext cx="153576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03" name="Google Shape;1024;p16"/>
            <p:cNvSpPr/>
            <p:nvPr/>
          </p:nvSpPr>
          <p:spPr>
            <a:xfrm>
              <a:off x="7005960" y="2051640"/>
              <a:ext cx="153576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804" name="Google Shape;1025;p16"/>
            <p:cNvSpPr/>
            <p:nvPr/>
          </p:nvSpPr>
          <p:spPr>
            <a:xfrm>
              <a:off x="1159920" y="964080"/>
              <a:ext cx="471960" cy="471960"/>
            </a:xfrm>
            <a:prstGeom prst="ellipse">
              <a:avLst/>
            </a:prstGeom>
            <a:solidFill>
              <a:srgbClr val="ffffff"/>
            </a:solidFill>
            <a:ln w="9525">
              <a:solidFill>
                <a:srgbClr val="efefef"/>
              </a:solidFill>
              <a:round/>
            </a:ln>
          </p:spPr>
          <p:style>
            <a:lnRef idx="0"/>
            <a:fillRef idx="0"/>
            <a:effectRef idx="0"/>
            <a:fontRef idx="minor"/>
          </p:style>
        </p:sp>
        <p:sp>
          <p:nvSpPr>
            <p:cNvPr id="805" name="Google Shape;1026;p16"/>
            <p:cNvSpPr/>
            <p:nvPr/>
          </p:nvSpPr>
          <p:spPr>
            <a:xfrm>
              <a:off x="1109520" y="1037160"/>
              <a:ext cx="57276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01</a:t>
              </a:r>
              <a:endParaRPr b="0" lang="en-US" sz="2000" spc="-1" strike="noStrike">
                <a:latin typeface="Arial"/>
              </a:endParaRPr>
            </a:p>
          </p:txBody>
        </p:sp>
        <p:sp>
          <p:nvSpPr>
            <p:cNvPr id="806" name="Google Shape;1027;p16"/>
            <p:cNvSpPr/>
            <p:nvPr/>
          </p:nvSpPr>
          <p:spPr>
            <a:xfrm>
              <a:off x="3288960" y="964080"/>
              <a:ext cx="471960" cy="471960"/>
            </a:xfrm>
            <a:prstGeom prst="ellipse">
              <a:avLst/>
            </a:prstGeom>
            <a:solidFill>
              <a:srgbClr val="ffffff"/>
            </a:solidFill>
            <a:ln w="9525">
              <a:solidFill>
                <a:srgbClr val="efefef"/>
              </a:solidFill>
              <a:round/>
            </a:ln>
          </p:spPr>
          <p:style>
            <a:lnRef idx="0"/>
            <a:fillRef idx="0"/>
            <a:effectRef idx="0"/>
            <a:fontRef idx="minor"/>
          </p:style>
        </p:sp>
        <p:sp>
          <p:nvSpPr>
            <p:cNvPr id="807" name="Google Shape;1028;p16"/>
            <p:cNvSpPr/>
            <p:nvPr/>
          </p:nvSpPr>
          <p:spPr>
            <a:xfrm>
              <a:off x="2735640" y="1037160"/>
              <a:ext cx="157824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02</a:t>
              </a:r>
              <a:endParaRPr b="0" lang="en-US" sz="2000" spc="-1" strike="noStrike">
                <a:latin typeface="Arial"/>
              </a:endParaRPr>
            </a:p>
          </p:txBody>
        </p:sp>
        <p:sp>
          <p:nvSpPr>
            <p:cNvPr id="808" name="Google Shape;1029;p16"/>
            <p:cNvSpPr/>
            <p:nvPr/>
          </p:nvSpPr>
          <p:spPr>
            <a:xfrm>
              <a:off x="5417640" y="954360"/>
              <a:ext cx="471960" cy="471960"/>
            </a:xfrm>
            <a:prstGeom prst="ellipse">
              <a:avLst/>
            </a:prstGeom>
            <a:solidFill>
              <a:srgbClr val="ffffff"/>
            </a:solidFill>
            <a:ln w="9525">
              <a:solidFill>
                <a:srgbClr val="efefef"/>
              </a:solidFill>
              <a:round/>
            </a:ln>
          </p:spPr>
          <p:style>
            <a:lnRef idx="0"/>
            <a:fillRef idx="0"/>
            <a:effectRef idx="0"/>
            <a:fontRef idx="minor"/>
          </p:style>
        </p:sp>
        <p:sp>
          <p:nvSpPr>
            <p:cNvPr id="809" name="Google Shape;1030;p16"/>
            <p:cNvSpPr/>
            <p:nvPr/>
          </p:nvSpPr>
          <p:spPr>
            <a:xfrm>
              <a:off x="7546320" y="954360"/>
              <a:ext cx="471960" cy="471960"/>
            </a:xfrm>
            <a:prstGeom prst="ellipse">
              <a:avLst/>
            </a:prstGeom>
            <a:solidFill>
              <a:srgbClr val="ffffff"/>
            </a:solidFill>
            <a:ln w="9525">
              <a:solidFill>
                <a:srgbClr val="efefef"/>
              </a:solidFill>
              <a:round/>
            </a:ln>
          </p:spPr>
          <p:style>
            <a:lnRef idx="0"/>
            <a:fillRef idx="0"/>
            <a:effectRef idx="0"/>
            <a:fontRef idx="minor"/>
          </p:style>
        </p:sp>
        <p:sp>
          <p:nvSpPr>
            <p:cNvPr id="810" name="Google Shape;1031;p16"/>
            <p:cNvSpPr/>
            <p:nvPr/>
          </p:nvSpPr>
          <p:spPr>
            <a:xfrm>
              <a:off x="4864320" y="1037160"/>
              <a:ext cx="157824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03</a:t>
              </a:r>
              <a:endParaRPr b="0" lang="en-US" sz="2000" spc="-1" strike="noStrike">
                <a:latin typeface="Arial"/>
              </a:endParaRPr>
            </a:p>
          </p:txBody>
        </p:sp>
        <p:sp>
          <p:nvSpPr>
            <p:cNvPr id="811" name="Google Shape;1032;p16"/>
            <p:cNvSpPr/>
            <p:nvPr/>
          </p:nvSpPr>
          <p:spPr>
            <a:xfrm>
              <a:off x="6993000" y="1037160"/>
              <a:ext cx="1578240" cy="3045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2000" spc="-1" strike="noStrike">
                  <a:solidFill>
                    <a:srgbClr val="ff2200"/>
                  </a:solidFill>
                  <a:latin typeface="Noto Sans JP"/>
                  <a:ea typeface="Noto Sans JP"/>
                </a:rPr>
                <a:t>04</a:t>
              </a:r>
              <a:endParaRPr b="0" lang="en-US" sz="2000" spc="-1" strike="noStrike">
                <a:latin typeface="Arial"/>
              </a:endParaRPr>
            </a:p>
          </p:txBody>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Google Shape;1037;p17"/>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Sun*’s Scope</a:t>
            </a:r>
            <a:endParaRPr b="0" lang="en-US" sz="2600" spc="-1" strike="noStrike">
              <a:latin typeface="Arial"/>
            </a:endParaRPr>
          </a:p>
        </p:txBody>
      </p:sp>
      <p:sp>
        <p:nvSpPr>
          <p:cNvPr id="813" name="Google Shape;1038;p17"/>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en-US" sz="1600" spc="-1" strike="noStrike">
                <a:solidFill>
                  <a:srgbClr val="3f3f3f"/>
                </a:solidFill>
                <a:latin typeface="Noto Sans JP"/>
                <a:ea typeface="Noto Sans JP"/>
              </a:rPr>
              <a:t>Sun*</a:t>
            </a:r>
            <a:r>
              <a:rPr b="1" lang="zh-CN" sz="1600" spc="-1" strike="noStrike">
                <a:solidFill>
                  <a:srgbClr val="3f3f3f"/>
                </a:solidFill>
                <a:latin typeface="Noto Sans JP"/>
                <a:ea typeface="Noto Sans JP"/>
              </a:rPr>
              <a:t>のスコープ</a:t>
            </a:r>
            <a:endParaRPr b="0" lang="en-US" sz="1600" spc="-1" strike="noStrike">
              <a:latin typeface="Arial"/>
            </a:endParaRPr>
          </a:p>
        </p:txBody>
      </p:sp>
      <p:sp>
        <p:nvSpPr>
          <p:cNvPr id="814" name="Google Shape;1039;p17"/>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Phạm vi hỗ trợ của Sun*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5"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latin typeface="Arial"/>
            </a:endParaRPr>
          </a:p>
        </p:txBody>
      </p:sp>
      <p:sp>
        <p:nvSpPr>
          <p:cNvPr id="816"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 </a:t>
            </a:r>
            <a:r>
              <a:rPr b="1" lang="en-US" sz="800" spc="-1" strike="noStrike">
                <a:solidFill>
                  <a:srgbClr val="ff2200"/>
                </a:solidFill>
                <a:latin typeface="Noto Sans JP"/>
                <a:ea typeface="Noto Sans JP"/>
              </a:rPr>
              <a:t>(PHONG)</a:t>
            </a:r>
            <a:endParaRPr b="0" lang="en-US" sz="800" spc="-1" strike="noStrike">
              <a:latin typeface="Arial"/>
            </a:endParaRPr>
          </a:p>
        </p:txBody>
      </p:sp>
      <p:sp>
        <p:nvSpPr>
          <p:cNvPr id="817" name="Google Shape;1046;p18"/>
          <p:cNvSpPr/>
          <p:nvPr/>
        </p:nvSpPr>
        <p:spPr>
          <a:xfrm>
            <a:off x="602280" y="929520"/>
            <a:ext cx="2547720" cy="3904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18" name="Google Shape;1047;p18"/>
          <p:cNvSpPr/>
          <p:nvPr/>
        </p:nvSpPr>
        <p:spPr>
          <a:xfrm>
            <a:off x="810720" y="25498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19" name="Google Shape;1048;p18"/>
          <p:cNvSpPr/>
          <p:nvPr/>
        </p:nvSpPr>
        <p:spPr>
          <a:xfrm>
            <a:off x="781200" y="700920"/>
            <a:ext cx="21898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A</a:t>
            </a:r>
            <a:endParaRPr b="0" lang="en-US" sz="1200" spc="-1" strike="noStrike">
              <a:latin typeface="Arial"/>
            </a:endParaRPr>
          </a:p>
        </p:txBody>
      </p:sp>
      <p:sp>
        <p:nvSpPr>
          <p:cNvPr id="820" name="Google Shape;1049;p18"/>
          <p:cNvSpPr/>
          <p:nvPr/>
        </p:nvSpPr>
        <p:spPr>
          <a:xfrm>
            <a:off x="816480" y="26902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21" name="Google Shape;1050;p18"/>
          <p:cNvSpPr/>
          <p:nvPr/>
        </p:nvSpPr>
        <p:spPr>
          <a:xfrm>
            <a:off x="855000" y="31546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22" name="Google Shape;1051;p18"/>
          <p:cNvSpPr/>
          <p:nvPr/>
        </p:nvSpPr>
        <p:spPr>
          <a:xfrm>
            <a:off x="781200" y="32216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23" name="Google Shape;1052;p18"/>
          <p:cNvSpPr/>
          <p:nvPr/>
        </p:nvSpPr>
        <p:spPr>
          <a:xfrm>
            <a:off x="784080" y="3431880"/>
            <a:ext cx="2184480" cy="34020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24" name="Google Shape;1053;p18"/>
          <p:cNvSpPr/>
          <p:nvPr/>
        </p:nvSpPr>
        <p:spPr>
          <a:xfrm>
            <a:off x="781200" y="277092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25" name="Google Shape;1054;p18"/>
          <p:cNvSpPr/>
          <p:nvPr/>
        </p:nvSpPr>
        <p:spPr>
          <a:xfrm>
            <a:off x="784080" y="1123200"/>
            <a:ext cx="21844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26" name="Google Shape;1055;p18"/>
          <p:cNvSpPr/>
          <p:nvPr/>
        </p:nvSpPr>
        <p:spPr>
          <a:xfrm>
            <a:off x="810720" y="140076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27" name="Google Shape;1056;p18"/>
          <p:cNvSpPr/>
          <p:nvPr/>
        </p:nvSpPr>
        <p:spPr>
          <a:xfrm>
            <a:off x="781200" y="14680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828" name="Google Shape;1057;p18"/>
          <p:cNvSpPr/>
          <p:nvPr/>
        </p:nvSpPr>
        <p:spPr>
          <a:xfrm>
            <a:off x="784800" y="1602000"/>
            <a:ext cx="2182680" cy="16128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829" name="Google Shape;1058;p18"/>
          <p:cNvSpPr/>
          <p:nvPr/>
        </p:nvSpPr>
        <p:spPr>
          <a:xfrm>
            <a:off x="810720" y="19454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0" name="Google Shape;1059;p18"/>
          <p:cNvSpPr/>
          <p:nvPr/>
        </p:nvSpPr>
        <p:spPr>
          <a:xfrm>
            <a:off x="781200" y="201240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831" name="Google Shape;1060;p18"/>
          <p:cNvSpPr/>
          <p:nvPr/>
        </p:nvSpPr>
        <p:spPr>
          <a:xfrm>
            <a:off x="784800" y="2120760"/>
            <a:ext cx="21826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32" name="Google Shape;1061;p18"/>
          <p:cNvSpPr/>
          <p:nvPr/>
        </p:nvSpPr>
        <p:spPr>
          <a:xfrm>
            <a:off x="810720" y="388872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3" name="Google Shape;1062;p18"/>
          <p:cNvSpPr/>
          <p:nvPr/>
        </p:nvSpPr>
        <p:spPr>
          <a:xfrm>
            <a:off x="781200" y="39560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834" name="Google Shape;1063;p18"/>
          <p:cNvSpPr/>
          <p:nvPr/>
        </p:nvSpPr>
        <p:spPr>
          <a:xfrm>
            <a:off x="781200" y="402696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35" name="Google Shape;1064;p18"/>
          <p:cNvSpPr/>
          <p:nvPr/>
        </p:nvSpPr>
        <p:spPr>
          <a:xfrm>
            <a:off x="781200" y="43556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36" name="Google Shape;1065;p18"/>
          <p:cNvSpPr/>
          <p:nvPr/>
        </p:nvSpPr>
        <p:spPr>
          <a:xfrm>
            <a:off x="835920" y="442260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837" name="Google Shape;1066;p18"/>
          <p:cNvSpPr/>
          <p:nvPr/>
        </p:nvSpPr>
        <p:spPr>
          <a:xfrm>
            <a:off x="781200" y="449388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38" name="Google Shape;1067;p18"/>
          <p:cNvSpPr/>
          <p:nvPr/>
        </p:nvSpPr>
        <p:spPr>
          <a:xfrm>
            <a:off x="3391560" y="929520"/>
            <a:ext cx="2547720" cy="3904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39" name="Google Shape;1068;p18"/>
          <p:cNvSpPr/>
          <p:nvPr/>
        </p:nvSpPr>
        <p:spPr>
          <a:xfrm>
            <a:off x="3600000" y="25498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40" name="Google Shape;1069;p18"/>
          <p:cNvSpPr/>
          <p:nvPr/>
        </p:nvSpPr>
        <p:spPr>
          <a:xfrm>
            <a:off x="3570480" y="700920"/>
            <a:ext cx="21898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B</a:t>
            </a:r>
            <a:endParaRPr b="0" lang="en-US" sz="1200" spc="-1" strike="noStrike">
              <a:latin typeface="Arial"/>
            </a:endParaRPr>
          </a:p>
        </p:txBody>
      </p:sp>
      <p:sp>
        <p:nvSpPr>
          <p:cNvPr id="841" name="Google Shape;1070;p18"/>
          <p:cNvSpPr/>
          <p:nvPr/>
        </p:nvSpPr>
        <p:spPr>
          <a:xfrm>
            <a:off x="3605400" y="26902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42" name="Google Shape;1071;p18"/>
          <p:cNvSpPr/>
          <p:nvPr/>
        </p:nvSpPr>
        <p:spPr>
          <a:xfrm>
            <a:off x="3644280" y="31546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43" name="Google Shape;1072;p18"/>
          <p:cNvSpPr/>
          <p:nvPr/>
        </p:nvSpPr>
        <p:spPr>
          <a:xfrm>
            <a:off x="3570480" y="32216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44" name="Google Shape;1073;p18"/>
          <p:cNvSpPr/>
          <p:nvPr/>
        </p:nvSpPr>
        <p:spPr>
          <a:xfrm>
            <a:off x="3573360" y="3431880"/>
            <a:ext cx="2184480" cy="34020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45" name="Google Shape;1074;p18"/>
          <p:cNvSpPr/>
          <p:nvPr/>
        </p:nvSpPr>
        <p:spPr>
          <a:xfrm>
            <a:off x="3570480" y="277092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46" name="Google Shape;1075;p18"/>
          <p:cNvSpPr/>
          <p:nvPr/>
        </p:nvSpPr>
        <p:spPr>
          <a:xfrm>
            <a:off x="3573360" y="1123200"/>
            <a:ext cx="21844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47" name="Google Shape;1076;p18"/>
          <p:cNvSpPr/>
          <p:nvPr/>
        </p:nvSpPr>
        <p:spPr>
          <a:xfrm>
            <a:off x="3570480" y="140076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48" name="Google Shape;1077;p18"/>
          <p:cNvSpPr/>
          <p:nvPr/>
        </p:nvSpPr>
        <p:spPr>
          <a:xfrm>
            <a:off x="3570480" y="14680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849" name="Google Shape;1078;p18"/>
          <p:cNvSpPr/>
          <p:nvPr/>
        </p:nvSpPr>
        <p:spPr>
          <a:xfrm>
            <a:off x="3574080" y="1602000"/>
            <a:ext cx="2182680" cy="16128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850" name="Google Shape;1079;p18"/>
          <p:cNvSpPr/>
          <p:nvPr/>
        </p:nvSpPr>
        <p:spPr>
          <a:xfrm>
            <a:off x="3600000" y="19454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1" name="Google Shape;1080;p18"/>
          <p:cNvSpPr/>
          <p:nvPr/>
        </p:nvSpPr>
        <p:spPr>
          <a:xfrm>
            <a:off x="3570480" y="201240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852" name="Google Shape;1081;p18"/>
          <p:cNvSpPr/>
          <p:nvPr/>
        </p:nvSpPr>
        <p:spPr>
          <a:xfrm>
            <a:off x="3574080" y="2120760"/>
            <a:ext cx="21826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53" name="Google Shape;1082;p18"/>
          <p:cNvSpPr/>
          <p:nvPr/>
        </p:nvSpPr>
        <p:spPr>
          <a:xfrm>
            <a:off x="3600000" y="388872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4" name="Google Shape;1083;p18"/>
          <p:cNvSpPr/>
          <p:nvPr/>
        </p:nvSpPr>
        <p:spPr>
          <a:xfrm>
            <a:off x="3610800" y="39560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855" name="Google Shape;1084;p18"/>
          <p:cNvSpPr/>
          <p:nvPr/>
        </p:nvSpPr>
        <p:spPr>
          <a:xfrm>
            <a:off x="3570480" y="402696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56" name="Google Shape;1085;p18"/>
          <p:cNvSpPr/>
          <p:nvPr/>
        </p:nvSpPr>
        <p:spPr>
          <a:xfrm>
            <a:off x="3600000" y="43556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57" name="Google Shape;1086;p18"/>
          <p:cNvSpPr/>
          <p:nvPr/>
        </p:nvSpPr>
        <p:spPr>
          <a:xfrm>
            <a:off x="3625200" y="442260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858" name="Google Shape;1087;p18"/>
          <p:cNvSpPr/>
          <p:nvPr/>
        </p:nvSpPr>
        <p:spPr>
          <a:xfrm>
            <a:off x="3570480" y="449388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59" name="Google Shape;1088;p18"/>
          <p:cNvSpPr/>
          <p:nvPr/>
        </p:nvSpPr>
        <p:spPr>
          <a:xfrm>
            <a:off x="6180840" y="929520"/>
            <a:ext cx="2547720" cy="39045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60" name="Google Shape;1089;p18"/>
          <p:cNvSpPr/>
          <p:nvPr/>
        </p:nvSpPr>
        <p:spPr>
          <a:xfrm>
            <a:off x="6359400" y="25498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61" name="Google Shape;1090;p18"/>
          <p:cNvSpPr/>
          <p:nvPr/>
        </p:nvSpPr>
        <p:spPr>
          <a:xfrm>
            <a:off x="6359400" y="700920"/>
            <a:ext cx="21898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C</a:t>
            </a:r>
            <a:endParaRPr b="0" lang="en-US" sz="1200" spc="-1" strike="noStrike">
              <a:latin typeface="Arial"/>
            </a:endParaRPr>
          </a:p>
        </p:txBody>
      </p:sp>
      <p:sp>
        <p:nvSpPr>
          <p:cNvPr id="862" name="Google Shape;1091;p18"/>
          <p:cNvSpPr/>
          <p:nvPr/>
        </p:nvSpPr>
        <p:spPr>
          <a:xfrm>
            <a:off x="6394680" y="26902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863" name="Google Shape;1092;p18"/>
          <p:cNvSpPr/>
          <p:nvPr/>
        </p:nvSpPr>
        <p:spPr>
          <a:xfrm>
            <a:off x="6359400" y="315468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64" name="Google Shape;1093;p18"/>
          <p:cNvSpPr/>
          <p:nvPr/>
        </p:nvSpPr>
        <p:spPr>
          <a:xfrm>
            <a:off x="6359400" y="32216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65" name="Google Shape;1094;p18"/>
          <p:cNvSpPr/>
          <p:nvPr/>
        </p:nvSpPr>
        <p:spPr>
          <a:xfrm>
            <a:off x="6362280" y="3431880"/>
            <a:ext cx="2184480" cy="340200"/>
          </a:xfrm>
          <a:prstGeom prst="roundRect">
            <a:avLst>
              <a:gd name="adj" fmla="val 10093"/>
            </a:avLst>
          </a:prstGeom>
          <a:solidFill>
            <a:schemeClr val="dk2"/>
          </a:solidFill>
          <a:ln w="0">
            <a:noFill/>
          </a:ln>
        </p:spPr>
        <p:style>
          <a:lnRef idx="0"/>
          <a:fillRef idx="0"/>
          <a:effectRef idx="0"/>
          <a:fontRef idx="minor"/>
        </p:style>
        <p:txBody>
          <a:bodyPr lIns="90000" rIns="167400" tIns="321120" bIns="32112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866" name="Google Shape;1095;p18"/>
          <p:cNvSpPr/>
          <p:nvPr/>
        </p:nvSpPr>
        <p:spPr>
          <a:xfrm>
            <a:off x="6359400" y="277092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867" name="Google Shape;1096;p18"/>
          <p:cNvSpPr/>
          <p:nvPr/>
        </p:nvSpPr>
        <p:spPr>
          <a:xfrm>
            <a:off x="6362280" y="1123200"/>
            <a:ext cx="218448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68" name="Google Shape;1097;p18"/>
          <p:cNvSpPr/>
          <p:nvPr/>
        </p:nvSpPr>
        <p:spPr>
          <a:xfrm>
            <a:off x="6359400" y="140076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69" name="Google Shape;1098;p18"/>
          <p:cNvSpPr/>
          <p:nvPr/>
        </p:nvSpPr>
        <p:spPr>
          <a:xfrm>
            <a:off x="6359400" y="146808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870" name="Google Shape;1099;p18"/>
          <p:cNvSpPr/>
          <p:nvPr/>
        </p:nvSpPr>
        <p:spPr>
          <a:xfrm>
            <a:off x="6363360" y="1602000"/>
            <a:ext cx="2182680" cy="16128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クライアント名</a:t>
            </a:r>
            <a:endParaRPr b="0" lang="en-US" sz="1100" spc="-1" strike="noStrike">
              <a:latin typeface="Arial"/>
            </a:endParaRPr>
          </a:p>
        </p:txBody>
      </p:sp>
      <p:sp>
        <p:nvSpPr>
          <p:cNvPr id="871" name="Google Shape;1100;p18"/>
          <p:cNvSpPr/>
          <p:nvPr/>
        </p:nvSpPr>
        <p:spPr>
          <a:xfrm>
            <a:off x="6359400" y="19454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72" name="Google Shape;1101;p18"/>
          <p:cNvSpPr/>
          <p:nvPr/>
        </p:nvSpPr>
        <p:spPr>
          <a:xfrm>
            <a:off x="6359400" y="2012400"/>
            <a:ext cx="2189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en-US" sz="900" spc="-1" strike="noStrike">
                <a:solidFill>
                  <a:srgbClr val="3f3f3f"/>
                </a:solidFill>
                <a:latin typeface="Noto Sans JP"/>
                <a:ea typeface="Noto Sans JP"/>
              </a:rPr>
              <a:t>UI/UX</a:t>
            </a: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873" name="Google Shape;1102;p18"/>
          <p:cNvSpPr/>
          <p:nvPr/>
        </p:nvSpPr>
        <p:spPr>
          <a:xfrm>
            <a:off x="6363360" y="2120760"/>
            <a:ext cx="21826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74" name="Google Shape;1103;p18"/>
          <p:cNvSpPr/>
          <p:nvPr/>
        </p:nvSpPr>
        <p:spPr>
          <a:xfrm>
            <a:off x="6359400" y="388872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75" name="Google Shape;1104;p18"/>
          <p:cNvSpPr/>
          <p:nvPr/>
        </p:nvSpPr>
        <p:spPr>
          <a:xfrm>
            <a:off x="6400080" y="395604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インフラ構築</a:t>
            </a:r>
            <a:endParaRPr b="0" lang="en-US" sz="900" spc="-1" strike="noStrike">
              <a:latin typeface="Arial"/>
            </a:endParaRPr>
          </a:p>
        </p:txBody>
      </p:sp>
      <p:sp>
        <p:nvSpPr>
          <p:cNvPr id="876" name="Google Shape;1105;p18"/>
          <p:cNvSpPr/>
          <p:nvPr/>
        </p:nvSpPr>
        <p:spPr>
          <a:xfrm>
            <a:off x="6359400" y="402696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
        <p:nvSpPr>
          <p:cNvPr id="877" name="Google Shape;1106;p18"/>
          <p:cNvSpPr/>
          <p:nvPr/>
        </p:nvSpPr>
        <p:spPr>
          <a:xfrm>
            <a:off x="6447600" y="4355640"/>
            <a:ext cx="213084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78" name="Google Shape;1107;p18"/>
          <p:cNvSpPr/>
          <p:nvPr/>
        </p:nvSpPr>
        <p:spPr>
          <a:xfrm>
            <a:off x="6414480" y="4422600"/>
            <a:ext cx="21844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本番デプロイ</a:t>
            </a:r>
            <a:endParaRPr b="0" lang="en-US" sz="900" spc="-1" strike="noStrike">
              <a:latin typeface="Arial"/>
            </a:endParaRPr>
          </a:p>
        </p:txBody>
      </p:sp>
      <p:sp>
        <p:nvSpPr>
          <p:cNvPr id="879" name="Google Shape;1108;p18"/>
          <p:cNvSpPr/>
          <p:nvPr/>
        </p:nvSpPr>
        <p:spPr>
          <a:xfrm>
            <a:off x="6359400" y="4493880"/>
            <a:ext cx="2189880" cy="3402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zh-CN" sz="1100" spc="-1" strike="noStrike">
                <a:solidFill>
                  <a:srgbClr val="ff2200"/>
                </a:solidFill>
                <a:latin typeface="Noto Sans JP"/>
                <a:ea typeface="Noto Sans JP"/>
              </a:rPr>
              <a:t>ベンダー名</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latin typeface="Arial"/>
            </a:endParaRPr>
          </a:p>
        </p:txBody>
      </p:sp>
      <p:sp>
        <p:nvSpPr>
          <p:cNvPr id="881"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a:t>
            </a:r>
            <a:endParaRPr b="0" lang="en-US" sz="800" spc="-1" strike="noStrike">
              <a:latin typeface="Arial"/>
            </a:endParaRPr>
          </a:p>
        </p:txBody>
      </p:sp>
      <p:sp>
        <p:nvSpPr>
          <p:cNvPr id="882" name="Google Shape;1115;p19"/>
          <p:cNvSpPr/>
          <p:nvPr/>
        </p:nvSpPr>
        <p:spPr>
          <a:xfrm>
            <a:off x="393840" y="1180080"/>
            <a:ext cx="2691360" cy="32094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83" name="Google Shape;1116;p19"/>
          <p:cNvSpPr/>
          <p:nvPr/>
        </p:nvSpPr>
        <p:spPr>
          <a:xfrm>
            <a:off x="647280" y="2358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84" name="Google Shape;1117;p19"/>
          <p:cNvSpPr/>
          <p:nvPr/>
        </p:nvSpPr>
        <p:spPr>
          <a:xfrm>
            <a:off x="393840" y="902160"/>
            <a:ext cx="269136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A</a:t>
            </a:r>
            <a:endParaRPr b="0" lang="en-US" sz="1200" spc="-1" strike="noStrike">
              <a:latin typeface="Arial"/>
            </a:endParaRPr>
          </a:p>
        </p:txBody>
      </p:sp>
      <p:sp>
        <p:nvSpPr>
          <p:cNvPr id="885" name="Google Shape;1118;p19"/>
          <p:cNvSpPr/>
          <p:nvPr/>
        </p:nvSpPr>
        <p:spPr>
          <a:xfrm>
            <a:off x="619560" y="250416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86" name="Google Shape;1119;p19"/>
          <p:cNvSpPr/>
          <p:nvPr/>
        </p:nvSpPr>
        <p:spPr>
          <a:xfrm>
            <a:off x="647280" y="336744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87" name="Google Shape;1120;p19"/>
          <p:cNvSpPr/>
          <p:nvPr/>
        </p:nvSpPr>
        <p:spPr>
          <a:xfrm>
            <a:off x="619560" y="351360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88" name="Google Shape;1121;p19"/>
          <p:cNvSpPr/>
          <p:nvPr/>
        </p:nvSpPr>
        <p:spPr>
          <a:xfrm>
            <a:off x="637560" y="135144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89" name="Google Shape;1122;p19"/>
          <p:cNvSpPr/>
          <p:nvPr/>
        </p:nvSpPr>
        <p:spPr>
          <a:xfrm>
            <a:off x="3215520" y="1175400"/>
            <a:ext cx="2691360" cy="32094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90" name="Google Shape;1123;p19"/>
          <p:cNvSpPr/>
          <p:nvPr/>
        </p:nvSpPr>
        <p:spPr>
          <a:xfrm>
            <a:off x="3463560" y="2358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91" name="Google Shape;1124;p19"/>
          <p:cNvSpPr/>
          <p:nvPr/>
        </p:nvSpPr>
        <p:spPr>
          <a:xfrm>
            <a:off x="3463560" y="902160"/>
            <a:ext cx="224532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B</a:t>
            </a:r>
            <a:endParaRPr b="0" lang="en-US" sz="1200" spc="-1" strike="noStrike">
              <a:latin typeface="Arial"/>
            </a:endParaRPr>
          </a:p>
        </p:txBody>
      </p:sp>
      <p:sp>
        <p:nvSpPr>
          <p:cNvPr id="892" name="Google Shape;1125;p19"/>
          <p:cNvSpPr/>
          <p:nvPr/>
        </p:nvSpPr>
        <p:spPr>
          <a:xfrm>
            <a:off x="3463560" y="250416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893" name="Google Shape;1126;p19"/>
          <p:cNvSpPr/>
          <p:nvPr/>
        </p:nvSpPr>
        <p:spPr>
          <a:xfrm>
            <a:off x="3468960" y="336744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94" name="Google Shape;1127;p19"/>
          <p:cNvSpPr/>
          <p:nvPr/>
        </p:nvSpPr>
        <p:spPr>
          <a:xfrm>
            <a:off x="3463560" y="351360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895" name="Google Shape;1128;p19"/>
          <p:cNvSpPr/>
          <p:nvPr/>
        </p:nvSpPr>
        <p:spPr>
          <a:xfrm>
            <a:off x="3441600" y="135144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896" name="Google Shape;1129;p19"/>
          <p:cNvSpPr/>
          <p:nvPr/>
        </p:nvSpPr>
        <p:spPr>
          <a:xfrm>
            <a:off x="6018840" y="1175400"/>
            <a:ext cx="2691360" cy="32094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897" name="Google Shape;1130;p19"/>
          <p:cNvSpPr/>
          <p:nvPr/>
        </p:nvSpPr>
        <p:spPr>
          <a:xfrm>
            <a:off x="6291360" y="2358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898" name="Google Shape;1131;p19"/>
          <p:cNvSpPr/>
          <p:nvPr/>
        </p:nvSpPr>
        <p:spPr>
          <a:xfrm>
            <a:off x="6261120" y="902160"/>
            <a:ext cx="224532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200" spc="-1" strike="noStrike">
                <a:solidFill>
                  <a:srgbClr val="ff2200"/>
                </a:solidFill>
                <a:latin typeface="Noto Sans JP"/>
                <a:ea typeface="Noto Sans JP"/>
              </a:rPr>
              <a:t>システム</a:t>
            </a:r>
            <a:r>
              <a:rPr b="1" lang="en-US" sz="1200" spc="-1" strike="noStrike">
                <a:solidFill>
                  <a:srgbClr val="ff2200"/>
                </a:solidFill>
                <a:latin typeface="Noto Sans JP"/>
                <a:ea typeface="Noto Sans JP"/>
              </a:rPr>
              <a:t>C</a:t>
            </a:r>
            <a:endParaRPr b="0" lang="en-US" sz="1200" spc="-1" strike="noStrike">
              <a:latin typeface="Arial"/>
            </a:endParaRPr>
          </a:p>
        </p:txBody>
      </p:sp>
      <p:sp>
        <p:nvSpPr>
          <p:cNvPr id="899" name="Google Shape;1132;p19"/>
          <p:cNvSpPr/>
          <p:nvPr/>
        </p:nvSpPr>
        <p:spPr>
          <a:xfrm>
            <a:off x="6261120" y="250416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900" name="Google Shape;1133;p19"/>
          <p:cNvSpPr/>
          <p:nvPr/>
        </p:nvSpPr>
        <p:spPr>
          <a:xfrm>
            <a:off x="6291360" y="336744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01" name="Google Shape;1134;p19"/>
          <p:cNvSpPr/>
          <p:nvPr/>
        </p:nvSpPr>
        <p:spPr>
          <a:xfrm>
            <a:off x="6264000" y="351360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902" name="Google Shape;1135;p19"/>
          <p:cNvSpPr/>
          <p:nvPr/>
        </p:nvSpPr>
        <p:spPr>
          <a:xfrm>
            <a:off x="6244920" y="135144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03" name="Google Shape;1136;p19"/>
          <p:cNvSpPr/>
          <p:nvPr/>
        </p:nvSpPr>
        <p:spPr>
          <a:xfrm>
            <a:off x="6244920" y="373212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04" name="Google Shape;1137;p19"/>
          <p:cNvSpPr/>
          <p:nvPr/>
        </p:nvSpPr>
        <p:spPr>
          <a:xfrm>
            <a:off x="6244920" y="276948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05" name="Google Shape;1138;p19"/>
          <p:cNvSpPr/>
          <p:nvPr/>
        </p:nvSpPr>
        <p:spPr>
          <a:xfrm>
            <a:off x="669240" y="158976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906" name="Google Shape;1139;p19"/>
          <p:cNvSpPr/>
          <p:nvPr/>
        </p:nvSpPr>
        <p:spPr>
          <a:xfrm>
            <a:off x="3438720" y="158976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907" name="Google Shape;1140;p19"/>
          <p:cNvSpPr/>
          <p:nvPr/>
        </p:nvSpPr>
        <p:spPr>
          <a:xfrm>
            <a:off x="6242040" y="158976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908" name="Google Shape;1141;p19"/>
          <p:cNvSpPr/>
          <p:nvPr/>
        </p:nvSpPr>
        <p:spPr>
          <a:xfrm>
            <a:off x="3215520" y="1784160"/>
            <a:ext cx="26913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a:p>
            <a:pPr algn="ctr">
              <a:lnSpc>
                <a:spcPct val="100000"/>
              </a:lnSpc>
              <a:buNone/>
              <a:tabLst>
                <a:tab algn="l" pos="0"/>
              </a:tabLst>
            </a:pPr>
            <a:r>
              <a:rPr b="0" lang="en-US" sz="900" spc="-1" strike="noStrike">
                <a:solidFill>
                  <a:srgbClr val="ff2200"/>
                </a:solidFill>
                <a:latin typeface="Noto Sans JP"/>
                <a:ea typeface="Noto Sans JP"/>
              </a:rPr>
              <a:t>※</a:t>
            </a:r>
            <a:r>
              <a:rPr b="0" lang="en-US" sz="900" spc="-1" strike="noStrike">
                <a:solidFill>
                  <a:srgbClr val="ff2200"/>
                </a:solidFill>
                <a:latin typeface="Noto Sans JP"/>
                <a:ea typeface="Noto Sans JP"/>
              </a:rPr>
              <a:t>Android</a:t>
            </a:r>
            <a:r>
              <a:rPr b="0" lang="zh-CN" sz="900" spc="-1" strike="noStrike">
                <a:solidFill>
                  <a:srgbClr val="ff2200"/>
                </a:solidFill>
                <a:latin typeface="Noto Sans JP"/>
                <a:ea typeface="Noto Sans JP"/>
              </a:rPr>
              <a:t>版は</a:t>
            </a:r>
            <a:r>
              <a:rPr b="0" lang="en-US" sz="900" spc="-1" strike="noStrike">
                <a:solidFill>
                  <a:srgbClr val="ff2200"/>
                </a:solidFill>
                <a:latin typeface="Noto Sans JP"/>
                <a:ea typeface="Noto Sans JP"/>
              </a:rPr>
              <a:t>SDK</a:t>
            </a:r>
            <a:r>
              <a:rPr b="0" lang="zh-CN" sz="900" spc="-1" strike="noStrike">
                <a:solidFill>
                  <a:srgbClr val="ff2200"/>
                </a:solidFill>
                <a:latin typeface="Noto Sans JP"/>
                <a:ea typeface="Noto Sans JP"/>
              </a:rPr>
              <a:t>のバージョンアップ対応のみ</a:t>
            </a:r>
            <a:endParaRPr b="0" lang="en-US" sz="900" spc="-1" strike="noStrike">
              <a:latin typeface="Arial"/>
            </a:endParaRPr>
          </a:p>
        </p:txBody>
      </p:sp>
      <p:sp>
        <p:nvSpPr>
          <p:cNvPr id="909" name="Google Shape;1142;p19"/>
          <p:cNvSpPr/>
          <p:nvPr/>
        </p:nvSpPr>
        <p:spPr>
          <a:xfrm>
            <a:off x="6244920" y="177876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10" name="Google Shape;1143;p19"/>
          <p:cNvSpPr/>
          <p:nvPr/>
        </p:nvSpPr>
        <p:spPr>
          <a:xfrm>
            <a:off x="393840" y="1784160"/>
            <a:ext cx="26913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a:p>
            <a:pPr algn="ctr">
              <a:lnSpc>
                <a:spcPct val="100000"/>
              </a:lnSpc>
              <a:buNone/>
              <a:tabLst>
                <a:tab algn="l" pos="0"/>
              </a:tabLst>
            </a:pPr>
            <a:r>
              <a:rPr b="0" lang="en-US" sz="900" spc="-1" strike="noStrike">
                <a:solidFill>
                  <a:srgbClr val="ff2200"/>
                </a:solidFill>
                <a:latin typeface="Noto Sans JP"/>
                <a:ea typeface="Noto Sans JP"/>
              </a:rPr>
              <a:t>※</a:t>
            </a:r>
            <a:r>
              <a:rPr b="0" lang="en-US" sz="900" spc="-1" strike="noStrike">
                <a:solidFill>
                  <a:srgbClr val="ff2200"/>
                </a:solidFill>
                <a:latin typeface="Noto Sans JP"/>
                <a:ea typeface="Noto Sans JP"/>
              </a:rPr>
              <a:t>Android</a:t>
            </a:r>
            <a:r>
              <a:rPr b="0" lang="zh-CN" sz="900" spc="-1" strike="noStrike">
                <a:solidFill>
                  <a:srgbClr val="ff2200"/>
                </a:solidFill>
                <a:latin typeface="Noto Sans JP"/>
                <a:ea typeface="Noto Sans JP"/>
              </a:rPr>
              <a:t>版は</a:t>
            </a:r>
            <a:r>
              <a:rPr b="0" lang="en-US" sz="900" spc="-1" strike="noStrike">
                <a:solidFill>
                  <a:srgbClr val="ff2200"/>
                </a:solidFill>
                <a:latin typeface="Noto Sans JP"/>
                <a:ea typeface="Noto Sans JP"/>
              </a:rPr>
              <a:t>SDK</a:t>
            </a:r>
            <a:r>
              <a:rPr b="0" lang="zh-CN" sz="900" spc="-1" strike="noStrike">
                <a:solidFill>
                  <a:srgbClr val="ff2200"/>
                </a:solidFill>
                <a:latin typeface="Noto Sans JP"/>
                <a:ea typeface="Noto Sans JP"/>
              </a:rPr>
              <a:t>のバージョンアップ対応のみ</a:t>
            </a:r>
            <a:endParaRPr b="0" lang="en-US" sz="900" spc="-1" strike="noStrike">
              <a:latin typeface="Arial"/>
            </a:endParaRPr>
          </a:p>
        </p:txBody>
      </p:sp>
      <p:sp>
        <p:nvSpPr>
          <p:cNvPr id="911" name="Google Shape;1144;p19"/>
          <p:cNvSpPr/>
          <p:nvPr/>
        </p:nvSpPr>
        <p:spPr>
          <a:xfrm>
            <a:off x="3442320" y="3730680"/>
            <a:ext cx="22377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12" name="Google Shape;1145;p19"/>
          <p:cNvSpPr/>
          <p:nvPr/>
        </p:nvSpPr>
        <p:spPr>
          <a:xfrm>
            <a:off x="620640" y="3693240"/>
            <a:ext cx="22377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13" name="Google Shape;1146;p19"/>
          <p:cNvSpPr/>
          <p:nvPr/>
        </p:nvSpPr>
        <p:spPr>
          <a:xfrm>
            <a:off x="3441600" y="276948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14" name="Google Shape;1147;p19"/>
          <p:cNvSpPr/>
          <p:nvPr/>
        </p:nvSpPr>
        <p:spPr>
          <a:xfrm>
            <a:off x="619560" y="276948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15" name="Google Shape;1148;p19"/>
          <p:cNvSpPr/>
          <p:nvPr/>
        </p:nvSpPr>
        <p:spPr>
          <a:xfrm>
            <a:off x="1455840" y="330840"/>
            <a:ext cx="6389280" cy="396000"/>
          </a:xfrm>
          <a:prstGeom prst="roundRect">
            <a:avLst>
              <a:gd name="adj" fmla="val 16667"/>
            </a:avLst>
          </a:prstGeom>
          <a:solidFill>
            <a:srgbClr val="d9ae3b"/>
          </a:solidFill>
          <a:ln w="0">
            <a:noFill/>
          </a:ln>
        </p:spPr>
        <p:style>
          <a:lnRef idx="0"/>
          <a:fillRef idx="0"/>
          <a:effectRef idx="0"/>
          <a:fontRef idx="minor"/>
        </p:style>
        <p:txBody>
          <a:bodyPr lIns="90000" rIns="90000" tIns="357840" bIns="357840" anchor="ctr">
            <a:noAutofit/>
          </a:bodyPr>
          <a:p>
            <a:pPr algn="ctr">
              <a:lnSpc>
                <a:spcPct val="100000"/>
              </a:lnSpc>
              <a:buNone/>
              <a:tabLst>
                <a:tab algn="l" pos="0"/>
              </a:tabLst>
            </a:pPr>
            <a:r>
              <a:rPr b="1" lang="en-US" sz="1400" spc="-1" strike="noStrike">
                <a:solidFill>
                  <a:srgbClr val="ffffff"/>
                </a:solidFill>
                <a:latin typeface="Arial"/>
                <a:ea typeface="Arial"/>
              </a:rPr>
              <a:t>A</a:t>
            </a:r>
            <a:r>
              <a:rPr b="1" lang="zh-CN" sz="1400" spc="-1" strike="noStrike">
                <a:solidFill>
                  <a:srgbClr val="ffffff"/>
                </a:solidFill>
                <a:latin typeface="Arial"/>
                <a:ea typeface="Arial"/>
              </a:rPr>
              <a:t>案：</a:t>
            </a:r>
            <a:r>
              <a:rPr b="1" lang="en-US" sz="1400" spc="-1" strike="noStrike">
                <a:solidFill>
                  <a:srgbClr val="ffffff"/>
                </a:solidFill>
                <a:latin typeface="Arial"/>
                <a:ea typeface="Arial"/>
              </a:rPr>
              <a:t>Android</a:t>
            </a:r>
            <a:r>
              <a:rPr b="1" lang="zh-CN" sz="1400" spc="-1" strike="noStrike">
                <a:solidFill>
                  <a:srgbClr val="ffffff"/>
                </a:solidFill>
                <a:latin typeface="Arial"/>
                <a:ea typeface="Arial"/>
              </a:rPr>
              <a:t>版</a:t>
            </a:r>
            <a:r>
              <a:rPr b="1" lang="en-US" sz="1400" spc="-1" strike="noStrike">
                <a:solidFill>
                  <a:srgbClr val="ffffff"/>
                </a:solidFill>
                <a:latin typeface="Arial"/>
                <a:ea typeface="Arial"/>
              </a:rPr>
              <a:t>SDK</a:t>
            </a:r>
            <a:r>
              <a:rPr b="1" lang="zh-CN" sz="1400" spc="-1" strike="noStrike">
                <a:solidFill>
                  <a:srgbClr val="ffffff"/>
                </a:solidFill>
                <a:latin typeface="Arial"/>
                <a:ea typeface="Arial"/>
              </a:rPr>
              <a:t>バージョンアップ </a:t>
            </a:r>
            <a:r>
              <a:rPr b="1" lang="en-US" sz="1400" spc="-1" strike="noStrike">
                <a:solidFill>
                  <a:srgbClr val="ffffff"/>
                </a:solidFill>
                <a:latin typeface="Arial"/>
                <a:ea typeface="Arial"/>
              </a:rPr>
              <a:t>+ iOS</a:t>
            </a:r>
            <a:r>
              <a:rPr b="1" lang="zh-CN" sz="1400" spc="-1" strike="noStrike">
                <a:solidFill>
                  <a:srgbClr val="ffffff"/>
                </a:solidFill>
                <a:latin typeface="Arial"/>
                <a:ea typeface="Arial"/>
              </a:rPr>
              <a:t>版開発</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title"/>
          </p:nvPr>
        </p:nvSpPr>
        <p:spPr>
          <a:xfrm>
            <a:off x="432000" y="324720"/>
            <a:ext cx="8278200" cy="965520"/>
          </a:xfrm>
          <a:prstGeom prst="rect">
            <a:avLst/>
          </a:prstGeom>
          <a:noFill/>
          <a:ln w="0">
            <a:noFill/>
          </a:ln>
        </p:spPr>
        <p:txBody>
          <a:bodyPr lIns="0" rIns="0" tIns="54000" bIns="54000" anchor="t">
            <a:no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latin typeface="Arial"/>
            </a:endParaRPr>
          </a:p>
        </p:txBody>
      </p:sp>
      <p:sp>
        <p:nvSpPr>
          <p:cNvPr id="917" name="PlaceHolder 2"/>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a:t>
            </a:r>
            <a:endParaRPr b="0" lang="en-US" sz="800" spc="-1" strike="noStrike">
              <a:latin typeface="Arial"/>
            </a:endParaRPr>
          </a:p>
        </p:txBody>
      </p:sp>
      <p:sp>
        <p:nvSpPr>
          <p:cNvPr id="918" name="Google Shape;1155;p20"/>
          <p:cNvSpPr/>
          <p:nvPr/>
        </p:nvSpPr>
        <p:spPr>
          <a:xfrm>
            <a:off x="431280" y="1146600"/>
            <a:ext cx="2691360" cy="31788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919" name="Google Shape;1156;p20"/>
          <p:cNvSpPr/>
          <p:nvPr/>
        </p:nvSpPr>
        <p:spPr>
          <a:xfrm>
            <a:off x="684720" y="223956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20" name="Google Shape;1157;p20"/>
          <p:cNvSpPr/>
          <p:nvPr/>
        </p:nvSpPr>
        <p:spPr>
          <a:xfrm>
            <a:off x="654480" y="936360"/>
            <a:ext cx="224532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A</a:t>
            </a:r>
            <a:endParaRPr b="0" lang="en-US" sz="1100" spc="-1" strike="noStrike">
              <a:latin typeface="Arial"/>
            </a:endParaRPr>
          </a:p>
        </p:txBody>
      </p:sp>
      <p:sp>
        <p:nvSpPr>
          <p:cNvPr id="921" name="Google Shape;1158;p20"/>
          <p:cNvSpPr/>
          <p:nvPr/>
        </p:nvSpPr>
        <p:spPr>
          <a:xfrm>
            <a:off x="669240" y="238572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922" name="Google Shape;1159;p20"/>
          <p:cNvSpPr/>
          <p:nvPr/>
        </p:nvSpPr>
        <p:spPr>
          <a:xfrm>
            <a:off x="709200" y="3249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23" name="Google Shape;1160;p20"/>
          <p:cNvSpPr/>
          <p:nvPr/>
        </p:nvSpPr>
        <p:spPr>
          <a:xfrm>
            <a:off x="675000" y="339516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924" name="Google Shape;1161;p20"/>
          <p:cNvSpPr/>
          <p:nvPr/>
        </p:nvSpPr>
        <p:spPr>
          <a:xfrm>
            <a:off x="3225600" y="1146600"/>
            <a:ext cx="2691360" cy="31788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925" name="Google Shape;1162;p20"/>
          <p:cNvSpPr/>
          <p:nvPr/>
        </p:nvSpPr>
        <p:spPr>
          <a:xfrm>
            <a:off x="3478680" y="223956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26" name="Google Shape;1163;p20"/>
          <p:cNvSpPr/>
          <p:nvPr/>
        </p:nvSpPr>
        <p:spPr>
          <a:xfrm>
            <a:off x="3448440" y="936360"/>
            <a:ext cx="224532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B</a:t>
            </a:r>
            <a:endParaRPr b="0" lang="en-US" sz="1100" spc="-1" strike="noStrike">
              <a:latin typeface="Arial"/>
            </a:endParaRPr>
          </a:p>
        </p:txBody>
      </p:sp>
      <p:sp>
        <p:nvSpPr>
          <p:cNvPr id="927" name="Google Shape;1164;p20"/>
          <p:cNvSpPr/>
          <p:nvPr/>
        </p:nvSpPr>
        <p:spPr>
          <a:xfrm>
            <a:off x="3463560" y="238572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928" name="Google Shape;1165;p20"/>
          <p:cNvSpPr/>
          <p:nvPr/>
        </p:nvSpPr>
        <p:spPr>
          <a:xfrm>
            <a:off x="3478680" y="3249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29" name="Google Shape;1166;p20"/>
          <p:cNvSpPr/>
          <p:nvPr/>
        </p:nvSpPr>
        <p:spPr>
          <a:xfrm>
            <a:off x="3468960" y="339516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インフラ</a:t>
            </a:r>
            <a:endParaRPr b="0" lang="en-US" sz="900" spc="-1" strike="noStrike">
              <a:latin typeface="Arial"/>
            </a:endParaRPr>
          </a:p>
        </p:txBody>
      </p:sp>
      <p:sp>
        <p:nvSpPr>
          <p:cNvPr id="930" name="Google Shape;1167;p20"/>
          <p:cNvSpPr/>
          <p:nvPr/>
        </p:nvSpPr>
        <p:spPr>
          <a:xfrm>
            <a:off x="6019560" y="1146600"/>
            <a:ext cx="2691360" cy="317880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931" name="Google Shape;1168;p20"/>
          <p:cNvSpPr/>
          <p:nvPr/>
        </p:nvSpPr>
        <p:spPr>
          <a:xfrm>
            <a:off x="6273000" y="223956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32" name="Google Shape;1169;p20"/>
          <p:cNvSpPr/>
          <p:nvPr/>
        </p:nvSpPr>
        <p:spPr>
          <a:xfrm>
            <a:off x="6242400" y="936360"/>
            <a:ext cx="224532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ff2200"/>
                </a:solidFill>
                <a:latin typeface="Noto Sans JP"/>
                <a:ea typeface="Noto Sans JP"/>
              </a:rPr>
              <a:t>システム</a:t>
            </a:r>
            <a:r>
              <a:rPr b="1" lang="en-US" sz="1100" spc="-1" strike="noStrike">
                <a:solidFill>
                  <a:srgbClr val="ff2200"/>
                </a:solidFill>
                <a:latin typeface="Noto Sans JP"/>
                <a:ea typeface="Noto Sans JP"/>
              </a:rPr>
              <a:t>C</a:t>
            </a:r>
            <a:endParaRPr b="0" lang="en-US" sz="1100" spc="-1" strike="noStrike">
              <a:latin typeface="Arial"/>
            </a:endParaRPr>
          </a:p>
        </p:txBody>
      </p:sp>
      <p:sp>
        <p:nvSpPr>
          <p:cNvPr id="933" name="Google Shape;1170;p20"/>
          <p:cNvSpPr/>
          <p:nvPr/>
        </p:nvSpPr>
        <p:spPr>
          <a:xfrm>
            <a:off x="6261120" y="2385720"/>
            <a:ext cx="224532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934" name="Google Shape;1171;p20"/>
          <p:cNvSpPr/>
          <p:nvPr/>
        </p:nvSpPr>
        <p:spPr>
          <a:xfrm>
            <a:off x="6273000" y="324900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935" name="Google Shape;1172;p20"/>
          <p:cNvSpPr/>
          <p:nvPr/>
        </p:nvSpPr>
        <p:spPr>
          <a:xfrm>
            <a:off x="6264000" y="3395160"/>
            <a:ext cx="223956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バックエンド</a:t>
            </a:r>
            <a:endParaRPr b="0" lang="en-US" sz="900" spc="-1" strike="noStrike">
              <a:latin typeface="Arial"/>
            </a:endParaRPr>
          </a:p>
        </p:txBody>
      </p:sp>
      <p:sp>
        <p:nvSpPr>
          <p:cNvPr id="936" name="Google Shape;1173;p20"/>
          <p:cNvSpPr/>
          <p:nvPr/>
        </p:nvSpPr>
        <p:spPr>
          <a:xfrm>
            <a:off x="6245280" y="361368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37" name="Google Shape;1174;p20"/>
          <p:cNvSpPr/>
          <p:nvPr/>
        </p:nvSpPr>
        <p:spPr>
          <a:xfrm>
            <a:off x="6245280" y="265104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38" name="Google Shape;1175;p20"/>
          <p:cNvSpPr/>
          <p:nvPr/>
        </p:nvSpPr>
        <p:spPr>
          <a:xfrm>
            <a:off x="654480" y="162360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939" name="Google Shape;1176;p20"/>
          <p:cNvSpPr/>
          <p:nvPr/>
        </p:nvSpPr>
        <p:spPr>
          <a:xfrm>
            <a:off x="3448440" y="162360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r>
              <a:rPr b="1" lang="en-US" sz="900" spc="-1" strike="noStrike">
                <a:solidFill>
                  <a:srgbClr val="3f3f3f"/>
                </a:solidFill>
                <a:latin typeface="Noto Sans JP"/>
                <a:ea typeface="Noto Sans JP"/>
              </a:rPr>
              <a:t>Android / iOS</a:t>
            </a:r>
            <a:r>
              <a:rPr b="1" lang="zh-CN" sz="900" spc="-1" strike="noStrike">
                <a:solidFill>
                  <a:srgbClr val="3f3f3f"/>
                </a:solidFill>
                <a:latin typeface="Noto Sans JP"/>
                <a:ea typeface="Noto Sans JP"/>
              </a:rPr>
              <a:t>）</a:t>
            </a:r>
            <a:endParaRPr b="0" lang="en-US" sz="900" spc="-1" strike="noStrike">
              <a:latin typeface="Arial"/>
            </a:endParaRPr>
          </a:p>
        </p:txBody>
      </p:sp>
      <p:sp>
        <p:nvSpPr>
          <p:cNvPr id="940" name="Google Shape;1177;p20"/>
          <p:cNvSpPr/>
          <p:nvPr/>
        </p:nvSpPr>
        <p:spPr>
          <a:xfrm>
            <a:off x="6242400" y="1452600"/>
            <a:ext cx="2245320" cy="1368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900" spc="-1" strike="noStrike">
                <a:solidFill>
                  <a:srgbClr val="3f3f3f"/>
                </a:solidFill>
                <a:latin typeface="Noto Sans JP"/>
                <a:ea typeface="Noto Sans JP"/>
              </a:rPr>
              <a:t>フロントエンド</a:t>
            </a:r>
            <a:endParaRPr b="0" lang="en-US" sz="900" spc="-1" strike="noStrike">
              <a:latin typeface="Arial"/>
            </a:endParaRPr>
          </a:p>
        </p:txBody>
      </p:sp>
      <p:sp>
        <p:nvSpPr>
          <p:cNvPr id="941" name="Google Shape;1178;p20"/>
          <p:cNvSpPr/>
          <p:nvPr/>
        </p:nvSpPr>
        <p:spPr>
          <a:xfrm>
            <a:off x="3452400" y="1720800"/>
            <a:ext cx="2237760" cy="36828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942" name="Google Shape;1179;p20"/>
          <p:cNvSpPr/>
          <p:nvPr/>
        </p:nvSpPr>
        <p:spPr>
          <a:xfrm>
            <a:off x="6245280" y="166032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43" name="Google Shape;1180;p20"/>
          <p:cNvSpPr/>
          <p:nvPr/>
        </p:nvSpPr>
        <p:spPr>
          <a:xfrm>
            <a:off x="658080" y="1748520"/>
            <a:ext cx="2237760" cy="36828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a:t>
            </a:r>
            <a:endParaRPr b="0" lang="en-US" sz="1100" spc="-1" strike="noStrike">
              <a:latin typeface="Arial"/>
            </a:endParaRPr>
          </a:p>
        </p:txBody>
      </p:sp>
      <p:sp>
        <p:nvSpPr>
          <p:cNvPr id="944" name="Google Shape;1181;p20"/>
          <p:cNvSpPr/>
          <p:nvPr/>
        </p:nvSpPr>
        <p:spPr>
          <a:xfrm>
            <a:off x="3452400" y="3612240"/>
            <a:ext cx="22377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45" name="Google Shape;1182;p20"/>
          <p:cNvSpPr/>
          <p:nvPr/>
        </p:nvSpPr>
        <p:spPr>
          <a:xfrm>
            <a:off x="658080" y="3646800"/>
            <a:ext cx="2237760" cy="459000"/>
          </a:xfrm>
          <a:prstGeom prst="rect">
            <a:avLst/>
          </a:prstGeom>
          <a:noFill/>
          <a:ln w="0">
            <a:noFill/>
          </a:ln>
        </p:spPr>
        <p:style>
          <a:lnRef idx="0"/>
          <a:fillRef idx="0"/>
          <a:effectRef idx="0"/>
          <a:fontRef idx="minor"/>
        </p:style>
        <p:txBody>
          <a:bodyPr lIns="90000" rIns="90000" tIns="36000" bIns="36000" anchor="ctr">
            <a:noAutofit/>
          </a:bodyPr>
          <a:p>
            <a:pPr algn="ctr">
              <a:lnSpc>
                <a:spcPct val="100000"/>
              </a:lnSpc>
              <a:buNone/>
              <a:tabLst>
                <a:tab algn="l" pos="0"/>
              </a:tabLst>
            </a:pPr>
            <a:r>
              <a:rPr b="1" lang="en-US" sz="1100" spc="-1" strike="noStrike">
                <a:solidFill>
                  <a:srgbClr val="ff2200"/>
                </a:solidFill>
                <a:latin typeface="Noto Sans JP"/>
                <a:ea typeface="Noto Sans JP"/>
              </a:rPr>
              <a:t>Sun Asterisk or </a:t>
            </a:r>
            <a:r>
              <a:rPr b="1" lang="zh-CN" sz="1100" spc="-1" strike="noStrike">
                <a:solidFill>
                  <a:srgbClr val="ff2200"/>
                </a:solidFill>
                <a:latin typeface="Noto Sans JP"/>
                <a:ea typeface="Noto Sans JP"/>
              </a:rPr>
              <a:t>貴社</a:t>
            </a:r>
            <a:endParaRPr b="0" lang="en-US" sz="1100" spc="-1" strike="noStrike">
              <a:latin typeface="Arial"/>
            </a:endParaRPr>
          </a:p>
        </p:txBody>
      </p:sp>
      <p:sp>
        <p:nvSpPr>
          <p:cNvPr id="946" name="Google Shape;1183;p20"/>
          <p:cNvSpPr/>
          <p:nvPr/>
        </p:nvSpPr>
        <p:spPr>
          <a:xfrm>
            <a:off x="3451320" y="265104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47" name="Google Shape;1184;p20"/>
          <p:cNvSpPr/>
          <p:nvPr/>
        </p:nvSpPr>
        <p:spPr>
          <a:xfrm>
            <a:off x="657360" y="2651040"/>
            <a:ext cx="2239560" cy="469440"/>
          </a:xfrm>
          <a:prstGeom prst="roundRect">
            <a:avLst>
              <a:gd name="adj" fmla="val 10093"/>
            </a:avLst>
          </a:prstGeom>
          <a:solidFill>
            <a:schemeClr val="dk2"/>
          </a:solidFill>
          <a:ln w="0">
            <a:noFill/>
          </a:ln>
        </p:spPr>
        <p:style>
          <a:lnRef idx="0"/>
          <a:fillRef idx="0"/>
          <a:effectRef idx="0"/>
          <a:fontRef idx="minor"/>
        </p:style>
        <p:txBody>
          <a:bodyPr lIns="90000" rIns="167400" tIns="91440" bIns="91440" anchor="ctr">
            <a:noAutofit/>
          </a:bodyPr>
          <a:p>
            <a:pPr algn="ctr">
              <a:lnSpc>
                <a:spcPct val="100000"/>
              </a:lnSpc>
              <a:buNone/>
              <a:tabLst>
                <a:tab algn="l" pos="0"/>
              </a:tabLst>
            </a:pPr>
            <a:r>
              <a:rPr b="1" lang="zh-CN" sz="1000" spc="-1" strike="noStrike">
                <a:solidFill>
                  <a:srgbClr val="3f3f3f"/>
                </a:solidFill>
                <a:latin typeface="Noto Sans JP"/>
                <a:ea typeface="Noto Sans JP"/>
              </a:rPr>
              <a:t>今回はスコープ外となります</a:t>
            </a:r>
            <a:endParaRPr b="0" lang="en-US" sz="1000" spc="-1" strike="noStrike">
              <a:latin typeface="Arial"/>
            </a:endParaRPr>
          </a:p>
        </p:txBody>
      </p:sp>
      <p:sp>
        <p:nvSpPr>
          <p:cNvPr id="948" name="Google Shape;1185;p20"/>
          <p:cNvSpPr/>
          <p:nvPr/>
        </p:nvSpPr>
        <p:spPr>
          <a:xfrm>
            <a:off x="657360" y="136620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49" name="Google Shape;1186;p20"/>
          <p:cNvSpPr/>
          <p:nvPr/>
        </p:nvSpPr>
        <p:spPr>
          <a:xfrm>
            <a:off x="3451320" y="136620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50" name="Google Shape;1187;p20"/>
          <p:cNvSpPr/>
          <p:nvPr/>
        </p:nvSpPr>
        <p:spPr>
          <a:xfrm>
            <a:off x="6245280" y="1213920"/>
            <a:ext cx="2239560" cy="16704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100" spc="-1" strike="noStrike">
                <a:solidFill>
                  <a:srgbClr val="3f3f3f"/>
                </a:solidFill>
                <a:latin typeface="Noto Sans JP"/>
                <a:ea typeface="Noto Sans JP"/>
              </a:rPr>
              <a:t>名称</a:t>
            </a:r>
            <a:endParaRPr b="0" lang="en-US" sz="1100" spc="-1" strike="noStrike">
              <a:latin typeface="Arial"/>
            </a:endParaRPr>
          </a:p>
        </p:txBody>
      </p:sp>
      <p:sp>
        <p:nvSpPr>
          <p:cNvPr id="951" name="Google Shape;1188;p20"/>
          <p:cNvSpPr/>
          <p:nvPr/>
        </p:nvSpPr>
        <p:spPr>
          <a:xfrm>
            <a:off x="432000" y="324720"/>
            <a:ext cx="827820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JP"/>
                <a:ea typeface="Noto Sans JP"/>
              </a:rPr>
              <a:t>対応範囲</a:t>
            </a:r>
            <a:endParaRPr b="0" lang="en-US" sz="1600" spc="-1" strike="noStrike">
              <a:latin typeface="Arial"/>
            </a:endParaRPr>
          </a:p>
        </p:txBody>
      </p:sp>
      <p:sp>
        <p:nvSpPr>
          <p:cNvPr id="952" name="Google Shape;1189;p20"/>
          <p:cNvSpPr/>
          <p:nvPr/>
        </p:nvSpPr>
        <p:spPr>
          <a:xfrm>
            <a:off x="1455840" y="334800"/>
            <a:ext cx="6389280" cy="396000"/>
          </a:xfrm>
          <a:prstGeom prst="roundRect">
            <a:avLst>
              <a:gd name="adj" fmla="val 16667"/>
            </a:avLst>
          </a:prstGeom>
          <a:solidFill>
            <a:srgbClr val="d9ae3b"/>
          </a:solidFill>
          <a:ln w="0">
            <a:noFill/>
          </a:ln>
        </p:spPr>
        <p:style>
          <a:lnRef idx="0"/>
          <a:fillRef idx="0"/>
          <a:effectRef idx="0"/>
          <a:fontRef idx="minor"/>
        </p:style>
        <p:txBody>
          <a:bodyPr lIns="90000" rIns="90000" tIns="357840" bIns="357840" anchor="ctr">
            <a:noAutofit/>
          </a:bodyPr>
          <a:p>
            <a:pPr algn="ctr">
              <a:lnSpc>
                <a:spcPct val="100000"/>
              </a:lnSpc>
              <a:buNone/>
              <a:tabLst>
                <a:tab algn="l" pos="0"/>
              </a:tabLst>
            </a:pPr>
            <a:r>
              <a:rPr b="1" lang="en-US" sz="1400" spc="-1" strike="noStrike">
                <a:solidFill>
                  <a:srgbClr val="ffffff"/>
                </a:solidFill>
                <a:latin typeface="Arial"/>
                <a:ea typeface="Arial"/>
              </a:rPr>
              <a:t>B</a:t>
            </a:r>
            <a:r>
              <a:rPr b="1" lang="zh-CN" sz="1400" spc="-1" strike="noStrike">
                <a:solidFill>
                  <a:srgbClr val="ffffff"/>
                </a:solidFill>
                <a:latin typeface="Arial"/>
                <a:ea typeface="Arial"/>
              </a:rPr>
              <a:t>案：</a:t>
            </a:r>
            <a:r>
              <a:rPr b="1" lang="en-US" sz="1400" spc="-1" strike="noStrike">
                <a:solidFill>
                  <a:srgbClr val="ffffff"/>
                </a:solidFill>
                <a:latin typeface="Arial"/>
                <a:ea typeface="Arial"/>
              </a:rPr>
              <a:t>Android</a:t>
            </a:r>
            <a:r>
              <a:rPr b="1" lang="zh-CN" sz="1400" spc="-1" strike="noStrike">
                <a:solidFill>
                  <a:srgbClr val="ffffff"/>
                </a:solidFill>
                <a:latin typeface="Arial"/>
                <a:ea typeface="Arial"/>
              </a:rPr>
              <a:t>版リニューアル </a:t>
            </a:r>
            <a:r>
              <a:rPr b="1" lang="en-US" sz="1400" spc="-1" strike="noStrike">
                <a:solidFill>
                  <a:srgbClr val="ffffff"/>
                </a:solidFill>
                <a:latin typeface="Arial"/>
                <a:ea typeface="Arial"/>
              </a:rPr>
              <a:t>+ iOS</a:t>
            </a:r>
            <a:r>
              <a:rPr b="1" lang="zh-CN" sz="1400" spc="-1" strike="noStrike">
                <a:solidFill>
                  <a:srgbClr val="ffffff"/>
                </a:solidFill>
                <a:latin typeface="Arial"/>
                <a:ea typeface="Arial"/>
              </a:rPr>
              <a:t>版開発</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Sun*’s Scope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en-US" sz="800" spc="-1" strike="noStrike">
                <a:solidFill>
                  <a:srgbClr val="ff2200"/>
                </a:solidFill>
                <a:latin typeface="Noto Sans JP"/>
                <a:ea typeface="Noto Sans JP"/>
              </a:rPr>
              <a:t>Sun*</a:t>
            </a:r>
            <a:r>
              <a:rPr b="1" lang="zh-CN" sz="800" spc="-1" strike="noStrike">
                <a:solidFill>
                  <a:srgbClr val="ff2200"/>
                </a:solidFill>
                <a:latin typeface="Noto Sans JP"/>
                <a:ea typeface="Noto Sans JP"/>
              </a:rPr>
              <a:t>のスコープ</a:t>
            </a:r>
            <a:endParaRPr b="0" lang="en-US" sz="800" spc="-1" strike="noStrike">
              <a:latin typeface="Arial"/>
            </a:endParaRPr>
          </a:p>
        </p:txBody>
      </p:sp>
      <p:sp>
        <p:nvSpPr>
          <p:cNvPr id="954" name="Google Shape;1195;p21"/>
          <p:cNvSpPr/>
          <p:nvPr/>
        </p:nvSpPr>
        <p:spPr>
          <a:xfrm>
            <a:off x="135720" y="19764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アプローチ比較サマリ</a:t>
            </a:r>
            <a:endParaRPr b="0" lang="en-US" sz="1600" spc="-1" strike="noStrike">
              <a:latin typeface="Arial"/>
            </a:endParaRPr>
          </a:p>
        </p:txBody>
      </p:sp>
      <p:graphicFrame>
        <p:nvGraphicFramePr>
          <p:cNvPr id="955" name="Google Shape;1196;p21"/>
          <p:cNvGraphicFramePr/>
          <p:nvPr/>
        </p:nvGraphicFramePr>
        <p:xfrm>
          <a:off x="276840" y="659160"/>
          <a:ext cx="8685720" cy="4258080"/>
        </p:xfrm>
        <a:graphic>
          <a:graphicData uri="http://schemas.openxmlformats.org/drawingml/2006/table">
            <a:tbl>
              <a:tblPr/>
              <a:tblGrid>
                <a:gridCol w="797400"/>
                <a:gridCol w="2484000"/>
                <a:gridCol w="2644920"/>
                <a:gridCol w="2759760"/>
              </a:tblGrid>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プラン</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A</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B</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en-US" sz="800" spc="-1" strike="noStrike">
                          <a:solidFill>
                            <a:srgbClr val="ffffff"/>
                          </a:solidFill>
                          <a:latin typeface="Noto Sans JP"/>
                          <a:ea typeface="Noto Sans JP"/>
                        </a:rPr>
                        <a:t>C</a:t>
                      </a:r>
                      <a:r>
                        <a:rPr b="1" lang="zh-CN" sz="800" spc="-1" strike="noStrike">
                          <a:solidFill>
                            <a:srgbClr val="ffffff"/>
                          </a:solidFill>
                          <a:latin typeface="Noto Sans JP"/>
                          <a:ea typeface="Noto Sans JP"/>
                        </a:rPr>
                        <a:t>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42552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アプローチ</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既存アプリを活かしつつ、</a:t>
                      </a: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版を新規開発</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Android/iOS</a:t>
                      </a:r>
                      <a:r>
                        <a:rPr b="0" lang="zh-CN" sz="800" spc="-1" strike="noStrike">
                          <a:solidFill>
                            <a:srgbClr val="000000"/>
                          </a:solidFill>
                          <a:latin typeface="Noto Sans JP"/>
                          <a:ea typeface="Noto Sans JP"/>
                        </a:rPr>
                        <a:t>両方を</a:t>
                      </a:r>
                      <a:r>
                        <a:rPr b="0" lang="en-US" sz="800" spc="-1" strike="noStrike">
                          <a:solidFill>
                            <a:srgbClr val="000000"/>
                          </a:solidFill>
                          <a:latin typeface="Noto Sans JP"/>
                          <a:ea typeface="Noto Sans JP"/>
                        </a:rPr>
                        <a:t>Flutter</a:t>
                      </a:r>
                      <a:r>
                        <a:rPr b="0" lang="zh-CN" sz="800" spc="-1" strike="noStrike">
                          <a:solidFill>
                            <a:srgbClr val="000000"/>
                          </a:solidFill>
                          <a:latin typeface="Noto Sans JP"/>
                          <a:ea typeface="Noto Sans JP"/>
                        </a:rPr>
                        <a:t>などで刷新</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フロント＋バックエンドの全面的な再構築</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68364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アプローチ</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が成立する</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前提条件</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・機能網羅性＜</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の見直しがビジネス要求として優先順位が高いことが共通認識としてもてる状態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・要件定義期間中にスケジュール通りに要件を</a:t>
                      </a:r>
                      <a:r>
                        <a:rPr b="0" lang="en-US" sz="800" spc="-1" strike="noStrike">
                          <a:solidFill>
                            <a:srgbClr val="000000"/>
                          </a:solidFill>
                          <a:latin typeface="Noto Sans JP"/>
                          <a:ea typeface="Noto Sans JP"/>
                        </a:rPr>
                        <a:t>Fix</a:t>
                      </a:r>
                      <a:r>
                        <a:rPr b="0" lang="zh-CN" sz="800" spc="-1" strike="noStrike">
                          <a:solidFill>
                            <a:srgbClr val="000000"/>
                          </a:solidFill>
                          <a:latin typeface="Noto Sans JP"/>
                          <a:ea typeface="Noto Sans JP"/>
                        </a:rPr>
                        <a:t>しきること</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・既存のソースコードが生成</a:t>
                      </a:r>
                      <a:r>
                        <a:rPr b="0" lang="en-US" sz="800" spc="-1" strike="noStrike">
                          <a:solidFill>
                            <a:srgbClr val="000000"/>
                          </a:solidFill>
                          <a:latin typeface="Noto Sans JP"/>
                          <a:ea typeface="Noto Sans JP"/>
                        </a:rPr>
                        <a:t>AI</a:t>
                      </a:r>
                      <a:r>
                        <a:rPr b="0" lang="zh-CN" sz="800" spc="-1" strike="noStrike">
                          <a:solidFill>
                            <a:srgbClr val="000000"/>
                          </a:solidFill>
                          <a:latin typeface="Noto Sans JP"/>
                          <a:ea typeface="Noto Sans JP"/>
                        </a:rPr>
                        <a:t>を使って変換可能な状態であること。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・要件定義期間中にスケジュール通りに要件を</a:t>
                      </a:r>
                      <a:r>
                        <a:rPr b="0" lang="en-US" sz="800" spc="-1" strike="noStrike">
                          <a:solidFill>
                            <a:srgbClr val="000000"/>
                          </a:solidFill>
                          <a:latin typeface="Noto Sans JP"/>
                          <a:ea typeface="Noto Sans JP"/>
                        </a:rPr>
                        <a:t>Fix</a:t>
                      </a:r>
                      <a:r>
                        <a:rPr b="0" lang="zh-CN" sz="800" spc="-1" strike="noStrike">
                          <a:solidFill>
                            <a:srgbClr val="000000"/>
                          </a:solidFill>
                          <a:latin typeface="Noto Sans JP"/>
                          <a:ea typeface="Noto Sans JP"/>
                        </a:rPr>
                        <a:t>しきること</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・既存のソースコードが生成</a:t>
                      </a:r>
                      <a:r>
                        <a:rPr b="0" lang="en-US" sz="800" spc="-1" strike="noStrike">
                          <a:solidFill>
                            <a:srgbClr val="000000"/>
                          </a:solidFill>
                          <a:latin typeface="Noto Sans JP"/>
                          <a:ea typeface="Noto Sans JP"/>
                        </a:rPr>
                        <a:t>AI</a:t>
                      </a:r>
                      <a:r>
                        <a:rPr b="0" lang="zh-CN" sz="800" spc="-1" strike="noStrike">
                          <a:solidFill>
                            <a:srgbClr val="000000"/>
                          </a:solidFill>
                          <a:latin typeface="Noto Sans JP"/>
                          <a:ea typeface="Noto Sans JP"/>
                        </a:rPr>
                        <a:t>を使って変換可能な状態であること。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想定機能数</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58</a:t>
                      </a:r>
                      <a:r>
                        <a:rPr b="0" lang="zh-CN" sz="800" spc="-1" strike="noStrike">
                          <a:solidFill>
                            <a:srgbClr val="000000"/>
                          </a:solidFill>
                          <a:latin typeface="Noto Sans JP"/>
                          <a:ea typeface="Noto Sans JP"/>
                        </a:rPr>
                        <a:t>機能</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42552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UX</a:t>
                      </a:r>
                      <a:r>
                        <a:rPr b="1" lang="zh-CN" sz="800" spc="-1" strike="noStrike">
                          <a:solidFill>
                            <a:srgbClr val="ffffff"/>
                          </a:solidFill>
                          <a:latin typeface="Noto Sans JP"/>
                          <a:ea typeface="Noto Sans JP"/>
                        </a:rPr>
                        <a:t>の改善</a:t>
                      </a:r>
                      <a:endParaRPr b="0" lang="en-US" sz="800" spc="-1" strike="noStrike">
                        <a:latin typeface="Arial"/>
                      </a:endParaRPr>
                    </a:p>
                    <a:p>
                      <a:pPr>
                        <a:lnSpc>
                          <a:spcPct val="100000"/>
                        </a:lnSpc>
                        <a:buNone/>
                        <a:tabLst>
                          <a:tab algn="l" pos="0"/>
                        </a:tabLst>
                      </a:pPr>
                      <a:r>
                        <a:rPr b="1" lang="zh-CN" sz="800" spc="-1" strike="noStrike">
                          <a:solidFill>
                            <a:srgbClr val="ffffff"/>
                          </a:solidFill>
                          <a:latin typeface="Noto Sans JP"/>
                          <a:ea typeface="Noto Sans JP"/>
                        </a:rPr>
                        <a:t>度合い</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版：低</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版：高</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版：高</a:t>
                      </a:r>
                      <a:br>
                        <a:rPr sz="800"/>
                      </a:b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版：高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304200">
                <a:tc>
                  <a:txBody>
                    <a:bodyPr lIns="90720" rIns="90720" anchor="t">
                      <a:noAutofit/>
                    </a:bodyPr>
                    <a:p>
                      <a:pPr>
                        <a:lnSpc>
                          <a:spcPct val="100000"/>
                        </a:lnSpc>
                        <a:buNone/>
                        <a:tabLst>
                          <a:tab algn="l" pos="0"/>
                        </a:tabLst>
                      </a:pPr>
                      <a:r>
                        <a:rPr b="1" lang="zh-CN" sz="800" spc="-1" strike="noStrike">
                          <a:solidFill>
                            <a:srgbClr val="ffffff"/>
                          </a:solidFill>
                          <a:latin typeface="Noto Sans JP"/>
                          <a:ea typeface="Noto Sans JP"/>
                        </a:rPr>
                        <a:t>要件の網羅性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低</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中</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高</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83160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pro</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 開発コスト・期間が</a:t>
                      </a:r>
                      <a:r>
                        <a:rPr b="0" lang="en-US" sz="800" spc="-1" strike="noStrike">
                          <a:solidFill>
                            <a:srgbClr val="000000"/>
                          </a:solidFill>
                          <a:latin typeface="Noto Sans JP"/>
                          <a:ea typeface="Noto Sans JP"/>
                        </a:rPr>
                        <a:t>B</a:t>
                      </a:r>
                      <a:r>
                        <a:rPr b="0" lang="zh-CN" sz="800" spc="-1" strike="noStrike">
                          <a:solidFill>
                            <a:srgbClr val="000000"/>
                          </a:solidFill>
                          <a:latin typeface="Noto Sans JP"/>
                          <a:ea typeface="Noto Sans JP"/>
                        </a:rPr>
                        <a:t>案に比べて抑えられる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側の動作や安定性はそのまま維持される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・既存ユーザーへの影響が少ない</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・両</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で統一された</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を提供可能</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・保守性・拡張性が高く、今後の機能追加も効率的</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・開発チームを一本化でき、運用効率が向上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・長期的に見ると</a:t>
                      </a:r>
                      <a:r>
                        <a:rPr b="0" lang="en-US" sz="800" spc="-1" strike="noStrike">
                          <a:solidFill>
                            <a:srgbClr val="000000"/>
                          </a:solidFill>
                          <a:latin typeface="Noto Sans JP"/>
                          <a:ea typeface="Noto Sans JP"/>
                        </a:rPr>
                        <a:t>TCO</a:t>
                      </a:r>
                      <a:r>
                        <a:rPr b="0" lang="zh-CN" sz="800" spc="-1" strike="noStrike">
                          <a:solidFill>
                            <a:srgbClr val="000000"/>
                          </a:solidFill>
                          <a:latin typeface="Noto Sans JP"/>
                          <a:ea typeface="Noto Sans JP"/>
                        </a:rPr>
                        <a:t>（総保有コスト）の削減につながる可能性あり</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・フロント・バックエンド両方を刷新することで、全体の技術的負債を解消</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・セキュリティ・パフォーマンス・保守性が大幅に向上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・機能追加や多端末対応（</a:t>
                      </a:r>
                      <a:r>
                        <a:rPr b="0" lang="en-US" sz="800" spc="-1" strike="noStrike">
                          <a:solidFill>
                            <a:srgbClr val="000000"/>
                          </a:solidFill>
                          <a:latin typeface="Noto Sans JP"/>
                          <a:ea typeface="Noto Sans JP"/>
                        </a:rPr>
                        <a:t>Web</a:t>
                      </a:r>
                      <a:r>
                        <a:rPr b="0" lang="zh-CN" sz="800" spc="-1" strike="noStrike">
                          <a:solidFill>
                            <a:srgbClr val="000000"/>
                          </a:solidFill>
                          <a:latin typeface="Noto Sans JP"/>
                          <a:ea typeface="Noto Sans JP"/>
                        </a:rPr>
                        <a:t>、他アプリなど）も将来的に容易になる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r h="979560">
                <a:tc>
                  <a:txBody>
                    <a:bodyPr lIns="90720" rIns="90720" anchor="t">
                      <a:noAutofit/>
                    </a:bodyPr>
                    <a:p>
                      <a:pPr>
                        <a:lnSpc>
                          <a:spcPct val="100000"/>
                        </a:lnSpc>
                        <a:buNone/>
                        <a:tabLst>
                          <a:tab algn="l" pos="0"/>
                        </a:tabLst>
                      </a:pPr>
                      <a:r>
                        <a:rPr b="1" lang="en-US" sz="800" spc="-1" strike="noStrike">
                          <a:solidFill>
                            <a:srgbClr val="ffffff"/>
                          </a:solidFill>
                          <a:latin typeface="Noto Sans JP"/>
                          <a:ea typeface="Noto Sans JP"/>
                        </a:rPr>
                        <a:t>con</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と</a:t>
                      </a:r>
                      <a:r>
                        <a:rPr b="0" lang="en-US" sz="800" spc="-1" strike="noStrike">
                          <a:solidFill>
                            <a:srgbClr val="000000"/>
                          </a:solidFill>
                          <a:latin typeface="Noto Sans JP"/>
                          <a:ea typeface="Noto Sans JP"/>
                        </a:rPr>
                        <a:t>iOS</a:t>
                      </a:r>
                      <a:r>
                        <a:rPr b="0" lang="zh-CN" sz="800" spc="-1" strike="noStrike">
                          <a:solidFill>
                            <a:srgbClr val="000000"/>
                          </a:solidFill>
                          <a:latin typeface="Noto Sans JP"/>
                          <a:ea typeface="Noto Sans JP"/>
                        </a:rPr>
                        <a:t>で</a:t>
                      </a:r>
                      <a:r>
                        <a:rPr b="0" lang="en-US" sz="800" spc="-1" strike="noStrike">
                          <a:solidFill>
                            <a:srgbClr val="000000"/>
                          </a:solidFill>
                          <a:latin typeface="Noto Sans JP"/>
                          <a:ea typeface="Noto Sans JP"/>
                        </a:rPr>
                        <a:t>UI/UX</a:t>
                      </a:r>
                      <a:r>
                        <a:rPr b="0" lang="zh-CN" sz="800" spc="-1" strike="noStrike">
                          <a:solidFill>
                            <a:srgbClr val="000000"/>
                          </a:solidFill>
                          <a:latin typeface="Noto Sans JP"/>
                          <a:ea typeface="Noto Sans JP"/>
                        </a:rPr>
                        <a:t>や機能の差異が生まれる可能性がある</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・将来的に</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アプリの保守・拡張が困難になる可能性あり</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・技術スタックが分散するため、チームの運用負荷が高くなる</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・初期開発コスト・期間が</a:t>
                      </a:r>
                      <a:r>
                        <a:rPr b="0" lang="en-US" sz="800" spc="-1" strike="noStrike">
                          <a:solidFill>
                            <a:srgbClr val="000000"/>
                          </a:solidFill>
                          <a:latin typeface="Noto Sans JP"/>
                          <a:ea typeface="Noto Sans JP"/>
                        </a:rPr>
                        <a:t>A</a:t>
                      </a:r>
                      <a:r>
                        <a:rPr b="0" lang="zh-CN" sz="800" spc="-1" strike="noStrike">
                          <a:solidFill>
                            <a:srgbClr val="000000"/>
                          </a:solidFill>
                          <a:latin typeface="Noto Sans JP"/>
                          <a:ea typeface="Noto Sans JP"/>
                        </a:rPr>
                        <a:t>案より高い</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・現在の</a:t>
                      </a:r>
                      <a:r>
                        <a:rPr b="0" lang="en-US" sz="800" spc="-1" strike="noStrike">
                          <a:solidFill>
                            <a:srgbClr val="000000"/>
                          </a:solidFill>
                          <a:latin typeface="Noto Sans JP"/>
                          <a:ea typeface="Noto Sans JP"/>
                        </a:rPr>
                        <a:t>Android</a:t>
                      </a:r>
                      <a:r>
                        <a:rPr b="0" lang="zh-CN" sz="800" spc="-1" strike="noStrike">
                          <a:solidFill>
                            <a:srgbClr val="000000"/>
                          </a:solidFill>
                          <a:latin typeface="Noto Sans JP"/>
                          <a:ea typeface="Noto Sans JP"/>
                        </a:rPr>
                        <a:t>アプリの機能やデータを移行する手間が発生</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・最も工数・コストがかかるオプション</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・全体のシステム把握・設計から着手する必要があり、関係者の合意形成が重要</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・リリースまでに時間がかかる可能性あり</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no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Google Shape;1201;p22"/>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Estimated Assumptions</a:t>
            </a:r>
            <a:endParaRPr b="0" lang="en-US" sz="2600" spc="-1" strike="noStrike">
              <a:latin typeface="Arial"/>
            </a:endParaRPr>
          </a:p>
        </p:txBody>
      </p:sp>
      <p:sp>
        <p:nvSpPr>
          <p:cNvPr id="957" name="Google Shape;1202;p22"/>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お見積りの前提条件</a:t>
            </a:r>
            <a:endParaRPr b="0" lang="en-US" sz="1600" spc="-1" strike="noStrike">
              <a:latin typeface="Arial"/>
            </a:endParaRPr>
          </a:p>
        </p:txBody>
      </p:sp>
      <p:sp>
        <p:nvSpPr>
          <p:cNvPr id="958" name="Google Shape;1203;p22"/>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Điều kiện tiền đề của bản estimation.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Bao gồm cả về techstack, kiến trúc dự kiến, …</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aphicFrame>
        <p:nvGraphicFramePr>
          <p:cNvPr id="959" name="Google Shape;1208;p23"/>
          <p:cNvGraphicFramePr/>
          <p:nvPr/>
        </p:nvGraphicFramePr>
        <p:xfrm>
          <a:off x="301680" y="688680"/>
          <a:ext cx="8580600" cy="3996720"/>
        </p:xfrm>
        <a:graphic>
          <a:graphicData uri="http://schemas.openxmlformats.org/drawingml/2006/table">
            <a:tbl>
              <a:tblPr/>
              <a:tblGrid>
                <a:gridCol w="1466640"/>
                <a:gridCol w="7114320"/>
              </a:tblGrid>
              <a:tr h="8712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開発方針</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・ハイブリッドアジャイル（初期プロト：</a:t>
                      </a:r>
                      <a:r>
                        <a:rPr b="0" lang="en-US" sz="900" spc="-1" strike="noStrike">
                          <a:solidFill>
                            <a:srgbClr val="000000"/>
                          </a:solidFill>
                          <a:latin typeface="Noto Sans JP"/>
                          <a:ea typeface="Noto Sans JP"/>
                        </a:rPr>
                        <a:t>9</a:t>
                      </a:r>
                      <a:r>
                        <a:rPr b="0" lang="zh-CN" sz="900" spc="-1" strike="noStrike">
                          <a:solidFill>
                            <a:srgbClr val="000000"/>
                          </a:solidFill>
                          <a:latin typeface="Noto Sans JP"/>
                          <a:ea typeface="Noto Sans JP"/>
                        </a:rPr>
                        <a:t>月までの要件定義＆後半ウォーターフォール的テスト）</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・既存プロトタイプを踏襲し、機能網羅性を優先し、短納期（～</a:t>
                      </a:r>
                      <a:r>
                        <a:rPr b="0" lang="en-US" sz="900" spc="-1" strike="noStrike">
                          <a:solidFill>
                            <a:srgbClr val="000000"/>
                          </a:solidFill>
                          <a:latin typeface="Noto Sans JP"/>
                          <a:ea typeface="Noto Sans JP"/>
                        </a:rPr>
                        <a:t>11</a:t>
                      </a:r>
                      <a:r>
                        <a:rPr b="0" lang="zh-CN" sz="900" spc="-1" strike="noStrike">
                          <a:solidFill>
                            <a:srgbClr val="000000"/>
                          </a:solidFill>
                          <a:latin typeface="Noto Sans JP"/>
                          <a:ea typeface="Noto Sans JP"/>
                        </a:rPr>
                        <a:t>月末）</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多機能化の両立を図ります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・開発スタイルについては要望に極力対応するが、</a:t>
                      </a:r>
                      <a:r>
                        <a:rPr b="0" lang="en-US" sz="900" spc="-1" strike="noStrike">
                          <a:solidFill>
                            <a:srgbClr val="000000"/>
                          </a:solidFill>
                          <a:latin typeface="Noto Sans JP"/>
                          <a:ea typeface="Noto Sans JP"/>
                        </a:rPr>
                        <a:t>Sun*</a:t>
                      </a:r>
                      <a:r>
                        <a:rPr b="0" lang="zh-CN" sz="900" spc="-1" strike="noStrike">
                          <a:solidFill>
                            <a:srgbClr val="000000"/>
                          </a:solidFill>
                          <a:latin typeface="Noto Sans JP"/>
                          <a:ea typeface="Noto Sans JP"/>
                        </a:rPr>
                        <a:t>が得意とするスタイルを基本採用し、最小限のドキュメンテーションで効率化を図ります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6210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品質戦略</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800" spc="-1" strike="noStrike">
                          <a:solidFill>
                            <a:srgbClr val="000000"/>
                          </a:solidFill>
                          <a:latin typeface="Noto Sans JP"/>
                          <a:ea typeface="Noto Sans JP"/>
                        </a:rPr>
                        <a:t>・</a:t>
                      </a:r>
                      <a:r>
                        <a:rPr b="0" lang="zh-CN" sz="900" spc="-1" strike="noStrike">
                          <a:solidFill>
                            <a:srgbClr val="000000"/>
                          </a:solidFill>
                          <a:latin typeface="Noto Sans JP"/>
                          <a:ea typeface="Noto Sans JP"/>
                        </a:rPr>
                        <a:t>期間を優先するため、正常ユースケースを通すことを前提とし、例外ケースの処理担保や運用設計等に関しては</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初期リリース以降のマイルストーンで改善を図る方針とします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72720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開発言語</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Android</a:t>
                      </a:r>
                      <a:r>
                        <a:rPr b="0" lang="zh-CN" sz="900" spc="-1" strike="noStrike">
                          <a:solidFill>
                            <a:srgbClr val="000000"/>
                          </a:solidFill>
                          <a:latin typeface="Noto Sans JP"/>
                          <a:ea typeface="Noto Sans JP"/>
                        </a:rPr>
                        <a:t>版：</a:t>
                      </a:r>
                      <a:r>
                        <a:rPr b="0" lang="en-US" sz="900" spc="-1" strike="noStrike">
                          <a:solidFill>
                            <a:srgbClr val="000000"/>
                          </a:solidFill>
                          <a:latin typeface="Noto Sans JP"/>
                          <a:ea typeface="Noto Sans JP"/>
                        </a:rPr>
                        <a:t>Flutter or Java</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iOS</a:t>
                      </a:r>
                      <a:r>
                        <a:rPr b="0" lang="zh-CN" sz="900" spc="-1" strike="noStrike">
                          <a:solidFill>
                            <a:srgbClr val="000000"/>
                          </a:solidFill>
                          <a:latin typeface="Noto Sans JP"/>
                          <a:ea typeface="Noto Sans JP"/>
                        </a:rPr>
                        <a:t>版：</a:t>
                      </a:r>
                      <a:r>
                        <a:rPr b="0" lang="en-US" sz="900" spc="-1" strike="noStrike">
                          <a:solidFill>
                            <a:srgbClr val="000000"/>
                          </a:solidFill>
                          <a:latin typeface="Noto Sans JP"/>
                          <a:ea typeface="Noto Sans JP"/>
                        </a:rPr>
                        <a:t>Flutter or Swift</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NestJS or PHP/Laravel (</a:t>
                      </a:r>
                      <a:r>
                        <a:rPr b="0" lang="zh-CN" sz="900" spc="-1" strike="noStrike">
                          <a:solidFill>
                            <a:srgbClr val="000000"/>
                          </a:solidFill>
                          <a:latin typeface="Noto Sans JP"/>
                          <a:ea typeface="Noto Sans JP"/>
                        </a:rPr>
                        <a:t>プロジェクト開始時に要件・運用体制など踏まえ最終決定</a:t>
                      </a:r>
                      <a:r>
                        <a:rPr b="0" lang="en-US" sz="900" spc="-1" strike="noStrike">
                          <a:solidFill>
                            <a:srgbClr val="000000"/>
                          </a:solidFill>
                          <a:latin typeface="Noto Sans JP"/>
                          <a:ea typeface="Noto Sans JP"/>
                        </a:rPr>
                        <a: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88344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機能要件</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A</a:t>
                      </a:r>
                      <a:r>
                        <a:rPr b="0" lang="zh-CN" sz="900" spc="-1" strike="noStrike">
                          <a:solidFill>
                            <a:srgbClr val="000000"/>
                          </a:solidFill>
                          <a:latin typeface="Noto Sans JP"/>
                          <a:ea typeface="Noto Sans JP"/>
                        </a:rPr>
                        <a:t>案と</a:t>
                      </a:r>
                      <a:r>
                        <a:rPr b="0" lang="en-US" sz="900" spc="-1" strike="noStrike">
                          <a:solidFill>
                            <a:srgbClr val="000000"/>
                          </a:solidFill>
                          <a:latin typeface="Noto Sans JP"/>
                          <a:ea typeface="Noto Sans JP"/>
                        </a:rPr>
                        <a:t>B</a:t>
                      </a:r>
                      <a:r>
                        <a:rPr b="0" lang="zh-CN" sz="900" spc="-1" strike="noStrike">
                          <a:solidFill>
                            <a:srgbClr val="000000"/>
                          </a:solidFill>
                          <a:latin typeface="Noto Sans JP"/>
                          <a:ea typeface="Noto Sans JP"/>
                        </a:rPr>
                        <a:t>案の場合、</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は既に存在し、正常に稼働している前提であり、アップグレードや修正は不要です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Swagger</a:t>
                      </a:r>
                      <a:r>
                        <a:rPr b="0" lang="zh-CN" sz="900" spc="-1" strike="noStrike">
                          <a:solidFill>
                            <a:srgbClr val="000000"/>
                          </a:solidFill>
                          <a:latin typeface="Noto Sans JP"/>
                          <a:ea typeface="Noto Sans JP"/>
                        </a:rPr>
                        <a:t>などの</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ドキュメント、仕様書は存在しない前提とします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・バックエンドのスコープ：</a:t>
                      </a:r>
                      <a:r>
                        <a:rPr b="0" lang="en-US" sz="900" spc="-1" strike="noStrike">
                          <a:solidFill>
                            <a:srgbClr val="000000"/>
                          </a:solidFill>
                          <a:latin typeface="Noto Sans JP"/>
                          <a:ea typeface="Noto Sans JP"/>
                        </a:rPr>
                        <a:t>Android</a:t>
                      </a:r>
                      <a:r>
                        <a:rPr b="0" lang="zh-CN" sz="900" spc="-1" strike="noStrike">
                          <a:solidFill>
                            <a:srgbClr val="000000"/>
                          </a:solidFill>
                          <a:latin typeface="Noto Sans JP"/>
                          <a:ea typeface="Noto Sans JP"/>
                        </a:rPr>
                        <a:t>アプリのリクエスト内容をもとに、手動で</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ドキュメントをリバースエンジニアリングし、</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擬似的な</a:t>
                      </a:r>
                      <a:r>
                        <a:rPr b="0" lang="en-US" sz="900" spc="-1" strike="noStrike">
                          <a:solidFill>
                            <a:srgbClr val="000000"/>
                          </a:solidFill>
                          <a:latin typeface="Noto Sans JP"/>
                          <a:ea typeface="Noto Sans JP"/>
                        </a:rPr>
                        <a:t>Swagger YAML</a:t>
                      </a:r>
                      <a:r>
                        <a:rPr b="0" lang="zh-CN" sz="900" spc="-1" strike="noStrike">
                          <a:solidFill>
                            <a:srgbClr val="000000"/>
                          </a:solidFill>
                          <a:latin typeface="Noto Sans JP"/>
                          <a:ea typeface="Noto Sans JP"/>
                        </a:rPr>
                        <a:t>ファイルを作成します</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894240">
                <a:tc>
                  <a:txBody>
                    <a:bodyPr lIns="90720" rIns="90720" anchor="ctr">
                      <a:noAutofit/>
                    </a:bodyPr>
                    <a:p>
                      <a:pPr algn="ctr">
                        <a:lnSpc>
                          <a:spcPct val="100000"/>
                        </a:lnSpc>
                        <a:buNone/>
                        <a:tabLst>
                          <a:tab algn="l" pos="0"/>
                        </a:tabLst>
                      </a:pPr>
                      <a:r>
                        <a:rPr b="1" lang="zh-CN" sz="900" spc="-1" strike="noStrike">
                          <a:solidFill>
                            <a:srgbClr val="ffffff"/>
                          </a:solidFill>
                          <a:latin typeface="Noto Sans JP"/>
                          <a:ea typeface="Noto Sans JP"/>
                        </a:rPr>
                        <a:t>非機能要件</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・セキュリティ：オフショア拠点からも既存システムへアクセス可能な想定となります。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・品質管理：</a:t>
                      </a:r>
                      <a:r>
                        <a:rPr b="0" lang="en-US" sz="900" spc="-1" strike="noStrike">
                          <a:solidFill>
                            <a:srgbClr val="000000"/>
                          </a:solidFill>
                          <a:latin typeface="Noto Sans JP"/>
                          <a:ea typeface="Noto Sans JP"/>
                        </a:rPr>
                        <a:t>PAO</a:t>
                      </a:r>
                      <a:r>
                        <a:rPr b="0" lang="zh-CN" sz="900" spc="-1" strike="noStrike">
                          <a:solidFill>
                            <a:srgbClr val="000000"/>
                          </a:solidFill>
                          <a:latin typeface="Noto Sans JP"/>
                          <a:ea typeface="Noto Sans JP"/>
                        </a:rPr>
                        <a:t>組織による横断サポート、不具合分析</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・リリース</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デプロイ：ステージングでリハーサルを実施</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・保守</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運用：不具合対応、</a:t>
                      </a:r>
                      <a:r>
                        <a:rPr b="0" lang="en-US" sz="900" spc="-1" strike="noStrike">
                          <a:solidFill>
                            <a:srgbClr val="000000"/>
                          </a:solidFill>
                          <a:latin typeface="Noto Sans JP"/>
                          <a:ea typeface="Noto Sans JP"/>
                        </a:rPr>
                        <a:t>ID</a:t>
                      </a:r>
                      <a:r>
                        <a:rPr b="0" lang="zh-CN" sz="900" spc="-1" strike="noStrike">
                          <a:solidFill>
                            <a:srgbClr val="000000"/>
                          </a:solidFill>
                          <a:latin typeface="Noto Sans JP"/>
                          <a:ea typeface="Noto Sans JP"/>
                        </a:rPr>
                        <a:t>追加、</a:t>
                      </a:r>
                      <a:r>
                        <a:rPr b="0" lang="en-US" sz="900" spc="-1" strike="noStrike">
                          <a:solidFill>
                            <a:srgbClr val="000000"/>
                          </a:solidFill>
                          <a:latin typeface="Noto Sans JP"/>
                          <a:ea typeface="Noto Sans JP"/>
                        </a:rPr>
                        <a:t>AWS</a:t>
                      </a:r>
                      <a:r>
                        <a:rPr b="0" lang="zh-CN" sz="900" spc="-1" strike="noStrike">
                          <a:solidFill>
                            <a:srgbClr val="000000"/>
                          </a:solidFill>
                          <a:latin typeface="Noto Sans JP"/>
                          <a:ea typeface="Noto Sans JP"/>
                        </a:rPr>
                        <a:t>パッチ適用、祝祭対応など。（</a:t>
                      </a:r>
                      <a:r>
                        <a:rPr b="0" lang="en-US" sz="900" spc="-1" strike="noStrike">
                          <a:solidFill>
                            <a:srgbClr val="000000"/>
                          </a:solidFill>
                          <a:latin typeface="Noto Sans JP"/>
                          <a:ea typeface="Noto Sans JP"/>
                        </a:rPr>
                        <a:t>SLA</a:t>
                      </a:r>
                      <a:r>
                        <a:rPr b="0" lang="zh-CN" sz="900" spc="-1" strike="noStrike">
                          <a:solidFill>
                            <a:srgbClr val="000000"/>
                          </a:solidFill>
                          <a:latin typeface="Noto Sans JP"/>
                          <a:ea typeface="Noto Sans JP"/>
                        </a:rPr>
                        <a:t>詳細は</a:t>
                      </a:r>
                      <a:r>
                        <a:rPr b="0" lang="en-US" sz="900" spc="-1" strike="noStrike">
                          <a:solidFill>
                            <a:srgbClr val="000000"/>
                          </a:solidFill>
                          <a:latin typeface="Noto Sans JP"/>
                          <a:ea typeface="Noto Sans JP"/>
                        </a:rPr>
                        <a:t>Phase2</a:t>
                      </a:r>
                      <a:r>
                        <a:rPr b="0" lang="zh-CN" sz="900" spc="-1" strike="noStrike">
                          <a:solidFill>
                            <a:srgbClr val="000000"/>
                          </a:solidFill>
                          <a:latin typeface="Noto Sans JP"/>
                          <a:ea typeface="Noto Sans JP"/>
                        </a:rPr>
                        <a:t>で検討）</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bl>
          </a:graphicData>
        </a:graphic>
      </p:graphicFrame>
      <p:grpSp>
        <p:nvGrpSpPr>
          <p:cNvPr id="960" name="Google Shape;1209;p23"/>
          <p:cNvGrpSpPr/>
          <p:nvPr/>
        </p:nvGrpSpPr>
        <p:grpSpPr>
          <a:xfrm>
            <a:off x="194760" y="98640"/>
            <a:ext cx="8687160" cy="750960"/>
            <a:chOff x="194760" y="98640"/>
            <a:chExt cx="8687160" cy="750960"/>
          </a:xfrm>
        </p:grpSpPr>
        <p:sp>
          <p:nvSpPr>
            <p:cNvPr id="961" name="Google Shape;1210;p23"/>
            <p:cNvSpPr/>
            <p:nvPr/>
          </p:nvSpPr>
          <p:spPr>
            <a:xfrm>
              <a:off x="432000" y="619200"/>
              <a:ext cx="8449920" cy="230400"/>
            </a:xfrm>
            <a:prstGeom prst="rect">
              <a:avLst/>
            </a:prstGeom>
            <a:noFill/>
            <a:ln w="0">
              <a:noFill/>
            </a:ln>
          </p:spPr>
          <p:style>
            <a:lnRef idx="0"/>
            <a:fillRef idx="0"/>
            <a:effectRef idx="0"/>
            <a:fontRef idx="minor"/>
          </p:style>
        </p:sp>
        <p:sp>
          <p:nvSpPr>
            <p:cNvPr id="962" name="Google Shape;1211;p23"/>
            <p:cNvSpPr/>
            <p:nvPr/>
          </p:nvSpPr>
          <p:spPr>
            <a:xfrm>
              <a:off x="432000" y="324720"/>
              <a:ext cx="827820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63" name="Google Shape;1212;p23"/>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64" name="Google Shape;1217;p24"/>
          <p:cNvGraphicFramePr/>
          <p:nvPr/>
        </p:nvGraphicFramePr>
        <p:xfrm>
          <a:off x="302400" y="676800"/>
          <a:ext cx="8515080" cy="3530880"/>
        </p:xfrm>
        <a:graphic>
          <a:graphicData uri="http://schemas.openxmlformats.org/drawingml/2006/table">
            <a:tbl>
              <a:tblPr/>
              <a:tblGrid>
                <a:gridCol w="1428120"/>
                <a:gridCol w="7087320"/>
              </a:tblGrid>
              <a:tr h="102240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デザイン</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UI</a:t>
                      </a:r>
                      <a:r>
                        <a:rPr b="0" lang="zh-CN" sz="900" spc="-1" strike="noStrike">
                          <a:solidFill>
                            <a:srgbClr val="000000"/>
                          </a:solidFill>
                          <a:latin typeface="Noto Sans JP"/>
                          <a:ea typeface="Noto Sans JP"/>
                        </a:rPr>
                        <a:t>に関しては既存</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で実現可能な範囲での修正程度を想定し、</a:t>
                      </a:r>
                      <a:r>
                        <a:rPr b="0" lang="en-US" sz="900" spc="-1" strike="noStrike">
                          <a:solidFill>
                            <a:srgbClr val="000000"/>
                          </a:solidFill>
                          <a:latin typeface="Noto Sans JP"/>
                          <a:ea typeface="Noto Sans JP"/>
                        </a:rPr>
                        <a:t>API</a:t>
                      </a:r>
                      <a:r>
                        <a:rPr b="0" lang="zh-CN" sz="900" spc="-1" strike="noStrike">
                          <a:solidFill>
                            <a:srgbClr val="000000"/>
                          </a:solidFill>
                          <a:latin typeface="Noto Sans JP"/>
                          <a:ea typeface="Noto Sans JP"/>
                        </a:rPr>
                        <a:t>の仕様変更が必要な</a:t>
                      </a:r>
                      <a:r>
                        <a:rPr b="0" lang="en-US" sz="900" spc="-1" strike="noStrike">
                          <a:solidFill>
                            <a:srgbClr val="000000"/>
                          </a:solidFill>
                          <a:latin typeface="Noto Sans JP"/>
                          <a:ea typeface="Noto Sans JP"/>
                        </a:rPr>
                        <a:t>UI/UX</a:t>
                      </a:r>
                      <a:r>
                        <a:rPr b="0" lang="zh-CN" sz="900" spc="-1" strike="noStrike">
                          <a:solidFill>
                            <a:srgbClr val="000000"/>
                          </a:solidFill>
                          <a:latin typeface="Noto Sans JP"/>
                          <a:ea typeface="Noto Sans JP"/>
                        </a:rPr>
                        <a:t>改善はスコープ外と想定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・対応画面数は</a:t>
                      </a:r>
                      <a:r>
                        <a:rPr b="0" lang="en-US" sz="900" spc="-1" strike="noStrike">
                          <a:solidFill>
                            <a:srgbClr val="000000"/>
                          </a:solidFill>
                          <a:latin typeface="Noto Sans JP"/>
                          <a:ea typeface="Noto Sans JP"/>
                        </a:rPr>
                        <a:t>58</a:t>
                      </a:r>
                      <a:r>
                        <a:rPr b="0" lang="zh-CN" sz="900" spc="-1" strike="noStrike">
                          <a:solidFill>
                            <a:srgbClr val="000000"/>
                          </a:solidFill>
                          <a:latin typeface="Noto Sans JP"/>
                          <a:ea typeface="Noto Sans JP"/>
                        </a:rPr>
                        <a:t>画面を想定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・プロトタイプのシナリオは利用者に限定し（相談者、有識者）、ログイン周りは既存プロトタイプ流用の方針</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・仕様変更多発の可能性があるため、開発期間内に都度微調整</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112860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外部</a:t>
                      </a:r>
                      <a:r>
                        <a:rPr b="1" lang="en-US" sz="900" spc="-1" strike="noStrike">
                          <a:solidFill>
                            <a:srgbClr val="ffffff"/>
                          </a:solidFill>
                          <a:latin typeface="Noto Sans JP"/>
                          <a:ea typeface="Noto Sans JP"/>
                        </a:rPr>
                        <a:t>API</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・現状、特に外部サービスとの連携はない想定</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・必要があれば要件定義時に協議のうえ採択</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r h="1380240">
                <a:tc>
                  <a:txBody>
                    <a:bodyPr lIns="90720" rIns="90720" anchor="ctr">
                      <a:noAutofit/>
                    </a:bodyPr>
                    <a:p>
                      <a:pPr algn="ctr">
                        <a:lnSpc>
                          <a:spcPct val="115000"/>
                        </a:lnSpc>
                        <a:buNone/>
                        <a:tabLst>
                          <a:tab algn="l" pos="0"/>
                        </a:tabLst>
                      </a:pPr>
                      <a:r>
                        <a:rPr b="1" lang="zh-CN" sz="900" spc="-1" strike="noStrike">
                          <a:solidFill>
                            <a:srgbClr val="ffffff"/>
                          </a:solidFill>
                          <a:latin typeface="Noto Sans JP"/>
                          <a:ea typeface="Noto Sans JP"/>
                        </a:rPr>
                        <a:t>その他</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8</a:t>
                      </a:r>
                      <a:r>
                        <a:rPr b="0" lang="zh-CN" sz="900" spc="-1" strike="noStrike">
                          <a:solidFill>
                            <a:srgbClr val="000000"/>
                          </a:solidFill>
                          <a:latin typeface="Noto Sans JP"/>
                          <a:ea typeface="Noto Sans JP"/>
                        </a:rPr>
                        <a:t>月のプロトタイプの後、スコープ合意を行い初期リリースの開発内容、スケジュールを調整します。</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・リリース資源管理</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開発中の未完成モジュールはリリースに含めない</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・本番データ閲覧権限</a:t>
                      </a:r>
                      <a:r>
                        <a:rPr b="0" lang="en-US" sz="900" spc="-1" strike="noStrike">
                          <a:solidFill>
                            <a:srgbClr val="000000"/>
                          </a:solidFill>
                          <a:latin typeface="Noto Sans JP"/>
                          <a:ea typeface="Noto Sans JP"/>
                        </a:rPr>
                        <a:t>: </a:t>
                      </a:r>
                      <a:r>
                        <a:rPr b="0" lang="zh-CN" sz="900" spc="-1" strike="noStrike">
                          <a:solidFill>
                            <a:srgbClr val="000000"/>
                          </a:solidFill>
                          <a:latin typeface="Noto Sans JP"/>
                          <a:ea typeface="Noto Sans JP"/>
                        </a:rPr>
                        <a:t>デプロイ時のアクセスルールは</a:t>
                      </a:r>
                      <a:r>
                        <a:rPr b="0" lang="en-US" sz="900" spc="-1" strike="noStrike">
                          <a:solidFill>
                            <a:srgbClr val="000000"/>
                          </a:solidFill>
                          <a:latin typeface="Noto Sans JP"/>
                          <a:ea typeface="Noto Sans JP"/>
                        </a:rPr>
                        <a:t>JP/VN</a:t>
                      </a:r>
                      <a:r>
                        <a:rPr b="0" lang="zh-CN" sz="900" spc="-1" strike="noStrike">
                          <a:solidFill>
                            <a:srgbClr val="000000"/>
                          </a:solidFill>
                          <a:latin typeface="Noto Sans JP"/>
                          <a:ea typeface="Noto Sans JP"/>
                        </a:rPr>
                        <a:t>で合意</a:t>
                      </a:r>
                      <a:endParaRPr b="0" lang="en-US" sz="900" spc="-1" strike="noStrike">
                        <a:latin typeface="Arial"/>
                      </a:endParaRPr>
                    </a:p>
                    <a:p>
                      <a:pPr>
                        <a:lnSpc>
                          <a:spcPct val="115000"/>
                        </a:lnSpc>
                        <a:buNone/>
                        <a:tabLst>
                          <a:tab algn="l" pos="0"/>
                        </a:tabLst>
                      </a:pPr>
                      <a:r>
                        <a:rPr b="0" lang="zh-CN" sz="900" spc="-1" strike="noStrike">
                          <a:solidFill>
                            <a:srgbClr val="000000"/>
                          </a:solidFill>
                          <a:latin typeface="Noto Sans JP"/>
                          <a:ea typeface="Noto Sans JP"/>
                        </a:rPr>
                        <a:t>・保守</a:t>
                      </a:r>
                      <a:r>
                        <a:rPr b="0" lang="en-US" sz="900" spc="-1" strike="noStrike">
                          <a:solidFill>
                            <a:srgbClr val="000000"/>
                          </a:solidFill>
                          <a:latin typeface="Noto Sans JP"/>
                          <a:ea typeface="Noto Sans JP"/>
                        </a:rPr>
                        <a:t>SLA(</a:t>
                      </a:r>
                      <a:r>
                        <a:rPr b="0" lang="zh-CN" sz="900" spc="-1" strike="noStrike">
                          <a:solidFill>
                            <a:srgbClr val="000000"/>
                          </a:solidFill>
                          <a:latin typeface="Noto Sans JP"/>
                          <a:ea typeface="Noto Sans JP"/>
                        </a:rPr>
                        <a:t>テト期間含む障害対応、営業時間外対応など</a:t>
                      </a:r>
                      <a:r>
                        <a:rPr b="0" lang="en-US" sz="900" spc="-1" strike="noStrike">
                          <a:solidFill>
                            <a:srgbClr val="000000"/>
                          </a:solidFill>
                          <a:latin typeface="Noto Sans JP"/>
                          <a:ea typeface="Noto Sans JP"/>
                        </a:rPr>
                        <a:t>)</a:t>
                      </a:r>
                      <a:r>
                        <a:rPr b="0" lang="zh-CN" sz="900" spc="-1" strike="noStrike">
                          <a:solidFill>
                            <a:srgbClr val="000000"/>
                          </a:solidFill>
                          <a:latin typeface="Noto Sans JP"/>
                          <a:ea typeface="Noto Sans JP"/>
                        </a:rPr>
                        <a:t>は初期リリース後に詳細決定</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7f7f7"/>
                    </a:solidFill>
                  </a:tcPr>
                </a:tc>
              </a:tr>
            </a:tbl>
          </a:graphicData>
        </a:graphic>
      </p:graphicFrame>
      <p:grpSp>
        <p:nvGrpSpPr>
          <p:cNvPr id="965" name="Google Shape;1218;p24"/>
          <p:cNvGrpSpPr/>
          <p:nvPr/>
        </p:nvGrpSpPr>
        <p:grpSpPr>
          <a:xfrm>
            <a:off x="194760" y="98640"/>
            <a:ext cx="8687160" cy="750960"/>
            <a:chOff x="194760" y="98640"/>
            <a:chExt cx="8687160" cy="750960"/>
          </a:xfrm>
        </p:grpSpPr>
        <p:sp>
          <p:nvSpPr>
            <p:cNvPr id="966" name="Google Shape;1219;p24"/>
            <p:cNvSpPr/>
            <p:nvPr/>
          </p:nvSpPr>
          <p:spPr>
            <a:xfrm>
              <a:off x="432000" y="619200"/>
              <a:ext cx="8449920" cy="230400"/>
            </a:xfrm>
            <a:prstGeom prst="rect">
              <a:avLst/>
            </a:prstGeom>
            <a:noFill/>
            <a:ln w="0">
              <a:noFill/>
            </a:ln>
          </p:spPr>
          <p:style>
            <a:lnRef idx="0"/>
            <a:fillRef idx="0"/>
            <a:effectRef idx="0"/>
            <a:fontRef idx="minor"/>
          </p:style>
        </p:sp>
        <p:sp>
          <p:nvSpPr>
            <p:cNvPr id="967" name="Google Shape;1220;p24"/>
            <p:cNvSpPr/>
            <p:nvPr/>
          </p:nvSpPr>
          <p:spPr>
            <a:xfrm>
              <a:off x="432000" y="324720"/>
              <a:ext cx="827820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68" name="Google Shape;1221;p24"/>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69" name="Google Shape;1226;p25"/>
          <p:cNvGraphicFramePr/>
          <p:nvPr/>
        </p:nvGraphicFramePr>
        <p:xfrm>
          <a:off x="324720" y="655920"/>
          <a:ext cx="8466480" cy="3930120"/>
        </p:xfrm>
        <a:graphic>
          <a:graphicData uri="http://schemas.openxmlformats.org/drawingml/2006/table">
            <a:tbl>
              <a:tblPr/>
              <a:tblGrid>
                <a:gridCol w="1447200"/>
                <a:gridCol w="7019640"/>
              </a:tblGrid>
              <a:tr h="3930480">
                <a:tc>
                  <a:txBody>
                    <a:bodyPr lIns="90720" rIns="90720" anchor="ctr">
                      <a:noAutofit/>
                    </a:bodyPr>
                    <a:p>
                      <a:pPr algn="ctr">
                        <a:lnSpc>
                          <a:spcPct val="115000"/>
                        </a:lnSpc>
                        <a:buNone/>
                        <a:tabLst>
                          <a:tab algn="l" pos="0"/>
                        </a:tabLst>
                      </a:pPr>
                      <a:r>
                        <a:rPr b="1" lang="zh-CN" sz="1000" spc="-1" strike="noStrike">
                          <a:solidFill>
                            <a:srgbClr val="ffffff"/>
                          </a:solidFill>
                          <a:latin typeface="Noto Sans JP"/>
                          <a:ea typeface="Noto Sans JP"/>
                        </a:rPr>
                        <a:t>インフラ</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15000"/>
                        </a:lnSpc>
                        <a:buNone/>
                        <a:tabLst>
                          <a:tab algn="l" pos="0"/>
                        </a:tabLst>
                      </a:pPr>
                      <a:r>
                        <a:rPr b="1" lang="en-US" sz="900" spc="-1" strike="noStrike">
                          <a:solidFill>
                            <a:srgbClr val="ff2200"/>
                          </a:solidFill>
                          <a:latin typeface="Noto Sans JP"/>
                          <a:ea typeface="Noto Sans JP"/>
                        </a:rPr>
                        <a:t>A</a:t>
                      </a:r>
                      <a:r>
                        <a:rPr b="1" lang="zh-CN" sz="900" spc="-1" strike="noStrike">
                          <a:solidFill>
                            <a:srgbClr val="ff2200"/>
                          </a:solidFill>
                          <a:latin typeface="Noto Sans JP"/>
                          <a:ea typeface="Noto Sans JP"/>
                        </a:rPr>
                        <a:t>案の場合</a:t>
                      </a:r>
                      <a:endParaRPr b="0" lang="en-US" sz="900" spc="-1" strike="noStrike">
                        <a:latin typeface="Arial"/>
                      </a:endParaRPr>
                    </a:p>
                    <a:p>
                      <a:pPr>
                        <a:lnSpc>
                          <a:spcPct val="115000"/>
                        </a:lnSpc>
                        <a:buNone/>
                        <a:tabLst>
                          <a:tab algn="l" pos="0"/>
                        </a:tabLst>
                      </a:pPr>
                      <a:r>
                        <a:rPr b="1" lang="en-US" sz="800" spc="-1" strike="noStrike">
                          <a:solidFill>
                            <a:srgbClr val="3f3f3f"/>
                          </a:solidFill>
                          <a:latin typeface="Noto Sans JP"/>
                          <a:ea typeface="Noto Sans JP"/>
                        </a:rPr>
                        <a:t>■</a:t>
                      </a:r>
                      <a:r>
                        <a:rPr b="1" lang="zh-CN" sz="800" spc="-1" strike="noStrike">
                          <a:solidFill>
                            <a:srgbClr val="000000"/>
                          </a:solidFill>
                          <a:latin typeface="Noto Sans JP"/>
                          <a:ea typeface="Noto Sans JP"/>
                        </a:rPr>
                        <a:t>お客様のシステムがクラウド環境に構築されている場合</a:t>
                      </a:r>
                      <a:br>
                        <a:rPr sz="800"/>
                      </a:br>
                      <a:r>
                        <a:rPr b="1" lang="zh-CN" sz="800" spc="-1" strike="noStrike">
                          <a:solidFill>
                            <a:srgbClr val="3f3f3f"/>
                          </a:solidFill>
                          <a:latin typeface="Noto Sans JP"/>
                          <a:ea typeface="Noto Sans JP"/>
                        </a:rPr>
                        <a:t>・最初</a:t>
                      </a:r>
                      <a:r>
                        <a:rPr b="0" lang="zh-CN" sz="800" spc="-1" strike="noStrike">
                          <a:solidFill>
                            <a:srgbClr val="000000"/>
                          </a:solidFill>
                          <a:latin typeface="Noto Sans JP"/>
                          <a:ea typeface="Noto Sans JP"/>
                        </a:rPr>
                        <a:t>の</a:t>
                      </a:r>
                      <a:r>
                        <a:rPr b="0" lang="en-US" sz="800" spc="-1" strike="noStrike">
                          <a:solidFill>
                            <a:srgbClr val="000000"/>
                          </a:solidFill>
                          <a:latin typeface="Noto Sans JP"/>
                          <a:ea typeface="Noto Sans JP"/>
                        </a:rPr>
                        <a:t>3</a:t>
                      </a:r>
                      <a:r>
                        <a:rPr b="0" lang="zh-CN" sz="800" spc="-1" strike="noStrike">
                          <a:solidFill>
                            <a:srgbClr val="000000"/>
                          </a:solidFill>
                          <a:latin typeface="Noto Sans JP"/>
                          <a:ea typeface="Noto Sans JP"/>
                        </a:rPr>
                        <a:t>ヶ月間は、システムの調査・ドキュメント化・必要なアラート設定等の対応として、月</a:t>
                      </a:r>
                      <a:r>
                        <a:rPr b="0" lang="en-US" sz="800" spc="-1" strike="noStrike">
                          <a:solidFill>
                            <a:srgbClr val="000000"/>
                          </a:solidFill>
                          <a:latin typeface="Noto Sans JP"/>
                          <a:ea typeface="Noto Sans JP"/>
                        </a:rPr>
                        <a:t>0.5</a:t>
                      </a:r>
                      <a:r>
                        <a:rPr b="0" lang="zh-CN" sz="800" spc="-1" strike="noStrike">
                          <a:solidFill>
                            <a:srgbClr val="000000"/>
                          </a:solidFill>
                          <a:latin typeface="Noto Sans JP"/>
                          <a:ea typeface="Noto Sans JP"/>
                        </a:rPr>
                        <a:t>人月を想定しています。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・以降の月については、システムの複雑度に応じて月</a:t>
                      </a:r>
                      <a:r>
                        <a:rPr b="0" lang="en-US" sz="800" spc="-1" strike="noStrike">
                          <a:solidFill>
                            <a:srgbClr val="000000"/>
                          </a:solidFill>
                          <a:latin typeface="Noto Sans JP"/>
                          <a:ea typeface="Noto Sans JP"/>
                        </a:rPr>
                        <a:t>0.2</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0.1</a:t>
                      </a:r>
                      <a:r>
                        <a:rPr b="0" lang="zh-CN" sz="800" spc="-1" strike="noStrike">
                          <a:solidFill>
                            <a:srgbClr val="000000"/>
                          </a:solidFill>
                          <a:latin typeface="Noto Sans JP"/>
                          <a:ea typeface="Noto Sans JP"/>
                        </a:rPr>
                        <a:t>人月程度に削減可能です。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・お客様のシステムがオンプレミス環境に構築されている場合：</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・インフラ契約の更新などが発生する可能性があるため、これらの対応については両社で協議のうえ、別途お見積りとさせて頂きます。</a:t>
                      </a:r>
                      <a:endParaRPr b="0" lang="en-US" sz="800" spc="-1" strike="noStrike">
                        <a:latin typeface="Arial"/>
                      </a:endParaRPr>
                    </a:p>
                    <a:p>
                      <a:pPr>
                        <a:lnSpc>
                          <a:spcPct val="115000"/>
                        </a:lnSpc>
                        <a:buNone/>
                        <a:tabLst>
                          <a:tab algn="l" pos="0"/>
                        </a:tabLst>
                      </a:pPr>
                      <a:r>
                        <a:rPr b="0" lang="zh-CN" sz="800" spc="-1" strike="noStrike">
                          <a:solidFill>
                            <a:srgbClr val="000000"/>
                          </a:solidFill>
                          <a:latin typeface="Noto Sans JP"/>
                          <a:ea typeface="Noto Sans JP"/>
                        </a:rPr>
                        <a:t>・オンプレミス環境の詳細が確認でき次第、弊社インフラチームにてシステム調査および保守にかかる工数を見積もらせていただきます。</a:t>
                      </a:r>
                      <a:endParaRPr b="0" lang="en-US" sz="800" spc="-1" strike="noStrike">
                        <a:latin typeface="Arial"/>
                      </a:endParaRPr>
                    </a:p>
                    <a:p>
                      <a:pPr>
                        <a:lnSpc>
                          <a:spcPct val="115000"/>
                        </a:lnSpc>
                        <a:buNone/>
                        <a:tabLst>
                          <a:tab algn="l" pos="0"/>
                        </a:tabLst>
                      </a:pP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pSp>
        <p:nvGrpSpPr>
          <p:cNvPr id="970" name="Google Shape;1227;p25"/>
          <p:cNvGrpSpPr/>
          <p:nvPr/>
        </p:nvGrpSpPr>
        <p:grpSpPr>
          <a:xfrm>
            <a:off x="194760" y="98640"/>
            <a:ext cx="8687160" cy="750960"/>
            <a:chOff x="194760" y="98640"/>
            <a:chExt cx="8687160" cy="750960"/>
          </a:xfrm>
        </p:grpSpPr>
        <p:sp>
          <p:nvSpPr>
            <p:cNvPr id="971" name="Google Shape;1228;p25"/>
            <p:cNvSpPr/>
            <p:nvPr/>
          </p:nvSpPr>
          <p:spPr>
            <a:xfrm>
              <a:off x="432000" y="619200"/>
              <a:ext cx="8449920" cy="230400"/>
            </a:xfrm>
            <a:prstGeom prst="rect">
              <a:avLst/>
            </a:prstGeom>
            <a:noFill/>
            <a:ln w="0">
              <a:noFill/>
            </a:ln>
          </p:spPr>
          <p:style>
            <a:lnRef idx="0"/>
            <a:fillRef idx="0"/>
            <a:effectRef idx="0"/>
            <a:fontRef idx="minor"/>
          </p:style>
        </p:sp>
        <p:sp>
          <p:nvSpPr>
            <p:cNvPr id="972" name="Google Shape;1229;p25"/>
            <p:cNvSpPr/>
            <p:nvPr/>
          </p:nvSpPr>
          <p:spPr>
            <a:xfrm>
              <a:off x="432000" y="324720"/>
              <a:ext cx="827820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73" name="Google Shape;1230;p25"/>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Google Shape;1235;p26"/>
          <p:cNvSpPr/>
          <p:nvPr/>
        </p:nvSpPr>
        <p:spPr>
          <a:xfrm>
            <a:off x="9000" y="803160"/>
            <a:ext cx="9142200" cy="3925080"/>
          </a:xfrm>
          <a:prstGeom prst="roundRect">
            <a:avLst>
              <a:gd name="adj" fmla="val 0"/>
            </a:avLst>
          </a:prstGeom>
          <a:solidFill>
            <a:srgbClr val="ffffff"/>
          </a:solidFill>
          <a:ln w="0">
            <a:noFill/>
          </a:ln>
        </p:spPr>
        <p:style>
          <a:lnRef idx="0"/>
          <a:fillRef idx="0"/>
          <a:effectRef idx="0"/>
          <a:fontRef idx="minor"/>
        </p:style>
      </p:sp>
      <p:sp>
        <p:nvSpPr>
          <p:cNvPr id="975" name="Google Shape;1236;p26"/>
          <p:cNvSpPr/>
          <p:nvPr/>
        </p:nvSpPr>
        <p:spPr>
          <a:xfrm>
            <a:off x="279720" y="992160"/>
            <a:ext cx="8600400" cy="3378600"/>
          </a:xfrm>
          <a:prstGeom prst="rect">
            <a:avLst/>
          </a:prstGeom>
          <a:noFill/>
          <a:ln w="0">
            <a:noFill/>
          </a:ln>
        </p:spPr>
        <p:style>
          <a:lnRef idx="0"/>
          <a:fillRef idx="0"/>
          <a:effectRef idx="0"/>
          <a:fontRef idx="minor"/>
        </p:style>
        <p:txBody>
          <a:bodyPr lIns="90000" rIns="90000" tIns="45000" bIns="45000" anchor="t">
            <a:spAutoFit/>
          </a:bodyPr>
          <a:p>
            <a:pPr>
              <a:lnSpc>
                <a:spcPct val="150000"/>
              </a:lnSpc>
              <a:buNone/>
              <a:tabLst>
                <a:tab algn="l" pos="0"/>
              </a:tabLst>
            </a:pPr>
            <a:r>
              <a:rPr b="0" lang="zh-CN" sz="900" spc="-1" strike="noStrike">
                <a:solidFill>
                  <a:srgbClr val="434343"/>
                </a:solidFill>
                <a:latin typeface="Noto Sans JP"/>
                <a:ea typeface="Noto Sans JP"/>
              </a:rPr>
              <a:t>・契約形態について、履行割合型準委任契約を前提として算出しております。</a:t>
            </a:r>
            <a:br>
              <a:rPr sz="900"/>
            </a:br>
            <a:r>
              <a:rPr b="0" lang="zh-CN" sz="900" spc="-1" strike="noStrike">
                <a:solidFill>
                  <a:srgbClr val="434343"/>
                </a:solidFill>
                <a:latin typeface="Noto Sans JP"/>
                <a:ea typeface="Noto Sans JP"/>
              </a:rPr>
              <a:t>・業務提供開始時期については別途ご相談とさせて頂きます。</a:t>
            </a:r>
            <a:br>
              <a:rPr sz="900"/>
            </a:br>
            <a:r>
              <a:rPr b="0" lang="zh-CN" sz="900" spc="-1" strike="noStrike">
                <a:solidFill>
                  <a:srgbClr val="434343"/>
                </a:solidFill>
                <a:latin typeface="Noto Sans JP"/>
                <a:ea typeface="Noto Sans JP"/>
              </a:rPr>
              <a:t>・本御見積における業務実施時間は、業務遂行者が居住する国の土曜・日曜・祝日・弊社指定休日・年末年始休暇（</a:t>
            </a:r>
            <a:r>
              <a:rPr b="0" lang="en-US" sz="900" spc="-1" strike="noStrike">
                <a:solidFill>
                  <a:srgbClr val="434343"/>
                </a:solidFill>
                <a:latin typeface="Noto Sans JP"/>
                <a:ea typeface="Noto Sans JP"/>
              </a:rPr>
              <a:t>12/28~1/4 </a:t>
            </a:r>
            <a:r>
              <a:rPr b="0" lang="zh-CN" sz="900" spc="-1" strike="noStrike">
                <a:solidFill>
                  <a:srgbClr val="434343"/>
                </a:solidFill>
                <a:latin typeface="Noto Sans JP"/>
                <a:ea typeface="Noto Sans JP"/>
              </a:rPr>
              <a:t>）を除く平日とさせていただきます。</a:t>
            </a:r>
            <a:br>
              <a:rPr sz="900"/>
            </a:br>
            <a:r>
              <a:rPr b="0" lang="zh-CN" sz="900" spc="-1" strike="noStrike">
                <a:solidFill>
                  <a:srgbClr val="434343"/>
                </a:solidFill>
                <a:latin typeface="Noto Sans JP"/>
                <a:ea typeface="Noto Sans JP"/>
              </a:rPr>
              <a:t>・お支払条件は、毎月末締めの毎月請求といたします。 毎月末請求発行とし、請求翌月末払い（お振込期限）とさせて頂きます。</a:t>
            </a:r>
            <a:br>
              <a:rPr sz="900"/>
            </a:br>
            <a:r>
              <a:rPr b="0" lang="zh-CN" sz="900" spc="-1" strike="noStrike">
                <a:solidFill>
                  <a:srgbClr val="434343"/>
                </a:solidFill>
                <a:latin typeface="Noto Sans JP"/>
                <a:ea typeface="Noto Sans JP"/>
              </a:rPr>
              <a:t>・</a:t>
            </a:r>
            <a:r>
              <a:rPr b="0" lang="en-US" sz="900" spc="-1" strike="noStrike">
                <a:solidFill>
                  <a:srgbClr val="434343"/>
                </a:solidFill>
                <a:latin typeface="Noto Sans JP"/>
                <a:ea typeface="Noto Sans JP"/>
              </a:rPr>
              <a:t>1 </a:t>
            </a:r>
            <a:r>
              <a:rPr b="0" lang="zh-CN" sz="900" spc="-1" strike="noStrike">
                <a:solidFill>
                  <a:srgbClr val="434343"/>
                </a:solidFill>
                <a:latin typeface="Noto Sans JP"/>
                <a:ea typeface="Noto Sans JP"/>
              </a:rPr>
              <a:t>人日の稼働は</a:t>
            </a:r>
            <a:r>
              <a:rPr b="0" lang="en-US" sz="900" spc="-1" strike="noStrike">
                <a:solidFill>
                  <a:srgbClr val="434343"/>
                </a:solidFill>
                <a:latin typeface="Noto Sans JP"/>
                <a:ea typeface="Noto Sans JP"/>
              </a:rPr>
              <a:t>7 </a:t>
            </a:r>
            <a:r>
              <a:rPr b="0" lang="zh-CN" sz="900" spc="-1" strike="noStrike">
                <a:solidFill>
                  <a:srgbClr val="434343"/>
                </a:solidFill>
                <a:latin typeface="Noto Sans JP"/>
                <a:ea typeface="Noto Sans JP"/>
              </a:rPr>
              <a:t>時間としております。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・大幅な稼働時間の超過及び計画を大幅に超える要件の変更がある場合は別途協議の上、再見積もりをさせて頂きます。</a:t>
            </a:r>
            <a:br>
              <a:rPr sz="900"/>
            </a:br>
            <a:r>
              <a:rPr b="0" lang="zh-CN" sz="900" spc="-1" strike="noStrike">
                <a:solidFill>
                  <a:srgbClr val="434343"/>
                </a:solidFill>
                <a:latin typeface="Noto Sans JP"/>
                <a:ea typeface="Noto Sans JP"/>
              </a:rPr>
              <a:t>・業務管理費</a:t>
            </a:r>
            <a:r>
              <a:rPr b="0" lang="en-US" sz="900" spc="-1" strike="noStrike">
                <a:solidFill>
                  <a:srgbClr val="434343"/>
                </a:solidFill>
                <a:latin typeface="Noto Sans JP"/>
                <a:ea typeface="Noto Sans JP"/>
              </a:rPr>
              <a:t>(Administration fee) </a:t>
            </a:r>
            <a:r>
              <a:rPr b="0" lang="zh-CN" sz="900" spc="-1" strike="noStrike">
                <a:solidFill>
                  <a:srgbClr val="434343"/>
                </a:solidFill>
                <a:latin typeface="Noto Sans JP"/>
                <a:ea typeface="Noto Sans JP"/>
              </a:rPr>
              <a:t>については、弊社規定の基本料として稼働費全体の</a:t>
            </a:r>
            <a:r>
              <a:rPr b="0" lang="en-US" sz="900" spc="-1" strike="noStrike">
                <a:solidFill>
                  <a:srgbClr val="434343"/>
                </a:solidFill>
                <a:latin typeface="Noto Sans JP"/>
                <a:ea typeface="Noto Sans JP"/>
              </a:rPr>
              <a:t>10% </a:t>
            </a:r>
            <a:r>
              <a:rPr b="0" lang="zh-CN" sz="900" spc="-1" strike="noStrike">
                <a:solidFill>
                  <a:srgbClr val="434343"/>
                </a:solidFill>
                <a:latin typeface="Noto Sans JP"/>
                <a:ea typeface="Noto Sans JP"/>
              </a:rPr>
              <a:t>を含めさせて頂いております。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・各種外部サービスの費用には、</a:t>
            </a:r>
            <a:r>
              <a:rPr b="0" lang="en-US" sz="900" spc="-1" strike="noStrike">
                <a:solidFill>
                  <a:srgbClr val="434343"/>
                </a:solidFill>
                <a:latin typeface="Noto Sans JP"/>
                <a:ea typeface="Noto Sans JP"/>
              </a:rPr>
              <a:t>10%</a:t>
            </a:r>
            <a:r>
              <a:rPr b="0" lang="zh-CN" sz="900" spc="-1" strike="noStrike">
                <a:solidFill>
                  <a:srgbClr val="434343"/>
                </a:solidFill>
                <a:latin typeface="Noto Sans JP"/>
                <a:ea typeface="Noto Sans JP"/>
              </a:rPr>
              <a:t>の事務手数料を乗せた金額をご請求させて頂きます。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　※現在の想定外部サービス：</a:t>
            </a:r>
            <a:r>
              <a:rPr b="0" lang="en-US" sz="900" spc="-1" strike="noStrike">
                <a:solidFill>
                  <a:srgbClr val="434343"/>
                </a:solidFill>
                <a:latin typeface="Noto Sans JP"/>
                <a:ea typeface="Noto Sans JP"/>
              </a:rPr>
              <a:t>figma</a:t>
            </a:r>
            <a:r>
              <a:rPr b="0" lang="zh-CN" sz="900" spc="-1" strike="noStrike">
                <a:solidFill>
                  <a:srgbClr val="434343"/>
                </a:solidFill>
                <a:latin typeface="Noto Sans JP"/>
                <a:ea typeface="Noto Sans JP"/>
              </a:rPr>
              <a:t>（プロフェッショナルプラン：</a:t>
            </a:r>
            <a:r>
              <a:rPr b="0" lang="en-US" sz="900" spc="-1" strike="noStrike">
                <a:solidFill>
                  <a:srgbClr val="434343"/>
                </a:solidFill>
                <a:latin typeface="Noto Sans JP"/>
                <a:ea typeface="Noto Sans JP"/>
              </a:rPr>
              <a:t>4</a:t>
            </a:r>
            <a:r>
              <a:rPr b="0" lang="zh-CN" sz="900" spc="-1" strike="noStrike">
                <a:solidFill>
                  <a:srgbClr val="434343"/>
                </a:solidFill>
                <a:latin typeface="Noto Sans JP"/>
                <a:ea typeface="Noto Sans JP"/>
              </a:rPr>
              <a:t>ヶ月</a:t>
            </a:r>
            <a:r>
              <a:rPr b="0" lang="en-US" sz="900" spc="-1" strike="noStrike">
                <a:solidFill>
                  <a:srgbClr val="434343"/>
                </a:solidFill>
                <a:latin typeface="Noto Sans JP"/>
                <a:ea typeface="Noto Sans JP"/>
              </a:rPr>
              <a:t>×1</a:t>
            </a:r>
            <a:r>
              <a:rPr b="0" lang="zh-CN" sz="900" spc="-1" strike="noStrike">
                <a:solidFill>
                  <a:srgbClr val="434343"/>
                </a:solidFill>
                <a:latin typeface="Noto Sans JP"/>
                <a:ea typeface="Noto Sans JP"/>
              </a:rPr>
              <a:t>名　</a:t>
            </a:r>
            <a:r>
              <a:rPr b="0" lang="en-US" sz="900" spc="-1" strike="noStrike">
                <a:solidFill>
                  <a:srgbClr val="434343"/>
                </a:solidFill>
                <a:latin typeface="Noto Sans JP"/>
                <a:ea typeface="Noto Sans JP"/>
              </a:rPr>
              <a:t>$50/</a:t>
            </a:r>
            <a:r>
              <a:rPr b="0" lang="zh-CN" sz="900" spc="-1" strike="noStrike">
                <a:solidFill>
                  <a:srgbClr val="434343"/>
                </a:solidFill>
                <a:latin typeface="Noto Sans JP"/>
                <a:ea typeface="Noto Sans JP"/>
              </a:rPr>
              <a:t>月</a:t>
            </a:r>
            <a:r>
              <a:rPr b="0" lang="en-US" sz="900" spc="-1" strike="noStrike">
                <a:solidFill>
                  <a:srgbClr val="434343"/>
                </a:solidFill>
                <a:latin typeface="Noto Sans JP"/>
                <a:ea typeface="Noto Sans JP"/>
              </a:rPr>
              <a:t>×4</a:t>
            </a:r>
            <a:r>
              <a:rPr b="0" lang="zh-CN" sz="900" spc="-1" strike="noStrike">
                <a:solidFill>
                  <a:srgbClr val="434343"/>
                </a:solidFill>
                <a:latin typeface="Noto Sans JP"/>
                <a:ea typeface="Noto Sans JP"/>
              </a:rPr>
              <a:t>ヶ月＝想定＄</a:t>
            </a:r>
            <a:r>
              <a:rPr b="0" lang="en-US" sz="900" spc="-1" strike="noStrike">
                <a:solidFill>
                  <a:srgbClr val="434343"/>
                </a:solidFill>
                <a:latin typeface="Noto Sans JP"/>
                <a:ea typeface="Noto Sans JP"/>
              </a:rPr>
              <a:t>200</a:t>
            </a:r>
            <a:r>
              <a:rPr b="0" lang="zh-CN" sz="900" spc="-1" strike="noStrike">
                <a:solidFill>
                  <a:srgbClr val="434343"/>
                </a:solidFill>
                <a:latin typeface="Noto Sans JP"/>
                <a:ea typeface="Noto Sans JP"/>
              </a:rPr>
              <a:t>）</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・見積もりのベースとなるマニュアル資料が古く、見積り時に想定していた仕様が実際の仕様と相違がある場合は、両社協議の上、別途見積りをさせて頂きます。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・プロジェクトの体制や環境の変化により弊社ご支援内容に変更が生じた場合には、両社協議の上、お見積り工数範囲内において調整できるものとします。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・弊社作業に対して必要な情報が開示されない、または間違った情報が提示された場合、あるいは予期せぬ事由等によるプロジェクト内容の変更や期間延長など</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　プロジェクトの進捗に支障が発生した場合、弊社はその責を負いかねます。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・作業開始日までに正式発注、もしくは作業指示書による作業指示をお願いいたします。</a:t>
            </a:r>
            <a:endParaRPr b="0" lang="en-US" sz="900" spc="-1" strike="noStrike">
              <a:latin typeface="Arial"/>
            </a:endParaRPr>
          </a:p>
          <a:p>
            <a:pPr>
              <a:lnSpc>
                <a:spcPct val="150000"/>
              </a:lnSpc>
              <a:buNone/>
              <a:tabLst>
                <a:tab algn="l" pos="0"/>
              </a:tabLst>
            </a:pPr>
            <a:r>
              <a:rPr b="0" lang="zh-CN" sz="900" spc="-1" strike="noStrike">
                <a:solidFill>
                  <a:srgbClr val="434343"/>
                </a:solidFill>
                <a:latin typeface="Noto Sans JP"/>
                <a:ea typeface="Noto Sans JP"/>
              </a:rPr>
              <a:t>・東京近郊外への出張、宿泊を伴う経費は、弊社基準により別途ご請求させていただきます。</a:t>
            </a:r>
            <a:endParaRPr b="0" lang="en-US" sz="900" spc="-1" strike="noStrike">
              <a:latin typeface="Arial"/>
            </a:endParaRPr>
          </a:p>
        </p:txBody>
      </p:sp>
      <p:grpSp>
        <p:nvGrpSpPr>
          <p:cNvPr id="976" name="Google Shape;1237;p26"/>
          <p:cNvGrpSpPr/>
          <p:nvPr/>
        </p:nvGrpSpPr>
        <p:grpSpPr>
          <a:xfrm>
            <a:off x="194760" y="98640"/>
            <a:ext cx="8687160" cy="750960"/>
            <a:chOff x="194760" y="98640"/>
            <a:chExt cx="8687160" cy="750960"/>
          </a:xfrm>
        </p:grpSpPr>
        <p:sp>
          <p:nvSpPr>
            <p:cNvPr id="977" name="Google Shape;1238;p26"/>
            <p:cNvSpPr/>
            <p:nvPr/>
          </p:nvSpPr>
          <p:spPr>
            <a:xfrm>
              <a:off x="432000" y="619200"/>
              <a:ext cx="8449920" cy="230400"/>
            </a:xfrm>
            <a:prstGeom prst="rect">
              <a:avLst/>
            </a:prstGeom>
            <a:noFill/>
            <a:ln w="0">
              <a:noFill/>
            </a:ln>
          </p:spPr>
          <p:style>
            <a:lnRef idx="0"/>
            <a:fillRef idx="0"/>
            <a:effectRef idx="0"/>
            <a:fontRef idx="minor"/>
          </p:style>
        </p:sp>
        <p:sp>
          <p:nvSpPr>
            <p:cNvPr id="978" name="Google Shape;1239;p26"/>
            <p:cNvSpPr/>
            <p:nvPr/>
          </p:nvSpPr>
          <p:spPr>
            <a:xfrm>
              <a:off x="432000" y="324720"/>
              <a:ext cx="827820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お見積りの前提条件</a:t>
              </a:r>
              <a:endParaRPr b="0" lang="en-US" sz="1400" spc="-1" strike="noStrike">
                <a:latin typeface="Arial"/>
              </a:endParaRPr>
            </a:p>
          </p:txBody>
        </p:sp>
        <p:sp>
          <p:nvSpPr>
            <p:cNvPr id="979" name="Google Shape;1240;p26"/>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Estimated Assumptions</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お見積りの前提条件</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Google Shape;1245;p27"/>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System Architecture</a:t>
            </a:r>
            <a:endParaRPr b="0" lang="en-US" sz="2600" spc="-1" strike="noStrike">
              <a:latin typeface="Arial"/>
            </a:endParaRPr>
          </a:p>
        </p:txBody>
      </p:sp>
      <p:sp>
        <p:nvSpPr>
          <p:cNvPr id="981" name="Google Shape;1246;p27"/>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システム構成図の提案</a:t>
            </a:r>
            <a:endParaRPr b="0" lang="en-US" sz="1600" spc="-1" strike="noStrike">
              <a:latin typeface="Arial"/>
            </a:endParaRPr>
          </a:p>
        </p:txBody>
      </p:sp>
      <p:sp>
        <p:nvSpPr>
          <p:cNvPr id="982" name="Google Shape;1247;p27"/>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Đề xuất về kiến trúc hệ thống</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83" name="PlaceHolder 1"/>
          <p:cNvSpPr>
            <a:spLocks noGrp="1"/>
          </p:cNvSpPr>
          <p:nvPr>
            <p:ph type="sldNum" idx="6"/>
          </p:nvPr>
        </p:nvSpPr>
        <p:spPr>
          <a:xfrm>
            <a:off x="8548560" y="3409200"/>
            <a:ext cx="312480" cy="298188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1C25CF40-4CFE-43F0-93F7-4C16CF01B48D}" type="slidenum">
              <a:rPr b="0" lang="en-US" sz="800" spc="-1" strike="noStrike">
                <a:solidFill>
                  <a:srgbClr val="8064a2"/>
                </a:solidFill>
                <a:latin typeface="Calibri"/>
                <a:ea typeface="Calibri"/>
              </a:rPr>
              <a:t>&lt;number&gt;</a:t>
            </a:fld>
            <a:endParaRPr b="0" lang="en-US" sz="800" spc="-1" strike="noStrike">
              <a:latin typeface="Times New Roman"/>
            </a:endParaRPr>
          </a:p>
        </p:txBody>
      </p:sp>
      <p:grpSp>
        <p:nvGrpSpPr>
          <p:cNvPr id="984" name="Google Shape;1253;p28"/>
          <p:cNvGrpSpPr/>
          <p:nvPr/>
        </p:nvGrpSpPr>
        <p:grpSpPr>
          <a:xfrm>
            <a:off x="194760" y="98640"/>
            <a:ext cx="8687160" cy="750960"/>
            <a:chOff x="194760" y="98640"/>
            <a:chExt cx="8687160" cy="750960"/>
          </a:xfrm>
        </p:grpSpPr>
        <p:sp>
          <p:nvSpPr>
            <p:cNvPr id="985" name="Google Shape;1254;p28"/>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100" spc="-1" strike="noStrike">
                  <a:solidFill>
                    <a:srgbClr val="434343"/>
                  </a:solidFill>
                  <a:latin typeface="Noto Sans JP"/>
                  <a:ea typeface="Noto Sans JP"/>
                </a:rPr>
                <a:t>全体システムは以下となります。</a:t>
              </a:r>
              <a:endParaRPr b="0" lang="en-US" sz="1100" spc="-1" strike="noStrike">
                <a:latin typeface="Arial"/>
              </a:endParaRPr>
            </a:p>
          </p:txBody>
        </p:sp>
        <p:sp>
          <p:nvSpPr>
            <p:cNvPr id="986" name="Google Shape;1255;p28"/>
            <p:cNvSpPr/>
            <p:nvPr/>
          </p:nvSpPr>
          <p:spPr>
            <a:xfrm>
              <a:off x="432000" y="324720"/>
              <a:ext cx="8278200" cy="427320"/>
            </a:xfrm>
            <a:prstGeom prst="rect">
              <a:avLst/>
            </a:prstGeom>
            <a:noFill/>
            <a:ln w="0">
              <a:noFill/>
            </a:ln>
          </p:spPr>
          <p:style>
            <a:lnRef idx="0"/>
            <a:fillRef idx="0"/>
            <a:effectRef idx="0"/>
            <a:fontRef idx="minor"/>
          </p:style>
          <p:txBody>
            <a:bodyPr lIns="0" rIns="0" tIns="54000" bIns="54000" anchor="t">
              <a:spAutoFit/>
            </a:bodyPr>
            <a:p>
              <a:pPr>
                <a:lnSpc>
                  <a:spcPct val="150000"/>
                </a:lnSpc>
                <a:buNone/>
                <a:tabLst>
                  <a:tab algn="l" pos="0"/>
                </a:tabLst>
              </a:pPr>
              <a:r>
                <a:rPr b="1" lang="zh-CN" sz="1400" spc="-1" strike="noStrike">
                  <a:solidFill>
                    <a:srgbClr val="000000"/>
                  </a:solidFill>
                  <a:latin typeface="Noto Sans JP"/>
                  <a:ea typeface="Noto Sans JP"/>
                </a:rPr>
                <a:t>システム化範囲 </a:t>
              </a:r>
              <a:r>
                <a:rPr b="1" lang="en-US" sz="1400" spc="-1" strike="noStrike">
                  <a:solidFill>
                    <a:srgbClr val="000000"/>
                  </a:solidFill>
                  <a:latin typeface="Noto Sans JP"/>
                  <a:ea typeface="Noto Sans JP"/>
                </a:rPr>
                <a:t>(Very Basic)</a:t>
              </a:r>
              <a:endParaRPr b="0" lang="en-US" sz="1400" spc="-1" strike="noStrike">
                <a:latin typeface="Arial"/>
              </a:endParaRPr>
            </a:p>
          </p:txBody>
        </p:sp>
        <p:sp>
          <p:nvSpPr>
            <p:cNvPr id="987" name="Google Shape;1256;p28"/>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Scope of Systemization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システム化範囲 </a:t>
              </a:r>
              <a:r>
                <a:rPr b="1" lang="en-US" sz="800" spc="-1" strike="noStrike">
                  <a:solidFill>
                    <a:srgbClr val="ff2200"/>
                  </a:solidFill>
                  <a:latin typeface="Noto Sans JP"/>
                  <a:ea typeface="Noto Sans JP"/>
                </a:rPr>
                <a:t>(Very Basic)</a:t>
              </a:r>
              <a:endParaRPr b="0" lang="en-US" sz="800" spc="-1" strike="noStrike">
                <a:latin typeface="Arial"/>
              </a:endParaRPr>
            </a:p>
          </p:txBody>
        </p:sp>
      </p:grpSp>
      <p:sp>
        <p:nvSpPr>
          <p:cNvPr id="988" name="Google Shape;1257;p28"/>
          <p:cNvSpPr/>
          <p:nvPr/>
        </p:nvSpPr>
        <p:spPr>
          <a:xfrm>
            <a:off x="0" y="1005480"/>
            <a:ext cx="9142200" cy="3710520"/>
          </a:xfrm>
          <a:prstGeom prst="roundRect">
            <a:avLst>
              <a:gd name="adj" fmla="val 0"/>
            </a:avLst>
          </a:prstGeom>
          <a:solidFill>
            <a:srgbClr val="ffffff"/>
          </a:solidFill>
          <a:ln w="0">
            <a:noFill/>
          </a:ln>
        </p:spPr>
        <p:style>
          <a:lnRef idx="0"/>
          <a:fillRef idx="0"/>
          <a:effectRef idx="0"/>
          <a:fontRef idx="minor"/>
        </p:style>
      </p:sp>
      <p:pic>
        <p:nvPicPr>
          <p:cNvPr id="989" name="Google Shape;1258;p28" descr="Ảnh có chứa Phông chữ, văn bản, màu trắng, Đồ họa&#10;&#10;Nội dung do AI tạo ra có thể không chính xác."/>
          <p:cNvPicPr/>
          <p:nvPr/>
        </p:nvPicPr>
        <p:blipFill>
          <a:blip r:embed="rId1"/>
          <a:stretch/>
        </p:blipFill>
        <p:spPr>
          <a:xfrm>
            <a:off x="2539080" y="1127880"/>
            <a:ext cx="3602520" cy="358740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90" name="PlaceHolder 1"/>
          <p:cNvSpPr>
            <a:spLocks noGrp="1"/>
          </p:cNvSpPr>
          <p:nvPr>
            <p:ph type="sldNum" idx="7"/>
          </p:nvPr>
        </p:nvSpPr>
        <p:spPr>
          <a:xfrm>
            <a:off x="8548560" y="3409200"/>
            <a:ext cx="312480" cy="2981880"/>
          </a:xfrm>
          <a:prstGeom prst="rect">
            <a:avLst/>
          </a:prstGeom>
          <a:noFill/>
          <a:ln w="0">
            <a:noFill/>
          </a:ln>
        </p:spPr>
        <p:txBody>
          <a:bodyPr lIns="0" rIns="0" tIns="0" bIns="0" anchor="ctr">
            <a:noAutofit/>
          </a:bodyPr>
          <a:lstStyle>
            <a:lvl1pPr algn="r">
              <a:lnSpc>
                <a:spcPct val="100000"/>
              </a:lnSpc>
              <a:buNone/>
              <a:tabLst>
                <a:tab algn="l" pos="0"/>
              </a:tabLst>
              <a:defRPr b="0" lang="en-US" sz="800" spc="-1" strike="noStrike">
                <a:solidFill>
                  <a:srgbClr val="8064a2"/>
                </a:solidFill>
                <a:latin typeface="Calibri"/>
                <a:ea typeface="Calibri"/>
              </a:defRPr>
            </a:lvl1pPr>
          </a:lstStyle>
          <a:p>
            <a:pPr algn="r">
              <a:lnSpc>
                <a:spcPct val="100000"/>
              </a:lnSpc>
              <a:buNone/>
              <a:tabLst>
                <a:tab algn="l" pos="0"/>
              </a:tabLst>
            </a:pPr>
            <a:fld id="{AEF7D667-55D6-4F08-B653-BF6FB74BC438}" type="slidenum">
              <a:rPr b="0" lang="en-US" sz="800" spc="-1" strike="noStrike">
                <a:solidFill>
                  <a:srgbClr val="8064a2"/>
                </a:solidFill>
                <a:latin typeface="Calibri"/>
                <a:ea typeface="Calibri"/>
              </a:rPr>
              <a:t>&lt;number&gt;</a:t>
            </a:fld>
            <a:endParaRPr b="0" lang="en-US" sz="800" spc="-1" strike="noStrike">
              <a:latin typeface="Times New Roman"/>
            </a:endParaRPr>
          </a:p>
        </p:txBody>
      </p:sp>
      <p:grpSp>
        <p:nvGrpSpPr>
          <p:cNvPr id="991" name="Google Shape;1264;p29"/>
          <p:cNvGrpSpPr/>
          <p:nvPr/>
        </p:nvGrpSpPr>
        <p:grpSpPr>
          <a:xfrm>
            <a:off x="194760" y="98640"/>
            <a:ext cx="8687160" cy="750960"/>
            <a:chOff x="194760" y="98640"/>
            <a:chExt cx="8687160" cy="750960"/>
          </a:xfrm>
        </p:grpSpPr>
        <p:sp>
          <p:nvSpPr>
            <p:cNvPr id="992" name="Google Shape;1265;p29"/>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全体システムは以下となります。</a:t>
              </a:r>
              <a:endParaRPr b="0" lang="en-US" sz="1000" spc="-1" strike="noStrike">
                <a:latin typeface="Arial"/>
              </a:endParaRPr>
            </a:p>
          </p:txBody>
        </p:sp>
        <p:sp>
          <p:nvSpPr>
            <p:cNvPr id="993" name="Google Shape;1266;p29"/>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システム化範囲</a:t>
              </a:r>
              <a:endParaRPr b="0" lang="en-US" sz="1600" spc="-1" strike="noStrike">
                <a:latin typeface="Arial"/>
              </a:endParaRPr>
            </a:p>
          </p:txBody>
        </p:sp>
        <p:sp>
          <p:nvSpPr>
            <p:cNvPr id="994" name="Google Shape;1267;p29"/>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Scope of Systemization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システム化範囲</a:t>
              </a:r>
              <a:endParaRPr b="0" lang="en-US" sz="800" spc="-1" strike="noStrike">
                <a:latin typeface="Arial"/>
              </a:endParaRPr>
            </a:p>
          </p:txBody>
        </p:sp>
      </p:grpSp>
      <p:sp>
        <p:nvSpPr>
          <p:cNvPr id="995" name="Google Shape;1268;p29"/>
          <p:cNvSpPr/>
          <p:nvPr/>
        </p:nvSpPr>
        <p:spPr>
          <a:xfrm>
            <a:off x="0" y="914040"/>
            <a:ext cx="9142200" cy="3844440"/>
          </a:xfrm>
          <a:prstGeom prst="roundRect">
            <a:avLst>
              <a:gd name="adj" fmla="val 0"/>
            </a:avLst>
          </a:prstGeom>
          <a:solidFill>
            <a:srgbClr val="ffffff"/>
          </a:solidFill>
          <a:ln w="0">
            <a:noFill/>
          </a:ln>
        </p:spPr>
        <p:style>
          <a:lnRef idx="0"/>
          <a:fillRef idx="0"/>
          <a:effectRef idx="0"/>
          <a:fontRef idx="minor"/>
        </p:style>
      </p:sp>
      <p:pic>
        <p:nvPicPr>
          <p:cNvPr id="996" name="Google Shape;1269;p29" descr="Ảnh có chứa Phông chữ, văn bản, màu trắng, Đồ họa&#10;&#10;Nội dung do AI tạo ra có thể không chính xác."/>
          <p:cNvPicPr/>
          <p:nvPr/>
        </p:nvPicPr>
        <p:blipFill>
          <a:blip r:embed="rId1"/>
          <a:stretch/>
        </p:blipFill>
        <p:spPr>
          <a:xfrm>
            <a:off x="2625120" y="1150560"/>
            <a:ext cx="3549240" cy="354924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sp>
        <p:nvSpPr>
          <p:cNvPr id="997" name="Google Shape;1274;p30"/>
          <p:cNvSpPr/>
          <p:nvPr/>
        </p:nvSpPr>
        <p:spPr>
          <a:xfrm>
            <a:off x="360" y="975600"/>
            <a:ext cx="9142200" cy="3798720"/>
          </a:xfrm>
          <a:prstGeom prst="roundRect">
            <a:avLst>
              <a:gd name="adj" fmla="val 0"/>
            </a:avLst>
          </a:prstGeom>
          <a:solidFill>
            <a:srgbClr val="ffffff"/>
          </a:solidFill>
          <a:ln w="0">
            <a:noFill/>
          </a:ln>
        </p:spPr>
        <p:style>
          <a:lnRef idx="0"/>
          <a:fillRef idx="0"/>
          <a:effectRef idx="0"/>
          <a:fontRef idx="minor"/>
        </p:style>
      </p:sp>
      <p:grpSp>
        <p:nvGrpSpPr>
          <p:cNvPr id="998" name="Google Shape;1275;p30"/>
          <p:cNvGrpSpPr/>
          <p:nvPr/>
        </p:nvGrpSpPr>
        <p:grpSpPr>
          <a:xfrm>
            <a:off x="194760" y="98640"/>
            <a:ext cx="8687160" cy="750960"/>
            <a:chOff x="194760" y="98640"/>
            <a:chExt cx="8687160" cy="750960"/>
          </a:xfrm>
        </p:grpSpPr>
        <p:sp>
          <p:nvSpPr>
            <p:cNvPr id="999" name="Google Shape;1276;p30"/>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全体システムは以下となります。</a:t>
              </a:r>
              <a:endParaRPr b="0" lang="en-US" sz="1000" spc="-1" strike="noStrike">
                <a:latin typeface="Arial"/>
              </a:endParaRPr>
            </a:p>
          </p:txBody>
        </p:sp>
        <p:sp>
          <p:nvSpPr>
            <p:cNvPr id="1000" name="Google Shape;1277;p30"/>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システム構築の想定</a:t>
              </a:r>
              <a:endParaRPr b="0" lang="en-US" sz="1600" spc="-1" strike="noStrike">
                <a:latin typeface="Arial"/>
              </a:endParaRPr>
            </a:p>
          </p:txBody>
        </p:sp>
        <p:sp>
          <p:nvSpPr>
            <p:cNvPr id="1001" name="Google Shape;1278;p30"/>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pic>
        <p:nvPicPr>
          <p:cNvPr id="1002" name="Google Shape;1279;p30" descr="Ảnh có chứa Phông chữ, văn bản, màu trắng, Đồ họa&#10;&#10;Nội dung do AI tạo ra có thể không chính xác."/>
          <p:cNvPicPr/>
          <p:nvPr/>
        </p:nvPicPr>
        <p:blipFill>
          <a:blip r:embed="rId1"/>
          <a:stretch/>
        </p:blipFill>
        <p:spPr>
          <a:xfrm>
            <a:off x="2617560" y="1166040"/>
            <a:ext cx="3488040" cy="34880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003" name="Google Shape;1284;p31"/>
          <p:cNvGrpSpPr/>
          <p:nvPr/>
        </p:nvGrpSpPr>
        <p:grpSpPr>
          <a:xfrm>
            <a:off x="194760" y="98640"/>
            <a:ext cx="8515440" cy="552600"/>
            <a:chOff x="194760" y="98640"/>
            <a:chExt cx="8515440" cy="552600"/>
          </a:xfrm>
        </p:grpSpPr>
        <p:sp>
          <p:nvSpPr>
            <p:cNvPr id="1004" name="Google Shape;1285;p31"/>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システム構築の想定</a:t>
              </a:r>
              <a:endParaRPr b="0" lang="en-US" sz="1600" spc="-1" strike="noStrike">
                <a:latin typeface="Arial"/>
              </a:endParaRPr>
            </a:p>
          </p:txBody>
        </p:sp>
        <p:sp>
          <p:nvSpPr>
            <p:cNvPr id="1005" name="Google Shape;1286;p31"/>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
        <p:nvSpPr>
          <p:cNvPr id="1006" name="Google Shape;1287;p31"/>
          <p:cNvSpPr/>
          <p:nvPr/>
        </p:nvSpPr>
        <p:spPr>
          <a:xfrm>
            <a:off x="0" y="716040"/>
            <a:ext cx="9142200" cy="4083480"/>
          </a:xfrm>
          <a:prstGeom prst="roundRect">
            <a:avLst>
              <a:gd name="adj" fmla="val 0"/>
            </a:avLst>
          </a:prstGeom>
          <a:solidFill>
            <a:srgbClr val="ffffff"/>
          </a:solidFill>
          <a:ln w="9525">
            <a:solidFill>
              <a:srgbClr val="ffffff"/>
            </a:solidFill>
            <a:round/>
          </a:ln>
        </p:spPr>
        <p:style>
          <a:lnRef idx="0"/>
          <a:fillRef idx="0"/>
          <a:effectRef idx="0"/>
          <a:fontRef idx="minor"/>
        </p:style>
      </p:sp>
      <p:pic>
        <p:nvPicPr>
          <p:cNvPr id="1007" name="Google Shape;1288;p31" descr="Ảnh có chứa Phông chữ, văn bản, màu trắng, Đồ họa&#10;&#10;Nội dung do AI tạo ra có thể không chính xác."/>
          <p:cNvPicPr/>
          <p:nvPr/>
        </p:nvPicPr>
        <p:blipFill>
          <a:blip r:embed="rId1"/>
          <a:stretch/>
        </p:blipFill>
        <p:spPr>
          <a:xfrm>
            <a:off x="2998440" y="777240"/>
            <a:ext cx="3335760" cy="33357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3f3"/>
        </a:solidFill>
      </p:bgPr>
    </p:bg>
    <p:spTree>
      <p:nvGrpSpPr>
        <p:cNvPr id="1" name=""/>
        <p:cNvGrpSpPr/>
        <p:nvPr/>
      </p:nvGrpSpPr>
      <p:grpSpPr>
        <a:xfrm>
          <a:off x="0" y="0"/>
          <a:ext cx="0" cy="0"/>
          <a:chOff x="0" y="0"/>
          <a:chExt cx="0" cy="0"/>
        </a:xfrm>
      </p:grpSpPr>
      <p:sp>
        <p:nvSpPr>
          <p:cNvPr id="1008" name="Google Shape;1293;p32"/>
          <p:cNvSpPr/>
          <p:nvPr/>
        </p:nvSpPr>
        <p:spPr>
          <a:xfrm>
            <a:off x="0" y="807480"/>
            <a:ext cx="9142200" cy="3932280"/>
          </a:xfrm>
          <a:prstGeom prst="rect">
            <a:avLst/>
          </a:prstGeom>
          <a:solidFill>
            <a:srgbClr val="ffffff"/>
          </a:solidFill>
          <a:ln w="0">
            <a:noFill/>
          </a:ln>
        </p:spPr>
        <p:style>
          <a:lnRef idx="0"/>
          <a:fillRef idx="0"/>
          <a:effectRef idx="0"/>
          <a:fontRef idx="minor"/>
        </p:style>
      </p:sp>
      <p:sp>
        <p:nvSpPr>
          <p:cNvPr id="1009" name="Google Shape;1294;p32"/>
          <p:cNvSpPr/>
          <p:nvPr/>
        </p:nvSpPr>
        <p:spPr>
          <a:xfrm>
            <a:off x="316080" y="1034640"/>
            <a:ext cx="2450880" cy="209520"/>
          </a:xfrm>
          <a:prstGeom prst="rect">
            <a:avLst/>
          </a:prstGeom>
          <a:noFill/>
          <a:ln w="0">
            <a:noFill/>
          </a:ln>
        </p:spPr>
        <p:style>
          <a:lnRef idx="0"/>
          <a:fillRef idx="0"/>
          <a:effectRef idx="0"/>
          <a:fontRef idx="minor"/>
        </p:style>
        <p:txBody>
          <a:bodyPr lIns="0" rIns="0" tIns="0" bIns="0" anchor="t">
            <a:spAutoFit/>
          </a:bodyPr>
          <a:p>
            <a:pPr>
              <a:lnSpc>
                <a:spcPct val="138000"/>
              </a:lnSpc>
              <a:buNone/>
              <a:tabLst>
                <a:tab algn="l" pos="0"/>
              </a:tabLst>
            </a:pPr>
            <a:r>
              <a:rPr b="1" lang="zh-CN" sz="1000" spc="-1" strike="noStrike">
                <a:solidFill>
                  <a:srgbClr val="000000"/>
                </a:solidFill>
                <a:latin typeface="Noto Sans"/>
                <a:ea typeface="Noto Sans"/>
              </a:rPr>
              <a:t>アプリケーションサーバー</a:t>
            </a:r>
            <a:endParaRPr b="0" lang="en-US" sz="1000" spc="-1" strike="noStrike">
              <a:latin typeface="Arial"/>
            </a:endParaRPr>
          </a:p>
        </p:txBody>
      </p:sp>
      <p:sp>
        <p:nvSpPr>
          <p:cNvPr id="1010" name="Google Shape;1295;p32"/>
          <p:cNvSpPr/>
          <p:nvPr/>
        </p:nvSpPr>
        <p:spPr>
          <a:xfrm>
            <a:off x="316080" y="2482200"/>
            <a:ext cx="2450880" cy="209520"/>
          </a:xfrm>
          <a:prstGeom prst="rect">
            <a:avLst/>
          </a:prstGeom>
          <a:noFill/>
          <a:ln w="0">
            <a:noFill/>
          </a:ln>
        </p:spPr>
        <p:style>
          <a:lnRef idx="0"/>
          <a:fillRef idx="0"/>
          <a:effectRef idx="0"/>
          <a:fontRef idx="minor"/>
        </p:style>
        <p:txBody>
          <a:bodyPr lIns="0" rIns="0" tIns="0" bIns="0" anchor="t">
            <a:spAutoFit/>
          </a:bodyPr>
          <a:p>
            <a:pPr>
              <a:lnSpc>
                <a:spcPct val="138000"/>
              </a:lnSpc>
              <a:buNone/>
              <a:tabLst>
                <a:tab algn="l" pos="0"/>
              </a:tabLst>
            </a:pPr>
            <a:r>
              <a:rPr b="1" lang="zh-CN" sz="1000" spc="-1" strike="noStrike">
                <a:solidFill>
                  <a:srgbClr val="000000"/>
                </a:solidFill>
                <a:latin typeface="Noto Sans"/>
                <a:ea typeface="Noto Sans"/>
              </a:rPr>
              <a:t>インフラ</a:t>
            </a:r>
            <a:endParaRPr b="0" lang="en-US" sz="1000" spc="-1" strike="noStrike">
              <a:latin typeface="Arial"/>
            </a:endParaRPr>
          </a:p>
        </p:txBody>
      </p:sp>
      <p:sp>
        <p:nvSpPr>
          <p:cNvPr id="1011" name="Google Shape;1296;p32"/>
          <p:cNvSpPr/>
          <p:nvPr/>
        </p:nvSpPr>
        <p:spPr>
          <a:xfrm>
            <a:off x="173520" y="4870440"/>
            <a:ext cx="406800" cy="14220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1012" name="Google Shape;1297;p32"/>
          <p:cNvGrpSpPr/>
          <p:nvPr/>
        </p:nvGrpSpPr>
        <p:grpSpPr>
          <a:xfrm>
            <a:off x="6182280" y="4803840"/>
            <a:ext cx="2472840" cy="315360"/>
            <a:chOff x="6182280" y="4803840"/>
            <a:chExt cx="2472840" cy="315360"/>
          </a:xfrm>
        </p:grpSpPr>
        <p:sp>
          <p:nvSpPr>
            <p:cNvPr id="1013" name="Google Shape;1298;p32"/>
            <p:cNvSpPr/>
            <p:nvPr/>
          </p:nvSpPr>
          <p:spPr>
            <a:xfrm>
              <a:off x="6182280" y="4811040"/>
              <a:ext cx="2472840" cy="30816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1014" name="Google Shape;1299;p32"/>
            <p:cNvSpPr/>
            <p:nvPr/>
          </p:nvSpPr>
          <p:spPr>
            <a:xfrm>
              <a:off x="6182280" y="4803840"/>
              <a:ext cx="2472840" cy="31536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1015" name="Google Shape;1300;p32"/>
          <p:cNvGrpSpPr/>
          <p:nvPr/>
        </p:nvGrpSpPr>
        <p:grpSpPr>
          <a:xfrm>
            <a:off x="194760" y="98640"/>
            <a:ext cx="8515440" cy="552600"/>
            <a:chOff x="194760" y="98640"/>
            <a:chExt cx="8515440" cy="552600"/>
          </a:xfrm>
        </p:grpSpPr>
        <p:sp>
          <p:nvSpPr>
            <p:cNvPr id="1016" name="Google Shape;1301;p32"/>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クラウド構成図</a:t>
              </a:r>
              <a:endParaRPr b="0" lang="en-US" sz="1600" spc="-1" strike="noStrike">
                <a:latin typeface="Arial"/>
              </a:endParaRPr>
            </a:p>
          </p:txBody>
        </p:sp>
        <p:sp>
          <p:nvSpPr>
            <p:cNvPr id="1017" name="Google Shape;1302;p32"/>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graphicFrame>
        <p:nvGraphicFramePr>
          <p:cNvPr id="1018" name="Google Shape;1303;p32"/>
          <p:cNvGraphicFramePr/>
          <p:nvPr/>
        </p:nvGraphicFramePr>
        <p:xfrm>
          <a:off x="323640" y="1341000"/>
          <a:ext cx="3208320" cy="955080"/>
        </p:xfrm>
        <a:graphic>
          <a:graphicData uri="http://schemas.openxmlformats.org/drawingml/2006/table">
            <a:tbl>
              <a:tblPr/>
              <a:tblGrid>
                <a:gridCol w="1106640"/>
                <a:gridCol w="2102040"/>
              </a:tblGrid>
              <a:tr h="32760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フロントエンド</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S3 + CloudFront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バックエンド</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9ae3b"/>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ECS</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Fargate</a:t>
                      </a:r>
                      <a:r>
                        <a:rPr b="0" lang="zh-CN" sz="900" spc="-1" strike="noStrike">
                          <a:solidFill>
                            <a:srgbClr val="000000"/>
                          </a:solidFill>
                          <a:latin typeface="Noto Sans JP"/>
                          <a:ea typeface="Noto Sans JP"/>
                        </a:rPr>
                        <a:t>）</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nSpc>
                          <a:spcPct val="100000"/>
                        </a:lnSpc>
                        <a:buNone/>
                        <a:tabLst>
                          <a:tab algn="l" pos="0"/>
                        </a:tabLst>
                      </a:pPr>
                      <a:r>
                        <a:rPr b="1" lang="zh-CN" sz="1000" spc="-1" strike="noStrike">
                          <a:solidFill>
                            <a:srgbClr val="ffffff"/>
                          </a:solidFill>
                          <a:latin typeface="Noto Sans JP"/>
                          <a:ea typeface="Noto Sans JP"/>
                        </a:rPr>
                        <a:t>バッチ</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9ae3b"/>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AWS Batch</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aphicFrame>
        <p:nvGraphicFramePr>
          <p:cNvPr id="1019" name="Google Shape;1304;p32"/>
          <p:cNvGraphicFramePr/>
          <p:nvPr/>
        </p:nvGraphicFramePr>
        <p:xfrm>
          <a:off x="323640" y="2742480"/>
          <a:ext cx="3207960" cy="2211840"/>
        </p:xfrm>
        <a:graphic>
          <a:graphicData uri="http://schemas.openxmlformats.org/drawingml/2006/table">
            <a:tbl>
              <a:tblPr/>
              <a:tblGrid>
                <a:gridCol w="901800"/>
                <a:gridCol w="2306520"/>
              </a:tblGrid>
              <a:tr h="3211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DB</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Aurora ( Multi-AZ )</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3084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Cache</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Elasticache ( Multi-AZ )</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39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CI/CD</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Github/CodePipeLine</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4129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Monitoring</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CloudWatch/CloudTrail</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51912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Security</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WAF/SecurityHub/GuardDuty/Inspector</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314280">
                <a:tc>
                  <a:txBody>
                    <a:bodyPr lIns="90720" rIns="90720" anchor="ctr">
                      <a:noAutofit/>
                    </a:bodyPr>
                    <a:p>
                      <a:pPr algn="ctr">
                        <a:lnSpc>
                          <a:spcPct val="100000"/>
                        </a:lnSpc>
                        <a:buNone/>
                        <a:tabLst>
                          <a:tab algn="l" pos="0"/>
                        </a:tabLst>
                      </a:pPr>
                      <a:r>
                        <a:rPr b="1" lang="en-US" sz="1000" spc="-1" strike="noStrike">
                          <a:solidFill>
                            <a:srgbClr val="ffffff"/>
                          </a:solidFill>
                          <a:latin typeface="Noto Sans JP"/>
                          <a:ea typeface="Noto Sans JP"/>
                        </a:rPr>
                        <a:t>IaC</a:t>
                      </a:r>
                      <a:endParaRPr b="0" lang="en-US" sz="10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90720" rIns="90720" anchor="ctr">
                      <a:noAutofit/>
                    </a:bodyPr>
                    <a:p>
                      <a:pPr>
                        <a:lnSpc>
                          <a:spcPct val="150000"/>
                        </a:lnSpc>
                        <a:buNone/>
                        <a:tabLst>
                          <a:tab algn="l" pos="0"/>
                        </a:tabLst>
                      </a:pPr>
                      <a:r>
                        <a:rPr b="0" lang="en-US" sz="900" spc="-1" strike="noStrike">
                          <a:solidFill>
                            <a:srgbClr val="000000"/>
                          </a:solidFill>
                          <a:latin typeface="Noto Sans JP"/>
                          <a:ea typeface="Noto Sans JP"/>
                        </a:rPr>
                        <a:t>Terraform</a:t>
                      </a:r>
                      <a:endParaRPr b="0" lang="en-US" sz="900" spc="-1" strike="noStrike">
                        <a:latin typeface="Arial"/>
                      </a:endParaRPr>
                    </a:p>
                  </a:txBody>
                  <a:tcPr anchor="ctr" marL="90720" marR="907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pic>
        <p:nvPicPr>
          <p:cNvPr id="1020" name="Google Shape;1305;p32" descr="Ảnh có chứa Phông chữ, văn bản, màu trắng, Đồ họa&#10;&#10;Nội dung do AI tạo ra có thể không chính xác."/>
          <p:cNvPicPr/>
          <p:nvPr/>
        </p:nvPicPr>
        <p:blipFill>
          <a:blip r:embed="rId2"/>
          <a:stretch/>
        </p:blipFill>
        <p:spPr>
          <a:xfrm>
            <a:off x="5238720" y="1249560"/>
            <a:ext cx="3000600" cy="297756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21" name="Google Shape;1310;p33"/>
          <p:cNvGraphicFramePr/>
          <p:nvPr/>
        </p:nvGraphicFramePr>
        <p:xfrm>
          <a:off x="482040" y="927720"/>
          <a:ext cx="8179200" cy="3318480"/>
        </p:xfrm>
        <a:graphic>
          <a:graphicData uri="http://schemas.openxmlformats.org/drawingml/2006/table">
            <a:tbl>
              <a:tblPr/>
              <a:tblGrid>
                <a:gridCol w="370440"/>
                <a:gridCol w="1644120"/>
                <a:gridCol w="6165000"/>
              </a:tblGrid>
              <a:tr h="244800">
                <a:tc>
                  <a:txBody>
                    <a:bodyPr lIns="45720" rIns="4572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カテゴリ</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提案理由</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60048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1</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可用性・スケーラビリティ重視の構成（災害対策・バックアップ）</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 </a:t>
                      </a:r>
                      <a:r>
                        <a:rPr b="0" lang="zh-CN" sz="700" spc="-1" strike="noStrike">
                          <a:solidFill>
                            <a:srgbClr val="000000"/>
                          </a:solidFill>
                          <a:latin typeface="Noto Sans JP"/>
                          <a:ea typeface="Noto Sans JP"/>
                        </a:rPr>
                        <a:t>サーバー：</a:t>
                      </a:r>
                      <a:r>
                        <a:rPr b="0" lang="en-US" sz="700" spc="-1" strike="noStrike">
                          <a:solidFill>
                            <a:srgbClr val="000000"/>
                          </a:solidFill>
                          <a:latin typeface="Noto Sans JP"/>
                          <a:ea typeface="Noto Sans JP"/>
                        </a:rPr>
                        <a:t>ECS</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マルチ</a:t>
                      </a:r>
                      <a:r>
                        <a:rPr b="0" lang="en-US" sz="700" spc="-1" strike="noStrike">
                          <a:solidFill>
                            <a:srgbClr val="000000"/>
                          </a:solidFill>
                          <a:latin typeface="Noto Sans JP"/>
                          <a:ea typeface="Noto Sans JP"/>
                        </a:rPr>
                        <a:t>AZ</a:t>
                      </a:r>
                      <a:r>
                        <a:rPr b="0" lang="zh-CN" sz="700" spc="-1" strike="noStrike">
                          <a:solidFill>
                            <a:srgbClr val="000000"/>
                          </a:solidFill>
                          <a:latin typeface="Noto Sans JP"/>
                          <a:ea typeface="Noto Sans JP"/>
                        </a:rPr>
                        <a:t>対応の</a:t>
                      </a:r>
                      <a:r>
                        <a:rPr b="0" lang="en-US" sz="700" spc="-1" strike="noStrike">
                          <a:solidFill>
                            <a:srgbClr val="000000"/>
                          </a:solidFill>
                          <a:latin typeface="Noto Sans JP"/>
                          <a:ea typeface="Noto Sans JP"/>
                        </a:rPr>
                        <a:t>ECS</a:t>
                      </a:r>
                      <a:r>
                        <a:rPr b="0" lang="zh-CN" sz="700" spc="-1" strike="noStrike">
                          <a:solidFill>
                            <a:srgbClr val="000000"/>
                          </a:solidFill>
                          <a:latin typeface="Noto Sans JP"/>
                          <a:ea typeface="Noto Sans JP"/>
                        </a:rPr>
                        <a:t>を採用し、ロードバランサーとヘルスチェック機能による自動トラフィック分散を実現します。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不具合が発生したタスクは自動的に除外され、</a:t>
                      </a:r>
                      <a:r>
                        <a:rPr b="0" lang="en-US" sz="700" spc="-1" strike="noStrike">
                          <a:solidFill>
                            <a:srgbClr val="000000"/>
                          </a:solidFill>
                          <a:latin typeface="Noto Sans JP"/>
                          <a:ea typeface="Noto Sans JP"/>
                        </a:rPr>
                        <a:t>Auto Scaling </a:t>
                      </a:r>
                      <a:r>
                        <a:rPr b="0" lang="zh-CN" sz="700" spc="-1" strike="noStrike">
                          <a:solidFill>
                            <a:srgbClr val="000000"/>
                          </a:solidFill>
                          <a:latin typeface="Noto Sans JP"/>
                          <a:ea typeface="Noto Sans JP"/>
                        </a:rPr>
                        <a:t>によりインスタンスが復旧され、安定稼働が確保されます。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316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2</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データ保護とセキュリティ</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IAM</a:t>
                      </a:r>
                      <a:r>
                        <a:rPr b="0" lang="zh-CN" sz="700" spc="-1" strike="noStrike">
                          <a:solidFill>
                            <a:srgbClr val="000000"/>
                          </a:solidFill>
                          <a:latin typeface="Noto Sans JP"/>
                          <a:ea typeface="Noto Sans JP"/>
                        </a:rPr>
                        <a:t>ポリシーによるアクセス制御に加え、</a:t>
                      </a:r>
                      <a:r>
                        <a:rPr b="0" lang="en-US" sz="700" spc="-1" strike="noStrike">
                          <a:solidFill>
                            <a:srgbClr val="000000"/>
                          </a:solidFill>
                          <a:latin typeface="Noto Sans JP"/>
                          <a:ea typeface="Noto Sans JP"/>
                        </a:rPr>
                        <a:t>Amazon GuardDuty</a:t>
                      </a:r>
                      <a:r>
                        <a:rPr b="0" lang="zh-CN" sz="700" spc="-1" strike="noStrike">
                          <a:solidFill>
                            <a:srgbClr val="000000"/>
                          </a:solidFill>
                          <a:latin typeface="Noto Sans JP"/>
                          <a:ea typeface="Noto Sans JP"/>
                        </a:rPr>
                        <a:t>と</a:t>
                      </a:r>
                      <a:r>
                        <a:rPr b="0" lang="en-US" sz="700" spc="-1" strike="noStrike">
                          <a:solidFill>
                            <a:srgbClr val="000000"/>
                          </a:solidFill>
                          <a:latin typeface="Noto Sans JP"/>
                          <a:ea typeface="Noto Sans JP"/>
                        </a:rPr>
                        <a:t>AWS Security Hub</a:t>
                      </a:r>
                      <a:r>
                        <a:rPr b="0" lang="zh-CN" sz="700" spc="-1" strike="noStrike">
                          <a:solidFill>
                            <a:srgbClr val="000000"/>
                          </a:solidFill>
                          <a:latin typeface="Noto Sans JP"/>
                          <a:ea typeface="Noto Sans JP"/>
                        </a:rPr>
                        <a:t>による脅威検知・監視を導入する構成を提案します。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データは</a:t>
                      </a:r>
                      <a:r>
                        <a:rPr b="0" lang="en-US" sz="700" spc="-1" strike="noStrike">
                          <a:solidFill>
                            <a:srgbClr val="000000"/>
                          </a:solidFill>
                          <a:latin typeface="Noto Sans JP"/>
                          <a:ea typeface="Noto Sans JP"/>
                        </a:rPr>
                        <a:t>Amazon S3</a:t>
                      </a:r>
                      <a:r>
                        <a:rPr b="0" lang="zh-CN" sz="700" spc="-1" strike="noStrike">
                          <a:solidFill>
                            <a:srgbClr val="000000"/>
                          </a:solidFill>
                          <a:latin typeface="Noto Sans JP"/>
                          <a:ea typeface="Noto Sans JP"/>
                        </a:rPr>
                        <a:t>を用いて定期的にバックアップされ、保存時および転送時には</a:t>
                      </a:r>
                      <a:r>
                        <a:rPr b="0" lang="en-US" sz="700" spc="-1" strike="noStrike">
                          <a:solidFill>
                            <a:srgbClr val="000000"/>
                          </a:solidFill>
                          <a:latin typeface="Noto Sans JP"/>
                          <a:ea typeface="Noto Sans JP"/>
                        </a:rPr>
                        <a:t>AWS KMS</a:t>
                      </a:r>
                      <a:r>
                        <a:rPr b="0" lang="zh-CN" sz="700" spc="-1" strike="noStrike">
                          <a:solidFill>
                            <a:srgbClr val="000000"/>
                          </a:solidFill>
                          <a:latin typeface="Noto Sans JP"/>
                          <a:ea typeface="Noto Sans JP"/>
                        </a:rPr>
                        <a:t>によって暗号化されます。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92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3</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700" spc="-1" strike="noStrike">
                          <a:solidFill>
                            <a:srgbClr val="000000"/>
                          </a:solidFill>
                          <a:latin typeface="Noto Sans JP"/>
                          <a:ea typeface="Noto Sans JP"/>
                        </a:rPr>
                        <a:t>バッチ処理基盤</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Batch</a:t>
                      </a:r>
                      <a:r>
                        <a:rPr b="0" lang="zh-CN" sz="700" spc="-1" strike="noStrike">
                          <a:solidFill>
                            <a:srgbClr val="000000"/>
                          </a:solidFill>
                          <a:latin typeface="Noto Sans JP"/>
                          <a:ea typeface="Noto Sans JP"/>
                        </a:rPr>
                        <a:t>により、大規模データの夜間バッチ処理を効率的に行い、自動リソース管理を実現します。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スケジューリングは</a:t>
                      </a:r>
                      <a:r>
                        <a:rPr b="0" lang="en-US" sz="700" spc="-1" strike="noStrike">
                          <a:solidFill>
                            <a:srgbClr val="000000"/>
                          </a:solidFill>
                          <a:latin typeface="Noto Sans JP"/>
                          <a:ea typeface="Noto Sans JP"/>
                        </a:rPr>
                        <a:t>Amazon EventBridge</a:t>
                      </a:r>
                      <a:r>
                        <a:rPr b="0" lang="zh-CN" sz="700" spc="-1" strike="noStrike">
                          <a:solidFill>
                            <a:srgbClr val="000000"/>
                          </a:solidFill>
                          <a:latin typeface="Noto Sans JP"/>
                          <a:ea typeface="Noto Sans JP"/>
                        </a:rPr>
                        <a:t>を活用して柔軟にジョブ実行タイミングを構成可能です。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5296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4</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7000"/>
                        </a:lnSpc>
                        <a:buNone/>
                        <a:tabLst>
                          <a:tab algn="l" pos="0"/>
                        </a:tabLst>
                      </a:pPr>
                      <a:r>
                        <a:rPr b="0" lang="zh-CN" sz="600" spc="-1" strike="noStrike">
                          <a:solidFill>
                            <a:srgbClr val="000000"/>
                          </a:solidFill>
                          <a:latin typeface="Noto Sans JP"/>
                          <a:ea typeface="Noto Sans JP"/>
                        </a:rPr>
                        <a:t>モニタリング</a:t>
                      </a:r>
                      <a:endParaRPr b="0" lang="en-US" sz="6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CloudWatch</a:t>
                      </a:r>
                      <a:r>
                        <a:rPr b="0" lang="zh-CN" sz="700" spc="-1" strike="noStrike">
                          <a:solidFill>
                            <a:srgbClr val="000000"/>
                          </a:solidFill>
                          <a:latin typeface="Noto Sans JP"/>
                          <a:ea typeface="Noto Sans JP"/>
                        </a:rPr>
                        <a:t>を利用して、アプリケーションおよびインフラのパフォーマンスメトリクスをリアルタイムで監視します。</a:t>
                      </a:r>
                      <a:endParaRPr b="0" lang="en-US" sz="700" spc="-1" strike="noStrike">
                        <a:latin typeface="Arial"/>
                      </a:endParaRPr>
                    </a:p>
                    <a:p>
                      <a:pPr>
                        <a:lnSpc>
                          <a:spcPct val="120000"/>
                        </a:lnSpc>
                        <a:buNone/>
                        <a:tabLst>
                          <a:tab algn="l" pos="0"/>
                        </a:tabLst>
                      </a:pPr>
                      <a:r>
                        <a:rPr b="0" lang="en-US" sz="700" spc="-1" strike="noStrike">
                          <a:solidFill>
                            <a:srgbClr val="000000"/>
                          </a:solidFill>
                          <a:latin typeface="Noto Sans JP"/>
                          <a:ea typeface="Noto Sans JP"/>
                        </a:rPr>
                        <a:t>CPU</a:t>
                      </a:r>
                      <a:r>
                        <a:rPr b="0" lang="zh-CN" sz="700" spc="-1" strike="noStrike">
                          <a:solidFill>
                            <a:srgbClr val="000000"/>
                          </a:solidFill>
                          <a:latin typeface="Noto Sans JP"/>
                          <a:ea typeface="Noto Sans JP"/>
                        </a:rPr>
                        <a:t>使用率、メモリ使用量、ディスク</a:t>
                      </a:r>
                      <a:r>
                        <a:rPr b="0" lang="en-US" sz="700" spc="-1" strike="noStrike">
                          <a:solidFill>
                            <a:srgbClr val="000000"/>
                          </a:solidFill>
                          <a:latin typeface="Noto Sans JP"/>
                          <a:ea typeface="Noto Sans JP"/>
                        </a:rPr>
                        <a:t>I/O</a:t>
                      </a:r>
                      <a:r>
                        <a:rPr b="0" lang="zh-CN" sz="700" spc="-1" strike="noStrike">
                          <a:solidFill>
                            <a:srgbClr val="000000"/>
                          </a:solidFill>
                          <a:latin typeface="Noto Sans JP"/>
                          <a:ea typeface="Noto Sans JP"/>
                        </a:rPr>
                        <a:t>などの収集に加え、異常検知のためのアラーム設定も可能です。</a:t>
                      </a:r>
                      <a:endParaRPr b="0" lang="en-US" sz="700" spc="-1" strike="noStrike">
                        <a:latin typeface="Arial"/>
                      </a:endParaRPr>
                    </a:p>
                    <a:p>
                      <a:pPr>
                        <a:lnSpc>
                          <a:spcPct val="120000"/>
                        </a:lnSpc>
                        <a:buNone/>
                        <a:tabLst>
                          <a:tab algn="l" pos="0"/>
                        </a:tabLst>
                      </a:pPr>
                      <a:r>
                        <a:rPr b="0" lang="en-US" sz="700" spc="-1" strike="noStrike">
                          <a:solidFill>
                            <a:srgbClr val="000000"/>
                          </a:solidFill>
                          <a:latin typeface="Noto Sans JP"/>
                          <a:ea typeface="Noto Sans JP"/>
                        </a:rPr>
                        <a:t>Slack</a:t>
                      </a:r>
                      <a:r>
                        <a:rPr b="0" lang="zh-CN" sz="700" spc="-1" strike="noStrike">
                          <a:solidFill>
                            <a:srgbClr val="000000"/>
                          </a:solidFill>
                          <a:latin typeface="Noto Sans JP"/>
                          <a:ea typeface="Noto Sans JP"/>
                        </a:rPr>
                        <a:t>通知によって問題を即時に把握でき、</a:t>
                      </a:r>
                      <a:r>
                        <a:rPr b="0" lang="en-US" sz="700" spc="-1" strike="noStrike">
                          <a:solidFill>
                            <a:srgbClr val="000000"/>
                          </a:solidFill>
                          <a:latin typeface="Noto Sans JP"/>
                          <a:ea typeface="Noto Sans JP"/>
                        </a:rPr>
                        <a:t>CloudTrail</a:t>
                      </a:r>
                      <a:r>
                        <a:rPr b="0" lang="zh-CN" sz="700" spc="-1" strike="noStrike">
                          <a:solidFill>
                            <a:srgbClr val="000000"/>
                          </a:solidFill>
                          <a:latin typeface="Noto Sans JP"/>
                          <a:ea typeface="Noto Sans JP"/>
                        </a:rPr>
                        <a:t>により操作履歴も記録され、セキュリティ監査に対応します。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924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5</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コスト最適化・運用効率</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en-US" sz="700" spc="-1" strike="noStrike">
                          <a:solidFill>
                            <a:srgbClr val="000000"/>
                          </a:solidFill>
                          <a:latin typeface="Noto Sans JP"/>
                          <a:ea typeface="Noto Sans JP"/>
                        </a:rPr>
                        <a:t>AWS Trusted Advisor</a:t>
                      </a:r>
                      <a:r>
                        <a:rPr b="0" lang="zh-CN" sz="700" spc="-1" strike="noStrike">
                          <a:solidFill>
                            <a:srgbClr val="000000"/>
                          </a:solidFill>
                          <a:latin typeface="Noto Sans JP"/>
                          <a:ea typeface="Noto Sans JP"/>
                        </a:rPr>
                        <a:t>を活用してリソース使用の最適化を行います。</a:t>
                      </a:r>
                      <a:endParaRPr b="0" lang="en-US" sz="700" spc="-1" strike="noStrike">
                        <a:latin typeface="Arial"/>
                      </a:endParaRPr>
                    </a:p>
                    <a:p>
                      <a:pPr>
                        <a:lnSpc>
                          <a:spcPct val="120000"/>
                        </a:lnSpc>
                        <a:buNone/>
                        <a:tabLst>
                          <a:tab algn="l" pos="0"/>
                        </a:tabLst>
                      </a:pPr>
                      <a:r>
                        <a:rPr b="0" lang="zh-CN" sz="700" spc="-1" strike="noStrike">
                          <a:solidFill>
                            <a:srgbClr val="000000"/>
                          </a:solidFill>
                          <a:latin typeface="Noto Sans JP"/>
                          <a:ea typeface="Noto Sans JP"/>
                        </a:rPr>
                        <a:t>たとえば、リザーブドインスタンスやセービングプランを活用することでコスト削減が可能です。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156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6</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セキュリティ</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1d1c1d"/>
                          </a:solidFill>
                          <a:latin typeface="Noto Sans JP"/>
                          <a:ea typeface="Noto Sans JP"/>
                        </a:rPr>
                        <a:t>データ暗号化：</a:t>
                      </a:r>
                      <a:r>
                        <a:rPr b="0" lang="en-US" sz="700" spc="-1" strike="noStrike">
                          <a:solidFill>
                            <a:srgbClr val="1d1c1d"/>
                          </a:solidFill>
                          <a:latin typeface="Noto Sans JP"/>
                          <a:ea typeface="Noto Sans JP"/>
                        </a:rPr>
                        <a:t>TLS/SSL </a:t>
                      </a:r>
                      <a:r>
                        <a:rPr b="0" lang="zh-CN" sz="700" spc="-1" strike="noStrike">
                          <a:solidFill>
                            <a:srgbClr val="1d1c1d"/>
                          </a:solidFill>
                          <a:latin typeface="Noto Sans JP"/>
                          <a:ea typeface="Noto Sans JP"/>
                        </a:rPr>
                        <a:t>によって個人データを暗号化します。</a:t>
                      </a:r>
                      <a:endParaRPr b="0" lang="en-US" sz="700" spc="-1" strike="noStrike">
                        <a:latin typeface="Arial"/>
                      </a:endParaRPr>
                    </a:p>
                    <a:p>
                      <a:pPr>
                        <a:lnSpc>
                          <a:spcPct val="138000"/>
                        </a:lnSpc>
                        <a:buNone/>
                        <a:tabLst>
                          <a:tab algn="l" pos="0"/>
                        </a:tabLst>
                      </a:pPr>
                      <a:r>
                        <a:rPr b="0" lang="zh-CN" sz="700" spc="-1" strike="noStrike">
                          <a:solidFill>
                            <a:srgbClr val="1d1c1d"/>
                          </a:solidFill>
                          <a:latin typeface="Noto Sans JP"/>
                          <a:ea typeface="Noto Sans JP"/>
                        </a:rPr>
                        <a:t>暗号化ツールとして</a:t>
                      </a:r>
                      <a:r>
                        <a:rPr b="0" lang="en-US" sz="700" spc="-1" strike="noStrike">
                          <a:solidFill>
                            <a:srgbClr val="1d1c1d"/>
                          </a:solidFill>
                          <a:latin typeface="Noto Sans JP"/>
                          <a:ea typeface="Noto Sans JP"/>
                        </a:rPr>
                        <a:t>KMS</a:t>
                      </a:r>
                      <a:r>
                        <a:rPr b="0" lang="zh-CN" sz="700" spc="-1" strike="noStrike">
                          <a:solidFill>
                            <a:srgbClr val="1d1c1d"/>
                          </a:solidFill>
                          <a:latin typeface="Noto Sans JP"/>
                          <a:ea typeface="Noto Sans JP"/>
                        </a:rPr>
                        <a:t>を用いた暗号化クラスターを有効化しています。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68920">
                <a:tc>
                  <a:txBody>
                    <a:bodyPr lIns="45720" rIns="45720" anchor="ctr">
                      <a:noAutofit/>
                    </a:bodyPr>
                    <a:p>
                      <a:pPr algn="ctr">
                        <a:lnSpc>
                          <a:spcPct val="138000"/>
                        </a:lnSpc>
                        <a:buNone/>
                        <a:tabLst>
                          <a:tab algn="l" pos="0"/>
                        </a:tabLst>
                      </a:pPr>
                      <a:r>
                        <a:rPr b="0" lang="en-US" sz="700" spc="-1" strike="noStrike">
                          <a:solidFill>
                            <a:srgbClr val="000000"/>
                          </a:solidFill>
                          <a:latin typeface="Noto Sans JP"/>
                          <a:ea typeface="Noto Sans JP"/>
                        </a:rPr>
                        <a:t>7</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700" spc="-1" strike="noStrike">
                          <a:solidFill>
                            <a:srgbClr val="000000"/>
                          </a:solidFill>
                          <a:latin typeface="Noto Sans JP"/>
                          <a:ea typeface="Noto Sans JP"/>
                        </a:rPr>
                        <a:t>パフォーマンスと最適化</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700" spc="-1" strike="noStrike">
                          <a:solidFill>
                            <a:srgbClr val="1d1c1d"/>
                          </a:solidFill>
                          <a:latin typeface="Noto Sans JP"/>
                          <a:ea typeface="Noto Sans JP"/>
                        </a:rPr>
                        <a:t>Datadog</a:t>
                      </a:r>
                      <a:r>
                        <a:rPr b="0" lang="zh-CN" sz="700" spc="-1" strike="noStrike">
                          <a:solidFill>
                            <a:srgbClr val="1d1c1d"/>
                          </a:solidFill>
                          <a:latin typeface="Noto Sans JP"/>
                          <a:ea typeface="Noto Sans JP"/>
                        </a:rPr>
                        <a:t>や</a:t>
                      </a:r>
                      <a:r>
                        <a:rPr b="0" lang="en-US" sz="700" spc="-1" strike="noStrike">
                          <a:solidFill>
                            <a:srgbClr val="1d1c1d"/>
                          </a:solidFill>
                          <a:latin typeface="Noto Sans JP"/>
                          <a:ea typeface="Noto Sans JP"/>
                        </a:rPr>
                        <a:t>New Relic</a:t>
                      </a:r>
                      <a:r>
                        <a:rPr b="0" lang="zh-CN" sz="700" spc="-1" strike="noStrike">
                          <a:solidFill>
                            <a:srgbClr val="1d1c1d"/>
                          </a:solidFill>
                          <a:latin typeface="Noto Sans JP"/>
                          <a:ea typeface="Noto Sans JP"/>
                        </a:rPr>
                        <a:t>などのツールを用いてシステムのパフォーマンスを監視します。</a:t>
                      </a:r>
                      <a:endParaRPr b="0" lang="en-US" sz="7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
        <p:nvSpPr>
          <p:cNvPr id="1022" name="Google Shape;1311;p33"/>
          <p:cNvSpPr/>
          <p:nvPr/>
        </p:nvSpPr>
        <p:spPr>
          <a:xfrm>
            <a:off x="173520" y="4870440"/>
            <a:ext cx="406800" cy="14220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1023" name="Google Shape;1312;p33"/>
          <p:cNvGrpSpPr/>
          <p:nvPr/>
        </p:nvGrpSpPr>
        <p:grpSpPr>
          <a:xfrm>
            <a:off x="6182280" y="4803840"/>
            <a:ext cx="2472840" cy="315360"/>
            <a:chOff x="6182280" y="4803840"/>
            <a:chExt cx="2472840" cy="315360"/>
          </a:xfrm>
        </p:grpSpPr>
        <p:sp>
          <p:nvSpPr>
            <p:cNvPr id="1024" name="Google Shape;1313;p33"/>
            <p:cNvSpPr/>
            <p:nvPr/>
          </p:nvSpPr>
          <p:spPr>
            <a:xfrm>
              <a:off x="6182280" y="4811040"/>
              <a:ext cx="2472840" cy="30816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1025" name="Google Shape;1314;p33"/>
            <p:cNvSpPr/>
            <p:nvPr/>
          </p:nvSpPr>
          <p:spPr>
            <a:xfrm>
              <a:off x="6182280" y="4803840"/>
              <a:ext cx="2472840" cy="31536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1026" name="Google Shape;1315;p33"/>
          <p:cNvGrpSpPr/>
          <p:nvPr/>
        </p:nvGrpSpPr>
        <p:grpSpPr>
          <a:xfrm>
            <a:off x="194760" y="98640"/>
            <a:ext cx="8687160" cy="750960"/>
            <a:chOff x="194760" y="98640"/>
            <a:chExt cx="8687160" cy="750960"/>
          </a:xfrm>
        </p:grpSpPr>
        <p:sp>
          <p:nvSpPr>
            <p:cNvPr id="1027" name="Google Shape;1316;p33"/>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インフラ構成を提案する理由は以下の通りです。</a:t>
              </a:r>
              <a:endParaRPr b="0" lang="en-US" sz="1000" spc="-1" strike="noStrike">
                <a:latin typeface="Arial"/>
              </a:endParaRPr>
            </a:p>
          </p:txBody>
        </p:sp>
        <p:sp>
          <p:nvSpPr>
            <p:cNvPr id="1028" name="Google Shape;1317;p33"/>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インフラ構成</a:t>
              </a:r>
              <a:endParaRPr b="0" lang="en-US" sz="1600" spc="-1" strike="noStrike">
                <a:latin typeface="Arial"/>
              </a:endParaRPr>
            </a:p>
          </p:txBody>
        </p:sp>
        <p:sp>
          <p:nvSpPr>
            <p:cNvPr id="1029" name="Google Shape;1318;p33"/>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30" name="Google Shape;1323;p34"/>
          <p:cNvGraphicFramePr/>
          <p:nvPr/>
        </p:nvGraphicFramePr>
        <p:xfrm>
          <a:off x="456120" y="954720"/>
          <a:ext cx="8272800" cy="2763360"/>
        </p:xfrm>
        <a:graphic>
          <a:graphicData uri="http://schemas.openxmlformats.org/drawingml/2006/table">
            <a:tbl>
              <a:tblPr/>
              <a:tblGrid>
                <a:gridCol w="300600"/>
                <a:gridCol w="1365120"/>
                <a:gridCol w="6607440"/>
              </a:tblGrid>
              <a:tr h="239760">
                <a:tc>
                  <a:txBody>
                    <a:bodyPr lIns="45720" rIns="4572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コンポーネント</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45720" rIns="45720" anchor="ctr">
                      <a:noAutofit/>
                    </a:bodyPr>
                    <a:p>
                      <a:pPr>
                        <a:lnSpc>
                          <a:spcPct val="100000"/>
                        </a:lnSpc>
                        <a:buNone/>
                        <a:tabLst>
                          <a:tab algn="l" pos="0"/>
                        </a:tabLst>
                      </a:pPr>
                      <a:r>
                        <a:rPr b="1" lang="zh-CN" sz="800" spc="-1" strike="noStrike">
                          <a:solidFill>
                            <a:srgbClr val="f7f7f7"/>
                          </a:solidFill>
                          <a:latin typeface="Noto Sans JP"/>
                          <a:ea typeface="Noto Sans JP"/>
                        </a:rPr>
                        <a:t>説明</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66240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フロントエンド開発言語 </a:t>
                      </a: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フレームワーク</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u="sng">
                          <a:solidFill>
                            <a:srgbClr val="0563c1"/>
                          </a:solidFill>
                          <a:uFillTx/>
                          <a:latin typeface="Noto Sans JP"/>
                          <a:ea typeface="Noto Sans JP"/>
                          <a:hlinkClick r:id="rId1"/>
                        </a:rPr>
                        <a:t>Next.js</a:t>
                      </a:r>
                      <a:r>
                        <a:rPr b="0" lang="zh-CN" sz="800" spc="-1" strike="noStrike">
                          <a:solidFill>
                            <a:srgbClr val="1d1c1d"/>
                          </a:solidFill>
                          <a:latin typeface="Noto Sans JP"/>
                          <a:ea typeface="Noto Sans JP"/>
                        </a:rPr>
                        <a:t>（</a:t>
                      </a:r>
                      <a:r>
                        <a:rPr b="0" lang="en-US" sz="800" spc="-1" strike="noStrike">
                          <a:solidFill>
                            <a:srgbClr val="1d1c1d"/>
                          </a:solidFill>
                          <a:latin typeface="Noto Sans JP"/>
                          <a:ea typeface="Noto Sans JP"/>
                        </a:rPr>
                        <a:t>React.js</a:t>
                      </a:r>
                      <a:r>
                        <a:rPr b="0" lang="zh-CN" sz="800" spc="-1" strike="noStrike">
                          <a:solidFill>
                            <a:srgbClr val="1d1c1d"/>
                          </a:solidFill>
                          <a:latin typeface="Noto Sans JP"/>
                          <a:ea typeface="Noto Sans JP"/>
                        </a:rPr>
                        <a:t>）を採用しています。</a:t>
                      </a:r>
                      <a:endParaRPr b="0" lang="en-US" sz="800" spc="-1" strike="noStrike">
                        <a:latin typeface="Arial"/>
                      </a:endParaRPr>
                    </a:p>
                    <a:p>
                      <a:pPr>
                        <a:lnSpc>
                          <a:spcPct val="138000"/>
                        </a:lnSpc>
                        <a:buNone/>
                        <a:tabLst>
                          <a:tab algn="l" pos="0"/>
                        </a:tabLst>
                      </a:pPr>
                      <a:r>
                        <a:rPr b="0" lang="en-US" sz="800" spc="-1" strike="noStrike">
                          <a:solidFill>
                            <a:srgbClr val="1d1c1d"/>
                          </a:solidFill>
                          <a:latin typeface="Noto Sans JP"/>
                          <a:ea typeface="Noto Sans JP"/>
                        </a:rPr>
                        <a:t>• </a:t>
                      </a:r>
                      <a:r>
                        <a:rPr b="0" lang="zh-CN" sz="800" spc="-1" strike="noStrike">
                          <a:solidFill>
                            <a:srgbClr val="1d1c1d"/>
                          </a:solidFill>
                          <a:latin typeface="Noto Sans JP"/>
                          <a:ea typeface="Noto Sans JP"/>
                        </a:rPr>
                        <a:t>クライアントサイドレンダリング（</a:t>
                      </a:r>
                      <a:r>
                        <a:rPr b="0" lang="en-US" sz="800" spc="-1" strike="noStrike">
                          <a:solidFill>
                            <a:srgbClr val="1d1c1d"/>
                          </a:solidFill>
                          <a:latin typeface="Noto Sans JP"/>
                          <a:ea typeface="Noto Sans JP"/>
                        </a:rPr>
                        <a:t>CSR</a:t>
                      </a:r>
                      <a:r>
                        <a:rPr b="0" lang="zh-CN" sz="800" spc="-1" strike="noStrike">
                          <a:solidFill>
                            <a:srgbClr val="1d1c1d"/>
                          </a:solidFill>
                          <a:latin typeface="Noto Sans JP"/>
                          <a:ea typeface="Noto Sans JP"/>
                        </a:rPr>
                        <a:t>）により、</a:t>
                      </a:r>
                      <a:r>
                        <a:rPr b="0" lang="en-US" sz="800" spc="-1" strike="noStrike">
                          <a:solidFill>
                            <a:srgbClr val="1d1c1d"/>
                          </a:solidFill>
                          <a:latin typeface="Noto Sans JP"/>
                          <a:ea typeface="Noto Sans JP"/>
                        </a:rPr>
                        <a:t>UI </a:t>
                      </a:r>
                      <a:r>
                        <a:rPr b="0" lang="zh-CN" sz="800" spc="-1" strike="noStrike">
                          <a:solidFill>
                            <a:srgbClr val="1d1c1d"/>
                          </a:solidFill>
                          <a:latin typeface="Noto Sans JP"/>
                          <a:ea typeface="Noto Sans JP"/>
                        </a:rPr>
                        <a:t>はユーザー側のデバイスで生成され、サーバーの負荷を軽減し、</a:t>
                      </a:r>
                      <a:endParaRPr b="0" lang="en-US" sz="800" spc="-1" strike="noStrike">
                        <a:latin typeface="Arial"/>
                      </a:endParaRPr>
                    </a:p>
                    <a:p>
                      <a:pPr>
                        <a:lnSpc>
                          <a:spcPct val="138000"/>
                        </a:lnSpc>
                        <a:buNone/>
                        <a:tabLst>
                          <a:tab algn="l" pos="0"/>
                        </a:tabLst>
                      </a:pPr>
                      <a:r>
                        <a:rPr b="0" lang="zh-CN" sz="800" spc="-1" strike="noStrike">
                          <a:solidFill>
                            <a:srgbClr val="1d1c1d"/>
                          </a:solidFill>
                          <a:latin typeface="Noto Sans JP"/>
                          <a:ea typeface="Noto Sans JP"/>
                        </a:rPr>
                        <a:t>トラフィックの増加にも対応しやすくなります。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8752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バックエンド開発言語 </a:t>
                      </a:r>
                      <a:r>
                        <a:rPr b="0" lang="en-US" sz="800" spc="-1" strike="noStrike">
                          <a:solidFill>
                            <a:srgbClr val="000000"/>
                          </a:solidFill>
                          <a:latin typeface="Noto Sans JP"/>
                          <a:ea typeface="Noto Sans JP"/>
                        </a:rPr>
                        <a:t>/ </a:t>
                      </a:r>
                      <a:endParaRPr b="0" lang="en-US" sz="800" spc="-1" strike="noStrike">
                        <a:latin typeface="Arial"/>
                      </a:endParaRPr>
                    </a:p>
                    <a:p>
                      <a:pPr>
                        <a:lnSpc>
                          <a:spcPct val="120000"/>
                        </a:lnSpc>
                        <a:buNone/>
                        <a:tabLst>
                          <a:tab algn="l" pos="0"/>
                        </a:tabLst>
                      </a:pPr>
                      <a:r>
                        <a:rPr b="0" lang="zh-CN" sz="800" spc="-1" strike="noStrike">
                          <a:solidFill>
                            <a:srgbClr val="000000"/>
                          </a:solidFill>
                          <a:latin typeface="Noto Sans JP"/>
                          <a:ea typeface="Noto Sans JP"/>
                        </a:rPr>
                        <a:t>フレームワーク</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a:solidFill>
                            <a:srgbClr val="1d1c1d"/>
                          </a:solidFill>
                          <a:latin typeface="Noto Sans JP"/>
                          <a:ea typeface="Noto Sans JP"/>
                        </a:rPr>
                        <a:t>NestJS</a:t>
                      </a:r>
                      <a:r>
                        <a:rPr b="0" lang="zh-CN" sz="800" spc="-1" strike="noStrike">
                          <a:solidFill>
                            <a:srgbClr val="1d1c1d"/>
                          </a:solidFill>
                          <a:latin typeface="Noto Sans JP"/>
                          <a:ea typeface="Noto Sans JP"/>
                        </a:rPr>
                        <a:t>（</a:t>
                      </a:r>
                      <a:r>
                        <a:rPr b="0" lang="en-US" sz="800" spc="-1" strike="noStrike" u="sng">
                          <a:solidFill>
                            <a:srgbClr val="0563c1"/>
                          </a:solidFill>
                          <a:uFillTx/>
                          <a:latin typeface="Noto Sans JP"/>
                          <a:ea typeface="Noto Sans JP"/>
                          <a:hlinkClick r:id="rId2"/>
                        </a:rPr>
                        <a:t>Node.js</a:t>
                      </a:r>
                      <a:r>
                        <a:rPr b="0" lang="zh-CN" sz="800" spc="-1" strike="noStrike">
                          <a:solidFill>
                            <a:srgbClr val="1d1c1d"/>
                          </a:solidFill>
                          <a:latin typeface="Noto Sans JP"/>
                          <a:ea typeface="Noto Sans JP"/>
                        </a:rPr>
                        <a:t>）を採用しています。</a:t>
                      </a:r>
                      <a:endParaRPr b="0" lang="en-US" sz="800" spc="-1" strike="noStrike">
                        <a:latin typeface="Arial"/>
                      </a:endParaRPr>
                    </a:p>
                    <a:p>
                      <a:pPr>
                        <a:lnSpc>
                          <a:spcPct val="138000"/>
                        </a:lnSpc>
                        <a:buNone/>
                        <a:tabLst>
                          <a:tab algn="l" pos="0"/>
                        </a:tabLst>
                      </a:pPr>
                      <a:r>
                        <a:rPr b="0" lang="en-US" sz="800" spc="-1" strike="noStrike">
                          <a:solidFill>
                            <a:srgbClr val="1d1c1d"/>
                          </a:solidFill>
                          <a:latin typeface="Noto Sans JP"/>
                          <a:ea typeface="Noto Sans JP"/>
                        </a:rPr>
                        <a:t>• </a:t>
                      </a:r>
                      <a:r>
                        <a:rPr b="0" lang="en-US" sz="800" spc="-1" strike="noStrike">
                          <a:solidFill>
                            <a:srgbClr val="1d1c1d"/>
                          </a:solidFill>
                          <a:latin typeface="Noto Sans JP"/>
                          <a:ea typeface="Noto Sans JP"/>
                        </a:rPr>
                        <a:t>NestJS </a:t>
                      </a:r>
                      <a:r>
                        <a:rPr b="0" lang="zh-CN" sz="800" spc="-1" strike="noStrike">
                          <a:solidFill>
                            <a:srgbClr val="1d1c1d"/>
                          </a:solidFill>
                          <a:latin typeface="Noto Sans JP"/>
                          <a:ea typeface="Noto Sans JP"/>
                        </a:rPr>
                        <a:t>はモジュールアーキテクチャに基づく </a:t>
                      </a:r>
                      <a:r>
                        <a:rPr b="0" lang="en-US" sz="800" spc="-1" strike="noStrike">
                          <a:solidFill>
                            <a:srgbClr val="1d1c1d"/>
                          </a:solidFill>
                          <a:latin typeface="Noto Sans JP"/>
                          <a:ea typeface="Noto Sans JP"/>
                        </a:rPr>
                        <a:t>Node.js </a:t>
                      </a:r>
                      <a:r>
                        <a:rPr b="0" lang="zh-CN" sz="800" spc="-1" strike="noStrike">
                          <a:solidFill>
                            <a:srgbClr val="1d1c1d"/>
                          </a:solidFill>
                          <a:latin typeface="Noto Sans JP"/>
                          <a:ea typeface="Noto Sans JP"/>
                        </a:rPr>
                        <a:t>のバックエンドフレームワークであり、高いスケーラビリティと保守性を提供します。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4560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ソースコード管理</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Github</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6928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クラウドプラットフォーム</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000000"/>
                          </a:solidFill>
                          <a:latin typeface="Noto Sans JP"/>
                          <a:ea typeface="Noto Sans JP"/>
                        </a:rPr>
                        <a:t>AWS</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6324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インフラ管理</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en-US" sz="800" spc="-1" strike="noStrike">
                          <a:solidFill>
                            <a:srgbClr val="1d1c1d"/>
                          </a:solidFill>
                          <a:latin typeface="Noto Sans JP"/>
                          <a:ea typeface="Noto Sans JP"/>
                        </a:rPr>
                        <a:t>Infrastructure as Code</a:t>
                      </a:r>
                      <a:r>
                        <a:rPr b="0" lang="zh-CN" sz="800" spc="-1" strike="noStrike">
                          <a:solidFill>
                            <a:srgbClr val="1d1c1d"/>
                          </a:solidFill>
                          <a:latin typeface="Noto Sans JP"/>
                          <a:ea typeface="Noto Sans JP"/>
                        </a:rPr>
                        <a:t>（</a:t>
                      </a:r>
                      <a:r>
                        <a:rPr b="0" lang="en-US" sz="800" spc="-1" strike="noStrike">
                          <a:solidFill>
                            <a:srgbClr val="1d1c1d"/>
                          </a:solidFill>
                          <a:latin typeface="Noto Sans JP"/>
                          <a:ea typeface="Noto Sans JP"/>
                        </a:rPr>
                        <a:t>IaC</a:t>
                      </a:r>
                      <a:r>
                        <a:rPr b="0" lang="zh-CN" sz="800" spc="-1" strike="noStrike">
                          <a:solidFill>
                            <a:srgbClr val="1d1c1d"/>
                          </a:solidFill>
                          <a:latin typeface="Noto Sans JP"/>
                          <a:ea typeface="Noto Sans JP"/>
                        </a:rPr>
                        <a:t>）の概念に基づき、</a:t>
                      </a:r>
                      <a:r>
                        <a:rPr b="0" lang="en-US" sz="800" spc="-1" strike="noStrike">
                          <a:solidFill>
                            <a:srgbClr val="1d1c1d"/>
                          </a:solidFill>
                          <a:latin typeface="Noto Sans JP"/>
                          <a:ea typeface="Noto Sans JP"/>
                        </a:rPr>
                        <a:t>Terraform </a:t>
                      </a:r>
                      <a:r>
                        <a:rPr b="0" lang="zh-CN" sz="800" spc="-1" strike="noStrike">
                          <a:solidFill>
                            <a:srgbClr val="1d1c1d"/>
                          </a:solidFill>
                          <a:latin typeface="Noto Sans JP"/>
                          <a:ea typeface="Noto Sans JP"/>
                        </a:rPr>
                        <a:t>を用いてインフラ環境の自動構築と一貫性のある管理を実現します。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95920">
                <a:tc>
                  <a:txBody>
                    <a:bodyPr lIns="45720" rIns="45720" anchor="ctr">
                      <a:noAutofit/>
                    </a:bodyPr>
                    <a:p>
                      <a:pPr algn="ctr">
                        <a:lnSpc>
                          <a:spcPct val="120000"/>
                        </a:lnSpc>
                        <a:buNone/>
                        <a:tabLst>
                          <a:tab algn="l" pos="0"/>
                        </a:tabLst>
                      </a:pPr>
                      <a:r>
                        <a:rPr b="0" lang="en-US" sz="800" spc="-1" strike="noStrike">
                          <a:solidFill>
                            <a:srgbClr val="000000"/>
                          </a:solidFill>
                          <a:latin typeface="Noto Sans JP"/>
                          <a:ea typeface="Noto Sans JP"/>
                        </a:rPr>
                        <a:t>6</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20000"/>
                        </a:lnSpc>
                        <a:buNone/>
                        <a:tabLst>
                          <a:tab algn="l" pos="0"/>
                        </a:tabLst>
                      </a:pPr>
                      <a:r>
                        <a:rPr b="0" lang="zh-CN" sz="800" spc="-1" strike="noStrike">
                          <a:solidFill>
                            <a:srgbClr val="000000"/>
                          </a:solidFill>
                          <a:latin typeface="Noto Sans JP"/>
                          <a:ea typeface="Noto Sans JP"/>
                        </a:rPr>
                        <a:t>システムアーキテクチャ</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45720" rIns="45720" anchor="ctr">
                      <a:noAutofit/>
                    </a:bodyPr>
                    <a:p>
                      <a:pPr>
                        <a:lnSpc>
                          <a:spcPct val="138000"/>
                        </a:lnSpc>
                        <a:buNone/>
                        <a:tabLst>
                          <a:tab algn="l" pos="0"/>
                        </a:tabLst>
                      </a:pPr>
                      <a:r>
                        <a:rPr b="0" lang="zh-CN" sz="800" spc="-1" strike="noStrike">
                          <a:solidFill>
                            <a:srgbClr val="1d1c1d"/>
                          </a:solidFill>
                          <a:latin typeface="Noto Sans JP"/>
                          <a:ea typeface="Noto Sans JP"/>
                        </a:rPr>
                        <a:t>各サービス間の疎結合を維持するために、モジュラーモノリスアーキテクチャを採用しています。</a:t>
                      </a:r>
                      <a:endParaRPr b="0" lang="en-US" sz="800" spc="-1" strike="noStrike">
                        <a:latin typeface="Arial"/>
                      </a:endParaRPr>
                    </a:p>
                  </a:txBody>
                  <a:tcPr anchor="ctr" marL="45720" marR="45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
        <p:nvSpPr>
          <p:cNvPr id="1031" name="Google Shape;1324;p34"/>
          <p:cNvSpPr/>
          <p:nvPr/>
        </p:nvSpPr>
        <p:spPr>
          <a:xfrm>
            <a:off x="173520" y="4870440"/>
            <a:ext cx="406800" cy="14220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3"/>
            <a:srcRect/>
            <a:stretch/>
          </a:blipFill>
          <a:ln w="0">
            <a:noFill/>
          </a:ln>
        </p:spPr>
        <p:style>
          <a:lnRef idx="0"/>
          <a:fillRef idx="0"/>
          <a:effectRef idx="0"/>
          <a:fontRef idx="minor"/>
        </p:style>
      </p:sp>
      <p:grpSp>
        <p:nvGrpSpPr>
          <p:cNvPr id="1032" name="Google Shape;1325;p34"/>
          <p:cNvGrpSpPr/>
          <p:nvPr/>
        </p:nvGrpSpPr>
        <p:grpSpPr>
          <a:xfrm>
            <a:off x="6182280" y="4803840"/>
            <a:ext cx="2472840" cy="315360"/>
            <a:chOff x="6182280" y="4803840"/>
            <a:chExt cx="2472840" cy="315360"/>
          </a:xfrm>
        </p:grpSpPr>
        <p:sp>
          <p:nvSpPr>
            <p:cNvPr id="1033" name="Google Shape;1326;p34"/>
            <p:cNvSpPr/>
            <p:nvPr/>
          </p:nvSpPr>
          <p:spPr>
            <a:xfrm>
              <a:off x="6182280" y="4811040"/>
              <a:ext cx="2472840" cy="30816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1034" name="Google Shape;1327;p34"/>
            <p:cNvSpPr/>
            <p:nvPr/>
          </p:nvSpPr>
          <p:spPr>
            <a:xfrm>
              <a:off x="6182280" y="4803840"/>
              <a:ext cx="2472840" cy="31536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1035" name="Google Shape;1328;p34"/>
          <p:cNvGrpSpPr/>
          <p:nvPr/>
        </p:nvGrpSpPr>
        <p:grpSpPr>
          <a:xfrm>
            <a:off x="194760" y="98640"/>
            <a:ext cx="8687160" cy="750960"/>
            <a:chOff x="194760" y="98640"/>
            <a:chExt cx="8687160" cy="750960"/>
          </a:xfrm>
        </p:grpSpPr>
        <p:sp>
          <p:nvSpPr>
            <p:cNvPr id="1036" name="Google Shape;1329;p34"/>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以下の構成を提案いたします。特にサービスの </a:t>
              </a:r>
              <a:r>
                <a:rPr b="0" lang="zh-CN" sz="1000" spc="-1" strike="noStrike">
                  <a:solidFill>
                    <a:srgbClr val="ff2200"/>
                  </a:solidFill>
                  <a:latin typeface="Noto Sans JP"/>
                  <a:ea typeface="Noto Sans JP"/>
                </a:rPr>
                <a:t>安定性・セキュリティ・保守性</a:t>
              </a:r>
              <a:r>
                <a:rPr b="0" lang="en-US" sz="1000" spc="-1" strike="noStrike">
                  <a:solidFill>
                    <a:srgbClr val="3f3f3f"/>
                  </a:solidFill>
                  <a:latin typeface="Noto Sans JP"/>
                  <a:ea typeface="Noto Sans JP"/>
                </a:rPr>
                <a:t> を重視しています。</a:t>
              </a:r>
              <a:endParaRPr b="0" lang="en-US" sz="1000" spc="-1" strike="noStrike">
                <a:latin typeface="Arial"/>
              </a:endParaRPr>
            </a:p>
          </p:txBody>
        </p:sp>
        <p:sp>
          <p:nvSpPr>
            <p:cNvPr id="1037" name="Google Shape;1330;p34"/>
            <p:cNvSpPr/>
            <p:nvPr/>
          </p:nvSpPr>
          <p:spPr>
            <a:xfrm>
              <a:off x="432000" y="324720"/>
              <a:ext cx="827820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a:ea typeface="Noto Sans"/>
                </a:rPr>
                <a:t>ソフトウェア構成</a:t>
              </a:r>
              <a:endParaRPr b="0" lang="en-US" sz="1600" spc="-1" strike="noStrike">
                <a:latin typeface="Arial"/>
              </a:endParaRPr>
            </a:p>
          </p:txBody>
        </p:sp>
        <p:sp>
          <p:nvSpPr>
            <p:cNvPr id="1038" name="Google Shape;1331;p34"/>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Google Shape;1336;p35"/>
          <p:cNvSpPr/>
          <p:nvPr/>
        </p:nvSpPr>
        <p:spPr>
          <a:xfrm>
            <a:off x="173520" y="4870440"/>
            <a:ext cx="406800" cy="142200"/>
          </a:xfrm>
          <a:custGeom>
            <a:avLst/>
            <a:gdLst/>
            <a:ahLst/>
            <a:rect l="l" t="t" r="r" b="b"/>
            <a:pathLst>
              <a:path w="1089787" h="383794">
                <a:moveTo>
                  <a:pt x="0" y="0"/>
                </a:moveTo>
                <a:lnTo>
                  <a:pt x="1089787" y="0"/>
                </a:lnTo>
                <a:lnTo>
                  <a:pt x="1089787" y="383794"/>
                </a:lnTo>
                <a:lnTo>
                  <a:pt x="0" y="383794"/>
                </a:lnTo>
                <a:lnTo>
                  <a:pt x="0" y="0"/>
                </a:lnTo>
                <a:close/>
              </a:path>
            </a:pathLst>
          </a:custGeom>
          <a:blipFill rotWithShape="0">
            <a:blip r:embed="rId1"/>
            <a:srcRect/>
            <a:stretch/>
          </a:blipFill>
          <a:ln w="0">
            <a:noFill/>
          </a:ln>
        </p:spPr>
        <p:style>
          <a:lnRef idx="0"/>
          <a:fillRef idx="0"/>
          <a:effectRef idx="0"/>
          <a:fontRef idx="minor"/>
        </p:style>
      </p:sp>
      <p:grpSp>
        <p:nvGrpSpPr>
          <p:cNvPr id="1040" name="Google Shape;1337;p35"/>
          <p:cNvGrpSpPr/>
          <p:nvPr/>
        </p:nvGrpSpPr>
        <p:grpSpPr>
          <a:xfrm>
            <a:off x="6182280" y="4803840"/>
            <a:ext cx="2472840" cy="315360"/>
            <a:chOff x="6182280" y="4803840"/>
            <a:chExt cx="2472840" cy="315360"/>
          </a:xfrm>
        </p:grpSpPr>
        <p:sp>
          <p:nvSpPr>
            <p:cNvPr id="1041" name="Google Shape;1338;p35"/>
            <p:cNvSpPr/>
            <p:nvPr/>
          </p:nvSpPr>
          <p:spPr>
            <a:xfrm>
              <a:off x="6182280" y="4811040"/>
              <a:ext cx="2472840" cy="308160"/>
            </a:xfrm>
            <a:custGeom>
              <a:avLst/>
              <a:gdLst/>
              <a:ahLst/>
              <a:rect l="l" t="t" r="r" b="b"/>
              <a:pathLst>
                <a:path w="6599469" h="826269">
                  <a:moveTo>
                    <a:pt x="0" y="0"/>
                  </a:moveTo>
                  <a:lnTo>
                    <a:pt x="6599469" y="0"/>
                  </a:lnTo>
                  <a:lnTo>
                    <a:pt x="6599469" y="826269"/>
                  </a:lnTo>
                  <a:lnTo>
                    <a:pt x="0" y="826269"/>
                  </a:lnTo>
                  <a:close/>
                </a:path>
              </a:pathLst>
            </a:custGeom>
            <a:noFill/>
            <a:ln w="0">
              <a:noFill/>
            </a:ln>
          </p:spPr>
          <p:style>
            <a:lnRef idx="0"/>
            <a:fillRef idx="0"/>
            <a:effectRef idx="0"/>
            <a:fontRef idx="minor"/>
          </p:style>
        </p:sp>
        <p:sp>
          <p:nvSpPr>
            <p:cNvPr id="1042" name="Google Shape;1339;p35"/>
            <p:cNvSpPr/>
            <p:nvPr/>
          </p:nvSpPr>
          <p:spPr>
            <a:xfrm>
              <a:off x="6182280" y="4803840"/>
              <a:ext cx="2472840" cy="31536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grpSp>
      <p:grpSp>
        <p:nvGrpSpPr>
          <p:cNvPr id="1043" name="Google Shape;1340;p35"/>
          <p:cNvGrpSpPr/>
          <p:nvPr/>
        </p:nvGrpSpPr>
        <p:grpSpPr>
          <a:xfrm>
            <a:off x="194760" y="98640"/>
            <a:ext cx="8515440" cy="577080"/>
            <a:chOff x="194760" y="98640"/>
            <a:chExt cx="8515440" cy="577080"/>
          </a:xfrm>
        </p:grpSpPr>
        <p:sp>
          <p:nvSpPr>
            <p:cNvPr id="1044" name="Google Shape;1341;p35"/>
            <p:cNvSpPr/>
            <p:nvPr/>
          </p:nvSpPr>
          <p:spPr>
            <a:xfrm>
              <a:off x="432000" y="324720"/>
              <a:ext cx="8278200" cy="351000"/>
            </a:xfrm>
            <a:prstGeom prst="rect">
              <a:avLst/>
            </a:prstGeom>
            <a:noFill/>
            <a:ln w="0">
              <a:noFill/>
            </a:ln>
          </p:spPr>
          <p:style>
            <a:lnRef idx="0"/>
            <a:fillRef idx="0"/>
            <a:effectRef idx="0"/>
            <a:fontRef idx="minor"/>
          </p:style>
          <p:txBody>
            <a:bodyPr lIns="0" rIns="0" tIns="54000" bIns="54000" anchor="t">
              <a:spAutoFit/>
            </a:bodyPr>
            <a:p>
              <a:pPr>
                <a:lnSpc>
                  <a:spcPct val="100000"/>
                </a:lnSpc>
                <a:buNone/>
                <a:tabLst>
                  <a:tab algn="l" pos="0"/>
                </a:tabLst>
              </a:pPr>
              <a:r>
                <a:rPr b="1" lang="zh-CN" sz="1600" spc="-1" strike="noStrike">
                  <a:solidFill>
                    <a:srgbClr val="000000"/>
                  </a:solidFill>
                  <a:latin typeface="Noto Sans"/>
                  <a:ea typeface="Noto Sans"/>
                </a:rPr>
                <a:t>非機能要件</a:t>
              </a:r>
              <a:endParaRPr b="0" lang="en-US" sz="1600" spc="-1" strike="noStrike">
                <a:latin typeface="Arial"/>
              </a:endParaRPr>
            </a:p>
          </p:txBody>
        </p:sp>
        <p:sp>
          <p:nvSpPr>
            <p:cNvPr id="1045" name="Google Shape;1342;p35"/>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
        <p:nvSpPr>
          <p:cNvPr id="1046" name="Google Shape;1343;p35"/>
          <p:cNvSpPr/>
          <p:nvPr/>
        </p:nvSpPr>
        <p:spPr>
          <a:xfrm>
            <a:off x="408240" y="786240"/>
            <a:ext cx="4011480" cy="196488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47" name="Google Shape;1344;p35"/>
          <p:cNvSpPr/>
          <p:nvPr/>
        </p:nvSpPr>
        <p:spPr>
          <a:xfrm>
            <a:off x="509400" y="873720"/>
            <a:ext cx="297720" cy="286200"/>
          </a:xfrm>
          <a:prstGeom prst="roundRect">
            <a:avLst>
              <a:gd name="adj" fmla="val 16667"/>
            </a:avLst>
          </a:prstGeom>
          <a:solidFill>
            <a:srgbClr val="4a86e8"/>
          </a:solidFill>
          <a:ln w="9525">
            <a:solidFill>
              <a:srgbClr val="f7f7f7"/>
            </a:solidFill>
            <a:round/>
          </a:ln>
        </p:spPr>
        <p:style>
          <a:lnRef idx="0"/>
          <a:fillRef idx="0"/>
          <a:effectRef idx="0"/>
          <a:fontRef idx="minor"/>
        </p:style>
      </p:sp>
      <p:sp>
        <p:nvSpPr>
          <p:cNvPr id="1048" name="Google Shape;1345;p35"/>
          <p:cNvSpPr/>
          <p:nvPr/>
        </p:nvSpPr>
        <p:spPr>
          <a:xfrm>
            <a:off x="871200" y="840960"/>
            <a:ext cx="2736720" cy="315360"/>
          </a:xfrm>
          <a:prstGeom prst="rect">
            <a:avLst/>
          </a:prstGeom>
          <a:noFill/>
          <a:ln w="0">
            <a:noFill/>
          </a:ln>
        </p:spPr>
        <p:style>
          <a:lnRef idx="0"/>
          <a:fillRef idx="0"/>
          <a:effectRef idx="0"/>
          <a:fontRef idx="minor"/>
        </p:style>
        <p:txBody>
          <a:bodyPr lIns="90000" rIns="90000" tIns="316080" bIns="316080" anchor="t">
            <a:noAutofit/>
          </a:bodyPr>
          <a:p>
            <a:pPr>
              <a:lnSpc>
                <a:spcPct val="100000"/>
              </a:lnSpc>
              <a:buNone/>
              <a:tabLst>
                <a:tab algn="l" pos="0"/>
              </a:tabLst>
            </a:pPr>
            <a:r>
              <a:rPr b="1" lang="zh-CN" sz="1200" spc="-1" strike="noStrike">
                <a:solidFill>
                  <a:srgbClr val="1e293b"/>
                </a:solidFill>
                <a:latin typeface="Noto Sans JP"/>
                <a:ea typeface="Noto Sans JP"/>
              </a:rPr>
              <a:t>パフォーマンス（</a:t>
            </a:r>
            <a:r>
              <a:rPr b="1" lang="en-US" sz="1200" spc="-1" strike="noStrike">
                <a:solidFill>
                  <a:srgbClr val="1e293b"/>
                </a:solidFill>
                <a:latin typeface="Noto Sans JP"/>
                <a:ea typeface="Noto Sans JP"/>
              </a:rPr>
              <a:t>Performance</a:t>
            </a:r>
            <a:r>
              <a:rPr b="1" lang="zh-CN" sz="1200" spc="-1" strike="noStrike">
                <a:solidFill>
                  <a:srgbClr val="1e293b"/>
                </a:solidFill>
                <a:latin typeface="Noto Sans JP"/>
                <a:ea typeface="Noto Sans JP"/>
              </a:rPr>
              <a:t>） </a:t>
            </a:r>
            <a:endParaRPr b="0" lang="en-US" sz="1200" spc="-1" strike="noStrike">
              <a:latin typeface="Arial"/>
            </a:endParaRPr>
          </a:p>
        </p:txBody>
      </p:sp>
      <p:sp>
        <p:nvSpPr>
          <p:cNvPr id="1049" name="Google Shape;1346;p35"/>
          <p:cNvSpPr/>
          <p:nvPr/>
        </p:nvSpPr>
        <p:spPr>
          <a:xfrm>
            <a:off x="524160" y="1319400"/>
            <a:ext cx="3895560" cy="134208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応答時間：</a:t>
            </a:r>
            <a:r>
              <a:rPr b="0" lang="en-US" sz="900" spc="-1" strike="noStrike">
                <a:solidFill>
                  <a:srgbClr val="3f3f3f"/>
                </a:solidFill>
                <a:latin typeface="Noto Sans JP"/>
                <a:ea typeface="Noto Sans JP"/>
              </a:rPr>
              <a:t>&lt; 3</a:t>
            </a:r>
            <a:r>
              <a:rPr b="0" lang="zh-CN" sz="900" spc="-1" strike="noStrike">
                <a:solidFill>
                  <a:srgbClr val="3f3f3f"/>
                </a:solidFill>
                <a:latin typeface="Noto Sans JP"/>
                <a:ea typeface="Noto Sans JP"/>
              </a:rPr>
              <a:t>秒（</a:t>
            </a:r>
            <a:r>
              <a:rPr b="0" lang="en-US" sz="900" spc="-1" strike="noStrike">
                <a:solidFill>
                  <a:srgbClr val="3f3f3f"/>
                </a:solidFill>
                <a:latin typeface="Noto Sans JP"/>
                <a:ea typeface="Noto Sans JP"/>
              </a:rPr>
              <a:t>Web</a:t>
            </a:r>
            <a:r>
              <a:rPr b="0" lang="zh-CN" sz="900" spc="-1" strike="noStrike">
                <a:solidFill>
                  <a:srgbClr val="3f3f3f"/>
                </a:solidFill>
                <a:latin typeface="Noto Sans JP"/>
                <a:ea typeface="Noto Sans JP"/>
              </a:rPr>
              <a:t>）、</a:t>
            </a:r>
            <a:r>
              <a:rPr b="0" lang="en-US" sz="900" spc="-1" strike="noStrike">
                <a:solidFill>
                  <a:srgbClr val="3f3f3f"/>
                </a:solidFill>
                <a:latin typeface="Noto Sans JP"/>
                <a:ea typeface="Noto Sans JP"/>
              </a:rPr>
              <a:t>&lt; 1</a:t>
            </a:r>
            <a:r>
              <a:rPr b="0" lang="zh-CN" sz="900" spc="-1" strike="noStrike">
                <a:solidFill>
                  <a:srgbClr val="3f3f3f"/>
                </a:solidFill>
                <a:latin typeface="Noto Sans JP"/>
                <a:ea typeface="Noto Sans JP"/>
              </a:rPr>
              <a:t>秒（</a:t>
            </a:r>
            <a:r>
              <a:rPr b="0" lang="en-US" sz="900" spc="-1" strike="noStrike">
                <a:solidFill>
                  <a:srgbClr val="3f3f3f"/>
                </a:solidFill>
                <a:latin typeface="Noto Sans JP"/>
                <a:ea typeface="Noto Sans JP"/>
              </a:rPr>
              <a:t>API</a:t>
            </a:r>
            <a:r>
              <a:rPr b="0" lang="zh-CN" sz="900" spc="-1" strike="noStrike">
                <a:solidFill>
                  <a:srgbClr val="3f3f3f"/>
                </a:solidFill>
                <a:latin typeface="Noto Sans JP"/>
                <a:ea typeface="Noto Sans JP"/>
              </a:rPr>
              <a:t>）</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TTFB</a:t>
            </a:r>
            <a:r>
              <a:rPr b="0" lang="zh-CN" sz="900" spc="-1" strike="noStrike">
                <a:solidFill>
                  <a:srgbClr val="3f3f3f"/>
                </a:solidFill>
                <a:latin typeface="Noto Sans JP"/>
                <a:ea typeface="Noto Sans JP"/>
              </a:rPr>
              <a:t>（最初のバイトまでの時間）：</a:t>
            </a:r>
            <a:r>
              <a:rPr b="0" lang="en-US" sz="900" spc="-1" strike="noStrike">
                <a:solidFill>
                  <a:srgbClr val="3f3f3f"/>
                </a:solidFill>
                <a:latin typeface="Noto Sans JP"/>
                <a:ea typeface="Noto Sans JP"/>
              </a:rPr>
              <a:t>&lt; 200ms</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スループット：</a:t>
            </a:r>
            <a:r>
              <a:rPr b="0" lang="en-US" sz="900" spc="-1" strike="noStrike">
                <a:solidFill>
                  <a:srgbClr val="3f3f3f"/>
                </a:solidFill>
                <a:latin typeface="Noto Sans JP"/>
                <a:ea typeface="Noto Sans JP"/>
              </a:rPr>
              <a:t>&gt; 1000 RPS</a:t>
            </a:r>
            <a:r>
              <a:rPr b="0" lang="zh-CN" sz="900" spc="-1" strike="noStrike">
                <a:solidFill>
                  <a:srgbClr val="3f3f3f"/>
                </a:solidFill>
                <a:latin typeface="Noto Sans JP"/>
                <a:ea typeface="Noto Sans JP"/>
              </a:rPr>
              <a:t>（リクエスト</a:t>
            </a:r>
            <a:r>
              <a:rPr b="0" lang="en-US" sz="900" spc="-1" strike="noStrike">
                <a:solidFill>
                  <a:srgbClr val="3f3f3f"/>
                </a:solidFill>
                <a:latin typeface="Noto Sans JP"/>
                <a:ea typeface="Noto Sans JP"/>
              </a:rPr>
              <a:t>/</a:t>
            </a:r>
            <a:r>
              <a:rPr b="0" lang="zh-CN" sz="900" spc="-1" strike="noStrike">
                <a:solidFill>
                  <a:srgbClr val="3f3f3f"/>
                </a:solidFill>
                <a:latin typeface="Noto Sans JP"/>
                <a:ea typeface="Noto Sans JP"/>
              </a:rPr>
              <a:t>秒）</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同時接続ユーザー数：</a:t>
            </a:r>
            <a:r>
              <a:rPr b="0" lang="en-US" sz="900" spc="-1" strike="noStrike">
                <a:solidFill>
                  <a:srgbClr val="3f3f3f"/>
                </a:solidFill>
                <a:latin typeface="Noto Sans JP"/>
                <a:ea typeface="Noto Sans JP"/>
              </a:rPr>
              <a:t>&gt; 10,000</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ページ読み込み時間：</a:t>
            </a:r>
            <a:r>
              <a:rPr b="0" lang="en-US" sz="900" spc="-1" strike="noStrike">
                <a:solidFill>
                  <a:srgbClr val="3f3f3f"/>
                </a:solidFill>
                <a:latin typeface="Noto Sans JP"/>
                <a:ea typeface="Noto Sans JP"/>
              </a:rPr>
              <a:t>&lt; 2</a:t>
            </a:r>
            <a:r>
              <a:rPr b="0" lang="zh-CN" sz="900" spc="-1" strike="noStrike">
                <a:solidFill>
                  <a:srgbClr val="3f3f3f"/>
                </a:solidFill>
                <a:latin typeface="Noto Sans JP"/>
                <a:ea typeface="Noto Sans JP"/>
              </a:rPr>
              <a:t>秒（モバイル）、</a:t>
            </a:r>
            <a:r>
              <a:rPr b="0" lang="en-US" sz="900" spc="-1" strike="noStrike">
                <a:solidFill>
                  <a:srgbClr val="3f3f3f"/>
                </a:solidFill>
                <a:latin typeface="Noto Sans JP"/>
                <a:ea typeface="Noto Sans JP"/>
              </a:rPr>
              <a:t>&lt; 1.5</a:t>
            </a:r>
            <a:r>
              <a:rPr b="0" lang="zh-CN" sz="900" spc="-1" strike="noStrike">
                <a:solidFill>
                  <a:srgbClr val="3f3f3f"/>
                </a:solidFill>
                <a:latin typeface="Noto Sans JP"/>
                <a:ea typeface="Noto Sans JP"/>
              </a:rPr>
              <a:t>秒（デスクトップ）</a:t>
            </a:r>
            <a:endParaRPr b="0" lang="en-US" sz="900" spc="-1" strike="noStrike">
              <a:latin typeface="Arial"/>
            </a:endParaRPr>
          </a:p>
        </p:txBody>
      </p:sp>
      <p:pic>
        <p:nvPicPr>
          <p:cNvPr id="1050" name="Google Shape;1347;p35" descr=""/>
          <p:cNvPicPr/>
          <p:nvPr/>
        </p:nvPicPr>
        <p:blipFill>
          <a:blip r:embed="rId2"/>
          <a:stretch/>
        </p:blipFill>
        <p:spPr>
          <a:xfrm>
            <a:off x="569520" y="928080"/>
            <a:ext cx="177840" cy="177840"/>
          </a:xfrm>
          <a:prstGeom prst="rect">
            <a:avLst/>
          </a:prstGeom>
          <a:ln w="0">
            <a:noFill/>
          </a:ln>
        </p:spPr>
      </p:pic>
      <p:sp>
        <p:nvSpPr>
          <p:cNvPr id="1051" name="Google Shape;1348;p35"/>
          <p:cNvSpPr/>
          <p:nvPr/>
        </p:nvSpPr>
        <p:spPr>
          <a:xfrm>
            <a:off x="4716360" y="2947680"/>
            <a:ext cx="4011480" cy="182880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52" name="Google Shape;1349;p35"/>
          <p:cNvSpPr/>
          <p:nvPr/>
        </p:nvSpPr>
        <p:spPr>
          <a:xfrm>
            <a:off x="4817880" y="3035160"/>
            <a:ext cx="297720" cy="286200"/>
          </a:xfrm>
          <a:prstGeom prst="roundRect">
            <a:avLst>
              <a:gd name="adj" fmla="val 16667"/>
            </a:avLst>
          </a:prstGeom>
          <a:solidFill>
            <a:srgbClr val="6aa84f"/>
          </a:solidFill>
          <a:ln w="9525">
            <a:solidFill>
              <a:srgbClr val="f7f7f7"/>
            </a:solidFill>
            <a:round/>
          </a:ln>
        </p:spPr>
        <p:style>
          <a:lnRef idx="0"/>
          <a:fillRef idx="0"/>
          <a:effectRef idx="0"/>
          <a:fontRef idx="minor"/>
        </p:style>
      </p:sp>
      <p:sp>
        <p:nvSpPr>
          <p:cNvPr id="1053" name="Google Shape;1350;p35"/>
          <p:cNvSpPr/>
          <p:nvPr/>
        </p:nvSpPr>
        <p:spPr>
          <a:xfrm>
            <a:off x="5179680" y="3002400"/>
            <a:ext cx="2736720" cy="315360"/>
          </a:xfrm>
          <a:prstGeom prst="rect">
            <a:avLst/>
          </a:prstGeom>
          <a:noFill/>
          <a:ln w="0">
            <a:noFill/>
          </a:ln>
        </p:spPr>
        <p:style>
          <a:lnRef idx="0"/>
          <a:fillRef idx="0"/>
          <a:effectRef idx="0"/>
          <a:fontRef idx="minor"/>
        </p:style>
        <p:txBody>
          <a:bodyPr lIns="90000" rIns="90000" tIns="316080" bIns="316080" anchor="t">
            <a:noAutofit/>
          </a:bodyPr>
          <a:p>
            <a:pPr>
              <a:lnSpc>
                <a:spcPct val="100000"/>
              </a:lnSpc>
              <a:buNone/>
              <a:tabLst>
                <a:tab algn="l" pos="0"/>
              </a:tabLst>
            </a:pPr>
            <a:r>
              <a:rPr b="1" lang="zh-CN" sz="1200" spc="-1" strike="noStrike">
                <a:solidFill>
                  <a:srgbClr val="1e293b"/>
                </a:solidFill>
                <a:latin typeface="Noto Sans JP"/>
                <a:ea typeface="Noto Sans JP"/>
              </a:rPr>
              <a:t>可用性（</a:t>
            </a:r>
            <a:r>
              <a:rPr b="1" lang="en-US" sz="1200" spc="-1" strike="noStrike">
                <a:solidFill>
                  <a:srgbClr val="1e293b"/>
                </a:solidFill>
                <a:latin typeface="Noto Sans JP"/>
                <a:ea typeface="Noto Sans JP"/>
              </a:rPr>
              <a:t>Availability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54" name="Google Shape;1351;p35"/>
          <p:cNvSpPr/>
          <p:nvPr/>
        </p:nvSpPr>
        <p:spPr>
          <a:xfrm>
            <a:off x="4832640" y="3480480"/>
            <a:ext cx="3895560" cy="134208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稼働率：</a:t>
            </a:r>
            <a:r>
              <a:rPr b="0" lang="en-US" sz="900" spc="-1" strike="noStrike">
                <a:solidFill>
                  <a:srgbClr val="3f3f3f"/>
                </a:solidFill>
                <a:latin typeface="Noto Sans JP"/>
                <a:ea typeface="Noto Sans JP"/>
              </a:rPr>
              <a:t>99.9%</a:t>
            </a:r>
            <a:r>
              <a:rPr b="0" lang="zh-CN" sz="900" spc="-1" strike="noStrike">
                <a:solidFill>
                  <a:srgbClr val="3f3f3f"/>
                </a:solidFill>
                <a:latin typeface="Noto Sans JP"/>
                <a:ea typeface="Noto Sans JP"/>
              </a:rPr>
              <a:t>（年間ダウンタイム </a:t>
            </a:r>
            <a:r>
              <a:rPr b="0" lang="en-US" sz="900" spc="-1" strike="noStrike">
                <a:solidFill>
                  <a:srgbClr val="3f3f3f"/>
                </a:solidFill>
                <a:latin typeface="Noto Sans JP"/>
                <a:ea typeface="Noto Sans JP"/>
              </a:rPr>
              <a:t>8.77</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RTO</a:t>
            </a:r>
            <a:r>
              <a:rPr b="0" lang="zh-CN" sz="900" spc="-1" strike="noStrike">
                <a:solidFill>
                  <a:srgbClr val="3f3f3f"/>
                </a:solidFill>
                <a:latin typeface="Noto Sans JP"/>
                <a:ea typeface="Noto Sans JP"/>
              </a:rPr>
              <a:t>（復旧目標時間）：</a:t>
            </a:r>
            <a:r>
              <a:rPr b="0" lang="en-US" sz="900" spc="-1" strike="noStrike">
                <a:solidFill>
                  <a:srgbClr val="3f3f3f"/>
                </a:solidFill>
                <a:latin typeface="Noto Sans JP"/>
                <a:ea typeface="Noto Sans JP"/>
              </a:rPr>
              <a:t>&lt; 4</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en-US" sz="900" spc="-1" strike="noStrike">
                <a:solidFill>
                  <a:srgbClr val="3f3f3f"/>
                </a:solidFill>
                <a:latin typeface="Noto Sans JP"/>
                <a:ea typeface="Noto Sans JP"/>
              </a:rPr>
              <a:t>RPO</a:t>
            </a:r>
            <a:r>
              <a:rPr b="0" lang="zh-CN" sz="900" spc="-1" strike="noStrike">
                <a:solidFill>
                  <a:srgbClr val="3f3f3f"/>
                </a:solidFill>
                <a:latin typeface="Noto Sans JP"/>
                <a:ea typeface="Noto Sans JP"/>
              </a:rPr>
              <a:t>（復旧時点目標）：</a:t>
            </a:r>
            <a:r>
              <a:rPr b="0" lang="en-US" sz="900" spc="-1" strike="noStrike">
                <a:solidFill>
                  <a:srgbClr val="3f3f3f"/>
                </a:solidFill>
                <a:latin typeface="Noto Sans JP"/>
                <a:ea typeface="Noto Sans JP"/>
              </a:rPr>
              <a:t>&lt; 1</a:t>
            </a:r>
            <a:r>
              <a:rPr b="0" lang="zh-CN" sz="900" spc="-1" strike="noStrike">
                <a:solidFill>
                  <a:srgbClr val="3f3f3f"/>
                </a:solidFill>
                <a:latin typeface="Noto Sans JP"/>
                <a:ea typeface="Noto Sans JP"/>
              </a:rPr>
              <a:t>時間</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計画メンテナンス：</a:t>
            </a:r>
            <a:r>
              <a:rPr b="0" lang="en-US" sz="900" spc="-1" strike="noStrike">
                <a:solidFill>
                  <a:srgbClr val="3f3f3f"/>
                </a:solidFill>
                <a:latin typeface="Noto Sans JP"/>
                <a:ea typeface="Noto Sans JP"/>
              </a:rPr>
              <a:t>&lt; 4</a:t>
            </a:r>
            <a:r>
              <a:rPr b="0" lang="zh-CN" sz="900" spc="-1" strike="noStrike">
                <a:solidFill>
                  <a:srgbClr val="3f3f3f"/>
                </a:solidFill>
                <a:latin typeface="Noto Sans JP"/>
                <a:ea typeface="Noto Sans JP"/>
              </a:rPr>
              <a:t>時間</a:t>
            </a:r>
            <a:r>
              <a:rPr b="0" lang="en-US" sz="900" spc="-1" strike="noStrike">
                <a:solidFill>
                  <a:srgbClr val="3f3f3f"/>
                </a:solidFill>
                <a:latin typeface="Noto Sans JP"/>
                <a:ea typeface="Noto Sans JP"/>
              </a:rPr>
              <a:t>/</a:t>
            </a:r>
            <a:r>
              <a:rPr b="0" lang="zh-CN" sz="900" spc="-1" strike="noStrike">
                <a:solidFill>
                  <a:srgbClr val="3f3f3f"/>
                </a:solidFill>
                <a:latin typeface="Noto Sans JP"/>
                <a:ea typeface="Noto Sans JP"/>
              </a:rPr>
              <a:t>月</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ヘルスチェック：</a:t>
            </a:r>
            <a:r>
              <a:rPr b="0" lang="en-US" sz="900" spc="-1" strike="noStrike">
                <a:solidFill>
                  <a:srgbClr val="3f3f3f"/>
                </a:solidFill>
                <a:latin typeface="Noto Sans JP"/>
                <a:ea typeface="Noto Sans JP"/>
              </a:rPr>
              <a:t>30</a:t>
            </a:r>
            <a:r>
              <a:rPr b="0" lang="zh-CN" sz="900" spc="-1" strike="noStrike">
                <a:solidFill>
                  <a:srgbClr val="3f3f3f"/>
                </a:solidFill>
                <a:latin typeface="Noto Sans JP"/>
                <a:ea typeface="Noto Sans JP"/>
              </a:rPr>
              <a:t>秒ごと</a:t>
            </a:r>
            <a:endParaRPr b="0" lang="en-US" sz="900" spc="-1" strike="noStrike">
              <a:latin typeface="Arial"/>
            </a:endParaRPr>
          </a:p>
        </p:txBody>
      </p:sp>
      <p:sp>
        <p:nvSpPr>
          <p:cNvPr id="1055" name="Google Shape;1352;p35"/>
          <p:cNvSpPr/>
          <p:nvPr/>
        </p:nvSpPr>
        <p:spPr>
          <a:xfrm>
            <a:off x="408240" y="2947680"/>
            <a:ext cx="4011480" cy="182880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56" name="Google Shape;1353;p35"/>
          <p:cNvSpPr/>
          <p:nvPr/>
        </p:nvSpPr>
        <p:spPr>
          <a:xfrm>
            <a:off x="509400" y="3035160"/>
            <a:ext cx="297720" cy="286200"/>
          </a:xfrm>
          <a:prstGeom prst="roundRect">
            <a:avLst>
              <a:gd name="adj" fmla="val 16667"/>
            </a:avLst>
          </a:prstGeom>
          <a:solidFill>
            <a:srgbClr val="9900ff"/>
          </a:solidFill>
          <a:ln w="9525">
            <a:solidFill>
              <a:srgbClr val="f7f7f7"/>
            </a:solidFill>
            <a:round/>
          </a:ln>
        </p:spPr>
        <p:style>
          <a:lnRef idx="0"/>
          <a:fillRef idx="0"/>
          <a:effectRef idx="0"/>
          <a:fontRef idx="minor"/>
        </p:style>
      </p:sp>
      <p:sp>
        <p:nvSpPr>
          <p:cNvPr id="1057" name="Google Shape;1354;p35"/>
          <p:cNvSpPr/>
          <p:nvPr/>
        </p:nvSpPr>
        <p:spPr>
          <a:xfrm>
            <a:off x="871200" y="3002400"/>
            <a:ext cx="2736720" cy="315360"/>
          </a:xfrm>
          <a:prstGeom prst="rect">
            <a:avLst/>
          </a:prstGeom>
          <a:noFill/>
          <a:ln w="0">
            <a:noFill/>
          </a:ln>
        </p:spPr>
        <p:style>
          <a:lnRef idx="0"/>
          <a:fillRef idx="0"/>
          <a:effectRef idx="0"/>
          <a:fontRef idx="minor"/>
        </p:style>
        <p:txBody>
          <a:bodyPr lIns="90000" rIns="90000" tIns="316080" bIns="316080" anchor="t">
            <a:noAutofit/>
          </a:bodyPr>
          <a:p>
            <a:pPr>
              <a:lnSpc>
                <a:spcPct val="100000"/>
              </a:lnSpc>
              <a:buNone/>
              <a:tabLst>
                <a:tab algn="l" pos="0"/>
              </a:tabLst>
            </a:pPr>
            <a:r>
              <a:rPr b="1" lang="zh-CN" sz="1200" spc="-1" strike="noStrike">
                <a:solidFill>
                  <a:srgbClr val="1e293b"/>
                </a:solidFill>
                <a:latin typeface="Noto Sans JP"/>
                <a:ea typeface="Noto Sans JP"/>
              </a:rPr>
              <a:t>スケーラビリティ（</a:t>
            </a:r>
            <a:r>
              <a:rPr b="1" lang="en-US" sz="1200" spc="-1" strike="noStrike">
                <a:solidFill>
                  <a:srgbClr val="1e293b"/>
                </a:solidFill>
                <a:latin typeface="Noto Sans JP"/>
                <a:ea typeface="Noto Sans JP"/>
              </a:rPr>
              <a:t>Scalability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58" name="Google Shape;1355;p35"/>
          <p:cNvSpPr/>
          <p:nvPr/>
        </p:nvSpPr>
        <p:spPr>
          <a:xfrm>
            <a:off x="524160" y="3480480"/>
            <a:ext cx="3895560" cy="134208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オートスケール条件：</a:t>
            </a:r>
            <a:r>
              <a:rPr b="0" lang="en-US" sz="900" spc="-1" strike="noStrike">
                <a:solidFill>
                  <a:srgbClr val="3f3f3f"/>
                </a:solidFill>
                <a:latin typeface="Noto Sans JP"/>
                <a:ea typeface="Noto Sans JP"/>
              </a:rPr>
              <a:t>CPU &gt; 70% </a:t>
            </a:r>
            <a:r>
              <a:rPr b="0" lang="zh-CN" sz="900" spc="-1" strike="noStrike">
                <a:solidFill>
                  <a:srgbClr val="3f3f3f"/>
                </a:solidFill>
                <a:latin typeface="Noto Sans JP"/>
                <a:ea typeface="Noto Sans JP"/>
              </a:rPr>
              <a:t>または メモリ </a:t>
            </a:r>
            <a:r>
              <a:rPr b="0" lang="en-US" sz="900" spc="-1" strike="noStrike">
                <a:solidFill>
                  <a:srgbClr val="3f3f3f"/>
                </a:solidFill>
                <a:latin typeface="Noto Sans JP"/>
                <a:ea typeface="Noto Sans JP"/>
              </a:rPr>
              <a:t>&gt; 80%</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スケールアウト：</a:t>
            </a:r>
            <a:r>
              <a:rPr b="0" lang="en-US" sz="900" spc="-1" strike="noStrike">
                <a:solidFill>
                  <a:srgbClr val="3f3f3f"/>
                </a:solidFill>
                <a:latin typeface="Noto Sans JP"/>
                <a:ea typeface="Noto Sans JP"/>
              </a:rPr>
              <a:t>5</a:t>
            </a:r>
            <a:r>
              <a:rPr b="0" lang="zh-CN" sz="900" spc="-1" strike="noStrike">
                <a:solidFill>
                  <a:srgbClr val="3f3f3f"/>
                </a:solidFill>
                <a:latin typeface="Noto Sans JP"/>
                <a:ea typeface="Noto Sans JP"/>
              </a:rPr>
              <a:t>分以内に</a:t>
            </a:r>
            <a:r>
              <a:rPr b="0" lang="en-US" sz="900" spc="-1" strike="noStrike">
                <a:solidFill>
                  <a:srgbClr val="3f3f3f"/>
                </a:solidFill>
                <a:latin typeface="Noto Sans JP"/>
                <a:ea typeface="Noto Sans JP"/>
              </a:rPr>
              <a:t>2</a:t>
            </a:r>
            <a:r>
              <a:rPr b="0" lang="zh-CN" sz="900" spc="-1" strike="noStrike">
                <a:solidFill>
                  <a:srgbClr val="3f3f3f"/>
                </a:solidFill>
                <a:latin typeface="Noto Sans JP"/>
                <a:ea typeface="Noto Sans JP"/>
              </a:rPr>
              <a:t>～</a:t>
            </a:r>
            <a:r>
              <a:rPr b="0" lang="en-US" sz="900" spc="-1" strike="noStrike">
                <a:solidFill>
                  <a:srgbClr val="3f3f3f"/>
                </a:solidFill>
                <a:latin typeface="Noto Sans JP"/>
                <a:ea typeface="Noto Sans JP"/>
              </a:rPr>
              <a:t>10</a:t>
            </a:r>
            <a:r>
              <a:rPr b="0" lang="zh-CN" sz="900" spc="-1" strike="noStrike">
                <a:solidFill>
                  <a:srgbClr val="3f3f3f"/>
                </a:solidFill>
                <a:latin typeface="Noto Sans JP"/>
                <a:ea typeface="Noto Sans JP"/>
              </a:rPr>
              <a:t>倍の容量拡張</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最大同時接続数：</a:t>
            </a:r>
            <a:r>
              <a:rPr b="0" lang="en-US" sz="900" spc="-1" strike="noStrike">
                <a:solidFill>
                  <a:srgbClr val="3f3f3f"/>
                </a:solidFill>
                <a:latin typeface="Noto Sans JP"/>
                <a:ea typeface="Noto Sans JP"/>
              </a:rPr>
              <a:t>100,000 </a:t>
            </a:r>
            <a:r>
              <a:rPr b="0" lang="zh-CN" sz="900" spc="-1" strike="noStrike">
                <a:solidFill>
                  <a:srgbClr val="3f3f3f"/>
                </a:solidFill>
                <a:latin typeface="Noto Sans JP"/>
                <a:ea typeface="Noto Sans JP"/>
              </a:rPr>
              <a:t>ユーザー</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データベース：リードレプリカ </a:t>
            </a:r>
            <a:r>
              <a:rPr b="0" lang="en-US" sz="900" spc="-1" strike="noStrike">
                <a:solidFill>
                  <a:srgbClr val="3f3f3f"/>
                </a:solidFill>
                <a:latin typeface="Noto Sans JP"/>
                <a:ea typeface="Noto Sans JP"/>
              </a:rPr>
              <a:t>+ </a:t>
            </a:r>
            <a:r>
              <a:rPr b="0" lang="zh-CN" sz="900" spc="-1" strike="noStrike">
                <a:solidFill>
                  <a:srgbClr val="3f3f3f"/>
                </a:solidFill>
                <a:latin typeface="Noto Sans JP"/>
                <a:ea typeface="Noto Sans JP"/>
              </a:rPr>
              <a:t>シャーディング対応</a:t>
            </a:r>
            <a:endParaRPr b="0" lang="en-US" sz="900" spc="-1" strike="noStrike">
              <a:latin typeface="Arial"/>
            </a:endParaRPr>
          </a:p>
        </p:txBody>
      </p:sp>
      <p:sp>
        <p:nvSpPr>
          <p:cNvPr id="1059" name="Google Shape;1356;p35"/>
          <p:cNvSpPr/>
          <p:nvPr/>
        </p:nvSpPr>
        <p:spPr>
          <a:xfrm>
            <a:off x="4716720" y="786240"/>
            <a:ext cx="4011480" cy="1964880"/>
          </a:xfrm>
          <a:prstGeom prst="roundRect">
            <a:avLst>
              <a:gd name="adj" fmla="val 2525"/>
            </a:avLst>
          </a:prstGeom>
          <a:solidFill>
            <a:srgbClr val="ffffff"/>
          </a:solidFill>
          <a:ln w="9525">
            <a:solidFill>
              <a:srgbClr val="ececec"/>
            </a:solidFill>
            <a:round/>
          </a:ln>
        </p:spPr>
        <p:style>
          <a:lnRef idx="0"/>
          <a:fillRef idx="0"/>
          <a:effectRef idx="0"/>
          <a:fontRef idx="minor"/>
        </p:style>
      </p:sp>
      <p:sp>
        <p:nvSpPr>
          <p:cNvPr id="1060" name="Google Shape;1357;p35"/>
          <p:cNvSpPr/>
          <p:nvPr/>
        </p:nvSpPr>
        <p:spPr>
          <a:xfrm>
            <a:off x="4817880" y="873720"/>
            <a:ext cx="297720" cy="286200"/>
          </a:xfrm>
          <a:prstGeom prst="roundRect">
            <a:avLst>
              <a:gd name="adj" fmla="val 16667"/>
            </a:avLst>
          </a:prstGeom>
          <a:solidFill>
            <a:srgbClr val="ff9900"/>
          </a:solidFill>
          <a:ln w="9525">
            <a:solidFill>
              <a:srgbClr val="f7f7f7"/>
            </a:solidFill>
            <a:round/>
          </a:ln>
        </p:spPr>
        <p:style>
          <a:lnRef idx="0"/>
          <a:fillRef idx="0"/>
          <a:effectRef idx="0"/>
          <a:fontRef idx="minor"/>
        </p:style>
      </p:sp>
      <p:sp>
        <p:nvSpPr>
          <p:cNvPr id="1061" name="Google Shape;1358;p35"/>
          <p:cNvSpPr/>
          <p:nvPr/>
        </p:nvSpPr>
        <p:spPr>
          <a:xfrm>
            <a:off x="5179680" y="840960"/>
            <a:ext cx="2736720" cy="315360"/>
          </a:xfrm>
          <a:prstGeom prst="rect">
            <a:avLst/>
          </a:prstGeom>
          <a:noFill/>
          <a:ln w="0">
            <a:noFill/>
          </a:ln>
        </p:spPr>
        <p:style>
          <a:lnRef idx="0"/>
          <a:fillRef idx="0"/>
          <a:effectRef idx="0"/>
          <a:fontRef idx="minor"/>
        </p:style>
        <p:txBody>
          <a:bodyPr lIns="90000" rIns="90000" tIns="316080" bIns="316080" anchor="t">
            <a:noAutofit/>
          </a:bodyPr>
          <a:p>
            <a:pPr>
              <a:lnSpc>
                <a:spcPct val="100000"/>
              </a:lnSpc>
              <a:buNone/>
              <a:tabLst>
                <a:tab algn="l" pos="0"/>
              </a:tabLst>
            </a:pPr>
            <a:r>
              <a:rPr b="1" lang="zh-CN" sz="1200" spc="-1" strike="noStrike">
                <a:solidFill>
                  <a:srgbClr val="1e293b"/>
                </a:solidFill>
                <a:latin typeface="Noto Sans JP"/>
                <a:ea typeface="Noto Sans JP"/>
              </a:rPr>
              <a:t>保守性（</a:t>
            </a:r>
            <a:r>
              <a:rPr b="1" lang="en-US" sz="1200" spc="-1" strike="noStrike">
                <a:solidFill>
                  <a:srgbClr val="1e293b"/>
                </a:solidFill>
                <a:latin typeface="Noto Sans JP"/>
                <a:ea typeface="Noto Sans JP"/>
              </a:rPr>
              <a:t>Maintainability</a:t>
            </a:r>
            <a:r>
              <a:rPr b="1" lang="zh-CN" sz="1200" spc="-1" strike="noStrike">
                <a:solidFill>
                  <a:srgbClr val="1e293b"/>
                </a:solidFill>
                <a:latin typeface="Noto Sans JP"/>
                <a:ea typeface="Noto Sans JP"/>
              </a:rPr>
              <a:t>）</a:t>
            </a:r>
            <a:endParaRPr b="0" lang="en-US" sz="1200" spc="-1" strike="noStrike">
              <a:latin typeface="Arial"/>
            </a:endParaRPr>
          </a:p>
        </p:txBody>
      </p:sp>
      <p:sp>
        <p:nvSpPr>
          <p:cNvPr id="1062" name="Google Shape;1359;p35"/>
          <p:cNvSpPr/>
          <p:nvPr/>
        </p:nvSpPr>
        <p:spPr>
          <a:xfrm>
            <a:off x="4832640" y="1319400"/>
            <a:ext cx="3895560" cy="1342080"/>
          </a:xfrm>
          <a:prstGeom prst="rect">
            <a:avLst/>
          </a:prstGeom>
          <a:noFill/>
          <a:ln w="0">
            <a:noFill/>
          </a:ln>
        </p:spPr>
        <p:style>
          <a:lnRef idx="0"/>
          <a:fillRef idx="0"/>
          <a:effectRef idx="0"/>
          <a:fontRef idx="minor"/>
        </p:style>
        <p:txBody>
          <a:bodyPr lIns="90000" rIns="90000" tIns="91440" bIns="91440" anchor="t">
            <a:noAutofit/>
          </a:bodyPr>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ログ保持期間：アプリケーションログ </a:t>
            </a:r>
            <a:r>
              <a:rPr b="0" lang="en-US" sz="900" spc="-1" strike="noStrike">
                <a:solidFill>
                  <a:srgbClr val="3f3f3f"/>
                </a:solidFill>
                <a:latin typeface="Noto Sans JP"/>
                <a:ea typeface="Noto Sans JP"/>
              </a:rPr>
              <a:t>30</a:t>
            </a:r>
            <a:r>
              <a:rPr b="0" lang="zh-CN" sz="900" spc="-1" strike="noStrike">
                <a:solidFill>
                  <a:srgbClr val="3f3f3f"/>
                </a:solidFill>
                <a:latin typeface="Noto Sans JP"/>
                <a:ea typeface="Noto Sans JP"/>
              </a:rPr>
              <a:t>日間、監査ログ </a:t>
            </a:r>
            <a:r>
              <a:rPr b="0" lang="en-US" sz="900" spc="-1" strike="noStrike">
                <a:solidFill>
                  <a:srgbClr val="3f3f3f"/>
                </a:solidFill>
                <a:latin typeface="Noto Sans JP"/>
                <a:ea typeface="Noto Sans JP"/>
              </a:rPr>
              <a:t>90</a:t>
            </a:r>
            <a:r>
              <a:rPr b="0" lang="zh-CN" sz="900" spc="-1" strike="noStrike">
                <a:solidFill>
                  <a:srgbClr val="3f3f3f"/>
                </a:solidFill>
                <a:latin typeface="Noto Sans JP"/>
                <a:ea typeface="Noto Sans JP"/>
              </a:rPr>
              <a:t>日間</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モニタリング：</a:t>
            </a:r>
            <a:r>
              <a:rPr b="0" lang="en-US" sz="900" spc="-1" strike="noStrike">
                <a:solidFill>
                  <a:srgbClr val="3f3f3f"/>
                </a:solidFill>
                <a:latin typeface="Noto Sans JP"/>
                <a:ea typeface="Noto Sans JP"/>
              </a:rPr>
              <a:t>99.5% </a:t>
            </a:r>
            <a:r>
              <a:rPr b="0" lang="zh-CN" sz="900" spc="-1" strike="noStrike">
                <a:solidFill>
                  <a:srgbClr val="3f3f3f"/>
                </a:solidFill>
                <a:latin typeface="Noto Sans JP"/>
                <a:ea typeface="Noto Sans JP"/>
              </a:rPr>
              <a:t>カバレッジ</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アラート対応時間：</a:t>
            </a:r>
            <a:r>
              <a:rPr b="0" lang="en-US" sz="900" spc="-1" strike="noStrike">
                <a:solidFill>
                  <a:srgbClr val="3f3f3f"/>
                </a:solidFill>
                <a:latin typeface="Noto Sans JP"/>
                <a:ea typeface="Noto Sans JP"/>
              </a:rPr>
              <a:t>&lt; 15</a:t>
            </a:r>
            <a:r>
              <a:rPr b="0" lang="zh-CN" sz="900" spc="-1" strike="noStrike">
                <a:solidFill>
                  <a:srgbClr val="3f3f3f"/>
                </a:solidFill>
                <a:latin typeface="Noto Sans JP"/>
                <a:ea typeface="Noto Sans JP"/>
              </a:rPr>
              <a:t>分</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コンフィグ再読み込み：再起動不要</a:t>
            </a:r>
            <a:endParaRPr b="0" lang="en-US" sz="900" spc="-1" strike="noStrike">
              <a:latin typeface="Arial"/>
            </a:endParaRPr>
          </a:p>
          <a:p>
            <a:pPr marL="200160" indent="-142920">
              <a:lnSpc>
                <a:spcPct val="150000"/>
              </a:lnSpc>
              <a:buClr>
                <a:srgbClr val="3f3f3f"/>
              </a:buClr>
              <a:buFont typeface="Noto Sans JP"/>
              <a:buChar char="●"/>
            </a:pPr>
            <a:r>
              <a:rPr b="0" lang="zh-CN" sz="900" spc="-1" strike="noStrike">
                <a:solidFill>
                  <a:srgbClr val="3f3f3f"/>
                </a:solidFill>
                <a:latin typeface="Noto Sans JP"/>
                <a:ea typeface="Noto Sans JP"/>
              </a:rPr>
              <a:t>コードカバレッジ：</a:t>
            </a:r>
            <a:r>
              <a:rPr b="0" lang="en-US" sz="900" spc="-1" strike="noStrike">
                <a:solidFill>
                  <a:srgbClr val="3f3f3f"/>
                </a:solidFill>
                <a:latin typeface="Noto Sans JP"/>
                <a:ea typeface="Noto Sans JP"/>
              </a:rPr>
              <a:t>&gt; 80%</a:t>
            </a:r>
            <a:endParaRPr b="0" lang="en-US" sz="900" spc="-1" strike="noStrike">
              <a:latin typeface="Arial"/>
            </a:endParaRPr>
          </a:p>
        </p:txBody>
      </p:sp>
      <p:pic>
        <p:nvPicPr>
          <p:cNvPr id="1063" name="Google Shape;1360;p35" descr=""/>
          <p:cNvPicPr/>
          <p:nvPr/>
        </p:nvPicPr>
        <p:blipFill>
          <a:blip r:embed="rId3"/>
          <a:stretch/>
        </p:blipFill>
        <p:spPr>
          <a:xfrm>
            <a:off x="4861080" y="3064680"/>
            <a:ext cx="211320" cy="211320"/>
          </a:xfrm>
          <a:prstGeom prst="rect">
            <a:avLst/>
          </a:prstGeom>
          <a:ln w="0">
            <a:noFill/>
          </a:ln>
        </p:spPr>
      </p:pic>
      <p:pic>
        <p:nvPicPr>
          <p:cNvPr id="1064" name="Google Shape;1361;p35" descr=""/>
          <p:cNvPicPr/>
          <p:nvPr/>
        </p:nvPicPr>
        <p:blipFill>
          <a:blip r:embed="rId4"/>
          <a:stretch/>
        </p:blipFill>
        <p:spPr>
          <a:xfrm>
            <a:off x="552600" y="3078000"/>
            <a:ext cx="211320" cy="211320"/>
          </a:xfrm>
          <a:prstGeom prst="rect">
            <a:avLst/>
          </a:prstGeom>
          <a:ln w="0">
            <a:noFill/>
          </a:ln>
        </p:spPr>
      </p:pic>
      <p:pic>
        <p:nvPicPr>
          <p:cNvPr id="1065" name="Google Shape;1362;p35" descr=""/>
          <p:cNvPicPr/>
          <p:nvPr/>
        </p:nvPicPr>
        <p:blipFill>
          <a:blip r:embed="rId5"/>
          <a:stretch/>
        </p:blipFill>
        <p:spPr>
          <a:xfrm>
            <a:off x="4861080" y="911520"/>
            <a:ext cx="211320" cy="2113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aphicFrame>
        <p:nvGraphicFramePr>
          <p:cNvPr id="1066" name="Google Shape;1367;p36"/>
          <p:cNvGraphicFramePr/>
          <p:nvPr/>
        </p:nvGraphicFramePr>
        <p:xfrm>
          <a:off x="380160" y="963720"/>
          <a:ext cx="8463960" cy="1439640"/>
        </p:xfrm>
        <a:graphic>
          <a:graphicData uri="http://schemas.openxmlformats.org/drawingml/2006/table">
            <a:tbl>
              <a:tblPr/>
              <a:tblGrid>
                <a:gridCol w="482400"/>
                <a:gridCol w="1225440"/>
                <a:gridCol w="1225440"/>
                <a:gridCol w="2786040"/>
                <a:gridCol w="2745000"/>
              </a:tblGrid>
              <a:tr h="239760">
                <a:tc>
                  <a:txBody>
                    <a:bodyPr lIns="68400" rIns="68400" anchor="ctr">
                      <a:noAutofit/>
                    </a:bodyPr>
                    <a:p>
                      <a:pPr algn="ctr">
                        <a:lnSpc>
                          <a:spcPct val="100000"/>
                        </a:lnSpc>
                        <a:buNone/>
                        <a:tabLst>
                          <a:tab algn="l" pos="0"/>
                        </a:tabLst>
                      </a:pPr>
                      <a:r>
                        <a:rPr b="1" lang="en-US" sz="800" spc="-1" strike="noStrike">
                          <a:solidFill>
                            <a:srgbClr val="f7f7f7"/>
                          </a:solidFill>
                          <a:latin typeface="Noto Sans JP"/>
                          <a:ea typeface="Noto Sans JP"/>
                        </a:rPr>
                        <a:t>#</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カテゴリ</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概要</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c>
                  <a:txBody>
                    <a:bodyPr lIns="68400" rIns="68400" anchor="ctr">
                      <a:noAutofit/>
                    </a:bodyPr>
                    <a:p>
                      <a:pPr>
                        <a:lnSpc>
                          <a:spcPct val="100000"/>
                        </a:lnSpc>
                        <a:buNone/>
                        <a:tabLst>
                          <a:tab algn="l" pos="0"/>
                        </a:tabLst>
                      </a:pPr>
                      <a:r>
                        <a:rPr b="1" lang="zh-CN" sz="800" spc="-1" strike="noStrike">
                          <a:solidFill>
                            <a:srgbClr val="f7f7f7"/>
                          </a:solidFill>
                          <a:latin typeface="Noto Sans JP"/>
                          <a:ea typeface="Noto Sans JP"/>
                        </a:rPr>
                        <a:t>備考</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d3b03a"/>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1</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信頼性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クラッシュ率</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1% / </a:t>
                      </a:r>
                      <a:r>
                        <a:rPr b="0" lang="zh-CN" sz="800" spc="-1" strike="noStrike">
                          <a:solidFill>
                            <a:srgbClr val="000000"/>
                          </a:solidFill>
                          <a:latin typeface="Noto Sans JP"/>
                          <a:ea typeface="Noto Sans JP"/>
                        </a:rPr>
                        <a:t>セッション</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ユーザーの利用セッションあたりのクラッシュ率</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4120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2</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重大障害の修復時間</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&lt; 24</a:t>
                      </a:r>
                      <a:r>
                        <a:rPr b="0" lang="zh-CN" sz="800" spc="-1" strike="noStrike">
                          <a:solidFill>
                            <a:srgbClr val="000000"/>
                          </a:solidFill>
                          <a:latin typeface="Noto Sans JP"/>
                          <a:ea typeface="Noto Sans JP"/>
                        </a:rPr>
                        <a:t>時間</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zh-CN" sz="800" spc="-1" strike="noStrike">
                          <a:solidFill>
                            <a:srgbClr val="000000"/>
                          </a:solidFill>
                          <a:latin typeface="Noto Sans JP"/>
                          <a:ea typeface="Noto Sans JP"/>
                        </a:rPr>
                        <a:t>重大な障害が発生した場合の修復時間</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3</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互換性</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対応</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Android OS &gt;= 8.0</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iOS &gt;= 12</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Android 8</a:t>
                      </a:r>
                      <a:r>
                        <a:rPr b="0" lang="zh-CN" sz="800" spc="-1" strike="noStrike">
                          <a:solidFill>
                            <a:srgbClr val="000000"/>
                          </a:solidFill>
                          <a:latin typeface="Noto Sans JP"/>
                          <a:ea typeface="Noto Sans JP"/>
                        </a:rPr>
                        <a:t>以上、</a:t>
                      </a:r>
                      <a:r>
                        <a:rPr b="0" lang="en-US" sz="800" spc="-1" strike="noStrike">
                          <a:solidFill>
                            <a:srgbClr val="000000"/>
                          </a:solidFill>
                          <a:latin typeface="Noto Sans JP"/>
                          <a:ea typeface="Noto Sans JP"/>
                        </a:rPr>
                        <a:t>iOS 12</a:t>
                      </a:r>
                      <a:r>
                        <a:rPr b="0" lang="zh-CN" sz="800" spc="-1" strike="noStrike">
                          <a:solidFill>
                            <a:srgbClr val="000000"/>
                          </a:solidFill>
                          <a:latin typeface="Noto Sans JP"/>
                          <a:ea typeface="Noto Sans JP"/>
                        </a:rPr>
                        <a:t>以上で動作</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4</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データ暗号化</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AES-256</a:t>
                      </a:r>
                      <a:r>
                        <a:rPr b="0" lang="zh-CN" sz="800" spc="-1" strike="noStrike">
                          <a:solidFill>
                            <a:srgbClr val="000000"/>
                          </a:solidFill>
                          <a:latin typeface="Noto Sans JP"/>
                          <a:ea typeface="Noto Sans JP"/>
                        </a:rPr>
                        <a:t>によるセンシティブデータの暗号化</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Keystore</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Keychain</a:t>
                      </a:r>
                      <a:r>
                        <a:rPr b="0" lang="zh-CN" sz="800" spc="-1" strike="noStrike">
                          <a:solidFill>
                            <a:srgbClr val="000000"/>
                          </a:solidFill>
                          <a:latin typeface="Noto Sans JP"/>
                          <a:ea typeface="Noto Sans JP"/>
                        </a:rPr>
                        <a:t>を使用したデータ保護</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r h="239760">
                <a:tc>
                  <a:txBody>
                    <a:bodyPr lIns="68400" rIns="68400" anchor="ctr">
                      <a:noAutofit/>
                    </a:bodyPr>
                    <a:p>
                      <a:pPr algn="ctr">
                        <a:lnSpc>
                          <a:spcPct val="100000"/>
                        </a:lnSpc>
                        <a:buNone/>
                        <a:tabLst>
                          <a:tab algn="l" pos="0"/>
                        </a:tabLst>
                      </a:pPr>
                      <a:r>
                        <a:rPr b="0" lang="en-US" sz="800" spc="-1" strike="noStrike">
                          <a:solidFill>
                            <a:srgbClr val="000000"/>
                          </a:solidFill>
                          <a:latin typeface="Noto Sans JP"/>
                          <a:ea typeface="Noto Sans JP"/>
                        </a:rPr>
                        <a:t>5</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gn="ctr">
                        <a:lnSpc>
                          <a:spcPct val="100000"/>
                        </a:lnSpc>
                        <a:buNone/>
                        <a:tabLst>
                          <a:tab algn="l" pos="0"/>
                        </a:tabLst>
                      </a:pPr>
                      <a:r>
                        <a:rPr b="1" lang="zh-CN" sz="800" spc="-1" strike="noStrike">
                          <a:solidFill>
                            <a:srgbClr val="000000"/>
                          </a:solidFill>
                          <a:latin typeface="Noto Sans JP"/>
                          <a:ea typeface="Noto Sans JP"/>
                        </a:rPr>
                        <a:t>セキュリティ</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400" rIns="5400" anchor="ctr">
                      <a:noAutofit/>
                    </a:bodyPr>
                    <a:p>
                      <a:pPr>
                        <a:lnSpc>
                          <a:spcPct val="100000"/>
                        </a:lnSpc>
                        <a:buNone/>
                        <a:tabLst>
                          <a:tab algn="l" pos="0"/>
                        </a:tabLst>
                      </a:pPr>
                      <a:r>
                        <a:rPr b="0" lang="zh-CN" sz="800" spc="-1" strike="noStrike">
                          <a:solidFill>
                            <a:srgbClr val="000000"/>
                          </a:solidFill>
                          <a:latin typeface="Noto Sans JP"/>
                          <a:ea typeface="Noto Sans JP"/>
                        </a:rPr>
                        <a:t>　認証</a:t>
                      </a:r>
                      <a:endParaRPr b="0" lang="en-US" sz="800" spc="-1" strike="noStrike">
                        <a:latin typeface="Arial"/>
                      </a:endParaRPr>
                    </a:p>
                  </a:txBody>
                  <a:tcPr anchor="ctr" marL="5400" marR="5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51120" rIns="51120" anchor="ctr">
                      <a:noAutofit/>
                    </a:bodyPr>
                    <a:p>
                      <a:pPr>
                        <a:lnSpc>
                          <a:spcPct val="100000"/>
                        </a:lnSpc>
                        <a:buNone/>
                        <a:tabLst>
                          <a:tab algn="l" pos="0"/>
                        </a:tabLst>
                      </a:pP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と生体認証に対応</a:t>
                      </a:r>
                      <a:endParaRPr b="0" lang="en-US" sz="800" spc="-1" strike="noStrike">
                        <a:latin typeface="Arial"/>
                      </a:endParaRPr>
                    </a:p>
                  </a:txBody>
                  <a:tcPr anchor="ctr" marL="51120" marR="5112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c>
                  <a:txBody>
                    <a:bodyPr lIns="68400" rIns="68400" anchor="ctr">
                      <a:noAutofit/>
                    </a:bodyPr>
                    <a:p>
                      <a:pPr>
                        <a:lnSpc>
                          <a:spcPct val="100000"/>
                        </a:lnSpc>
                        <a:buNone/>
                        <a:tabLst>
                          <a:tab algn="l" pos="0"/>
                        </a:tabLst>
                      </a:pPr>
                      <a:r>
                        <a:rPr b="0" lang="en-US" sz="800" spc="-1" strike="noStrike">
                          <a:solidFill>
                            <a:srgbClr val="000000"/>
                          </a:solidFill>
                          <a:latin typeface="Noto Sans JP"/>
                          <a:ea typeface="Noto Sans JP"/>
                        </a:rPr>
                        <a:t>2</a:t>
                      </a:r>
                      <a:r>
                        <a:rPr b="0" lang="zh-CN" sz="800" spc="-1" strike="noStrike">
                          <a:solidFill>
                            <a:srgbClr val="000000"/>
                          </a:solidFill>
                          <a:latin typeface="Noto Sans JP"/>
                          <a:ea typeface="Noto Sans JP"/>
                        </a:rPr>
                        <a:t>要素認証（</a:t>
                      </a:r>
                      <a:r>
                        <a:rPr b="0" lang="en-US" sz="800" spc="-1" strike="noStrike">
                          <a:solidFill>
                            <a:srgbClr val="000000"/>
                          </a:solidFill>
                          <a:latin typeface="Noto Sans JP"/>
                          <a:ea typeface="Noto Sans JP"/>
                        </a:rPr>
                        <a:t>2FA</a:t>
                      </a:r>
                      <a:r>
                        <a:rPr b="0" lang="zh-CN" sz="800" spc="-1" strike="noStrike">
                          <a:solidFill>
                            <a:srgbClr val="000000"/>
                          </a:solidFill>
                          <a:latin typeface="Noto Sans JP"/>
                          <a:ea typeface="Noto Sans JP"/>
                        </a:rPr>
                        <a:t>）および本人確認認証方式のサポート</a:t>
                      </a:r>
                      <a:endParaRPr b="0" lang="en-US" sz="800" spc="-1" strike="noStrike">
                        <a:latin typeface="Arial"/>
                      </a:endParaRPr>
                    </a:p>
                  </a:txBody>
                  <a:tcPr anchor="ctr" marL="68400" marR="68400">
                    <a:lnL w="12240">
                      <a:solidFill>
                        <a:srgbClr val="bfbfbf"/>
                      </a:solidFill>
                    </a:lnL>
                    <a:lnR w="12240">
                      <a:solidFill>
                        <a:srgbClr val="bfbfbf"/>
                      </a:solidFill>
                    </a:lnR>
                    <a:lnT w="12240">
                      <a:solidFill>
                        <a:srgbClr val="bfbfbf"/>
                      </a:solidFill>
                    </a:lnT>
                    <a:lnB w="12240">
                      <a:solidFill>
                        <a:srgbClr val="bfbfbf"/>
                      </a:solidFill>
                    </a:lnB>
                    <a:solidFill>
                      <a:srgbClr val="ffffff"/>
                    </a:solidFill>
                  </a:tcPr>
                </a:tc>
              </a:tr>
            </a:tbl>
          </a:graphicData>
        </a:graphic>
      </p:graphicFrame>
      <p:grpSp>
        <p:nvGrpSpPr>
          <p:cNvPr id="1067" name="Google Shape;1368;p36"/>
          <p:cNvGrpSpPr/>
          <p:nvPr/>
        </p:nvGrpSpPr>
        <p:grpSpPr>
          <a:xfrm>
            <a:off x="194760" y="98640"/>
            <a:ext cx="8687160" cy="750960"/>
            <a:chOff x="194760" y="98640"/>
            <a:chExt cx="8687160" cy="750960"/>
          </a:xfrm>
        </p:grpSpPr>
        <p:sp>
          <p:nvSpPr>
            <p:cNvPr id="1068" name="Google Shape;1369;p36"/>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貴社からご提供いただきました非機能要件資料をベースに一部弊社側で前提を置いております。</a:t>
              </a:r>
              <a:endParaRPr b="0" lang="en-US" sz="1000" spc="-1" strike="noStrike">
                <a:latin typeface="Arial"/>
              </a:endParaRPr>
            </a:p>
          </p:txBody>
        </p:sp>
        <p:sp>
          <p:nvSpPr>
            <p:cNvPr id="1069" name="Google Shape;1370;p36"/>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非機能要件</a:t>
              </a:r>
              <a:endParaRPr b="0" lang="en-US" sz="1600" spc="-1" strike="noStrike">
                <a:latin typeface="Arial"/>
              </a:endParaRPr>
            </a:p>
          </p:txBody>
        </p:sp>
        <p:sp>
          <p:nvSpPr>
            <p:cNvPr id="1070" name="Google Shape;1371;p36"/>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Assumptions for System Development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システム構築の想定</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 name="Google Shape;1376;p37"/>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The Expected Output</a:t>
            </a:r>
            <a:endParaRPr b="0" lang="en-US" sz="2600" spc="-1" strike="noStrike">
              <a:latin typeface="Arial"/>
            </a:endParaRPr>
          </a:p>
        </p:txBody>
      </p:sp>
      <p:sp>
        <p:nvSpPr>
          <p:cNvPr id="1072" name="Google Shape;1377;p37"/>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想定作成物</a:t>
            </a:r>
            <a:endParaRPr b="0" lang="en-US" sz="1600" spc="-1" strike="noStrike">
              <a:latin typeface="Arial"/>
            </a:endParaRPr>
          </a:p>
        </p:txBody>
      </p:sp>
      <p:sp>
        <p:nvSpPr>
          <p:cNvPr id="1073" name="Google Shape;1378;p37"/>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Các output dự kiến sẽ bàn giao cho KH sau khi hoàn thành dự án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074" name="Google Shape;1383;p38"/>
          <p:cNvGrpSpPr/>
          <p:nvPr/>
        </p:nvGrpSpPr>
        <p:grpSpPr>
          <a:xfrm>
            <a:off x="450000" y="831240"/>
            <a:ext cx="8278200" cy="564480"/>
            <a:chOff x="450000" y="831240"/>
            <a:chExt cx="8278200" cy="564480"/>
          </a:xfrm>
        </p:grpSpPr>
        <p:sp>
          <p:nvSpPr>
            <p:cNvPr id="1075" name="Google Shape;1384;p38"/>
            <p:cNvSpPr/>
            <p:nvPr/>
          </p:nvSpPr>
          <p:spPr>
            <a:xfrm>
              <a:off x="450000" y="83124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76" name="Google Shape;1385;p38"/>
            <p:cNvSpPr/>
            <p:nvPr/>
          </p:nvSpPr>
          <p:spPr>
            <a:xfrm>
              <a:off x="2635920" y="939600"/>
              <a:ext cx="6092280" cy="349200"/>
            </a:xfrm>
            <a:prstGeom prst="rect">
              <a:avLst/>
            </a:prstGeom>
            <a:noFill/>
            <a:ln w="0">
              <a:noFill/>
            </a:ln>
          </p:spPr>
          <p:style>
            <a:lnRef idx="0"/>
            <a:fillRef idx="0"/>
            <a:effectRef idx="0"/>
            <a:fontRef idx="minor"/>
          </p:style>
          <p:txBody>
            <a:bodyPr lIns="0" rIns="0" tIns="0" bIns="0" anchor="ctr">
              <a:spAutoFit/>
            </a:bodyPr>
            <a:p>
              <a:pPr>
                <a:lnSpc>
                  <a:spcPct val="115000"/>
                </a:lnSpc>
                <a:buNone/>
                <a:tabLst>
                  <a:tab algn="l" pos="0"/>
                </a:tabLst>
              </a:pPr>
              <a:r>
                <a:rPr b="0" lang="zh-CN" sz="1000" spc="-1" strike="noStrike">
                  <a:solidFill>
                    <a:srgbClr val="3f3f3f"/>
                  </a:solidFill>
                  <a:latin typeface="Noto Sans JP"/>
                  <a:ea typeface="Noto Sans JP"/>
                </a:rPr>
                <a:t>査定</a:t>
              </a:r>
              <a:r>
                <a:rPr b="0" lang="en-US" sz="1000" spc="-1" strike="noStrike">
                  <a:solidFill>
                    <a:srgbClr val="3f3f3f"/>
                  </a:solidFill>
                  <a:latin typeface="Noto Sans JP"/>
                  <a:ea typeface="Noto Sans JP"/>
                </a:rPr>
                <a:t>Dr.</a:t>
              </a:r>
              <a:r>
                <a:rPr b="0" lang="zh-CN" sz="1000" spc="-1" strike="noStrike">
                  <a:solidFill>
                    <a:srgbClr val="3f3f3f"/>
                  </a:solidFill>
                  <a:latin typeface="Noto Sans JP"/>
                  <a:ea typeface="Noto Sans JP"/>
                </a:rPr>
                <a:t>アプリおよび査定</a:t>
              </a:r>
              <a:r>
                <a:rPr b="0" lang="en-US" sz="1000" spc="-1" strike="noStrike">
                  <a:solidFill>
                    <a:srgbClr val="3f3f3f"/>
                  </a:solidFill>
                  <a:latin typeface="Noto Sans JP"/>
                  <a:ea typeface="Noto Sans JP"/>
                </a:rPr>
                <a:t>Dr.</a:t>
              </a:r>
              <a:r>
                <a:rPr b="0" lang="zh-CN" sz="1000" spc="-1" strike="noStrike">
                  <a:solidFill>
                    <a:srgbClr val="3f3f3f"/>
                  </a:solidFill>
                  <a:latin typeface="Noto Sans JP"/>
                  <a:ea typeface="Noto Sans JP"/>
                </a:rPr>
                <a:t>カメラアプリの</a:t>
              </a:r>
              <a:r>
                <a:rPr b="0" lang="en-US" sz="1000" spc="-1" strike="noStrike">
                  <a:solidFill>
                    <a:srgbClr val="3f3f3f"/>
                  </a:solidFill>
                  <a:latin typeface="Noto Sans JP"/>
                  <a:ea typeface="Noto Sans JP"/>
                </a:rPr>
                <a:t>Android</a:t>
              </a:r>
              <a:r>
                <a:rPr b="0" lang="zh-CN" sz="1000" spc="-1" strike="noStrike">
                  <a:solidFill>
                    <a:srgbClr val="3f3f3f"/>
                  </a:solidFill>
                  <a:latin typeface="Noto Sans JP"/>
                  <a:ea typeface="Noto Sans JP"/>
                </a:rPr>
                <a:t>アップデート版、</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iOS</a:t>
              </a:r>
              <a:r>
                <a:rPr b="0" lang="zh-CN" sz="1000" spc="-1" strike="noStrike">
                  <a:solidFill>
                    <a:srgbClr val="3f3f3f"/>
                  </a:solidFill>
                  <a:latin typeface="Noto Sans JP"/>
                  <a:ea typeface="Noto Sans JP"/>
                </a:rPr>
                <a:t>版のプログラム一式となります。</a:t>
              </a:r>
              <a:endParaRPr b="0" lang="en-US" sz="1000" spc="-1" strike="noStrike">
                <a:latin typeface="Arial"/>
              </a:endParaRPr>
            </a:p>
          </p:txBody>
        </p:sp>
        <p:sp>
          <p:nvSpPr>
            <p:cNvPr id="1077" name="Google Shape;1386;p38"/>
            <p:cNvSpPr/>
            <p:nvPr/>
          </p:nvSpPr>
          <p:spPr>
            <a:xfrm>
              <a:off x="703080" y="1037520"/>
              <a:ext cx="1329480" cy="151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000" spc="-1" strike="noStrike">
                  <a:solidFill>
                    <a:srgbClr val="ff2200"/>
                  </a:solidFill>
                  <a:latin typeface="Noto Sans JP"/>
                  <a:ea typeface="Noto Sans JP"/>
                </a:rPr>
                <a:t>ソースコード</a:t>
              </a:r>
              <a:endParaRPr b="0" lang="en-US" sz="1000" spc="-1" strike="noStrike">
                <a:latin typeface="Arial"/>
              </a:endParaRPr>
            </a:p>
          </p:txBody>
        </p:sp>
        <p:sp>
          <p:nvSpPr>
            <p:cNvPr id="1078" name="Google Shape;1387;p38"/>
            <p:cNvSpPr/>
            <p:nvPr/>
          </p:nvSpPr>
          <p:spPr>
            <a:xfrm flipH="1" rot="10800000">
              <a:off x="2370240" y="91620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79" name="Google Shape;1388;p38"/>
          <p:cNvGrpSpPr/>
          <p:nvPr/>
        </p:nvGrpSpPr>
        <p:grpSpPr>
          <a:xfrm>
            <a:off x="450000" y="1493280"/>
            <a:ext cx="8278200" cy="564480"/>
            <a:chOff x="450000" y="1493280"/>
            <a:chExt cx="8278200" cy="564480"/>
          </a:xfrm>
        </p:grpSpPr>
        <p:sp>
          <p:nvSpPr>
            <p:cNvPr id="1080" name="Google Shape;1389;p38"/>
            <p:cNvSpPr/>
            <p:nvPr/>
          </p:nvSpPr>
          <p:spPr>
            <a:xfrm>
              <a:off x="450000" y="149328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81" name="Google Shape;1390;p38"/>
            <p:cNvSpPr/>
            <p:nvPr/>
          </p:nvSpPr>
          <p:spPr>
            <a:xfrm>
              <a:off x="2635920" y="1681920"/>
              <a:ext cx="583704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既存</a:t>
              </a:r>
              <a:r>
                <a:rPr b="0" lang="en-US" sz="1000" spc="-1" strike="noStrike">
                  <a:solidFill>
                    <a:srgbClr val="3f3f3f"/>
                  </a:solidFill>
                  <a:latin typeface="Noto Sans JP"/>
                  <a:ea typeface="Noto Sans JP"/>
                </a:rPr>
                <a:t>API</a:t>
              </a:r>
              <a:r>
                <a:rPr b="0" lang="zh-CN" sz="1000" spc="-1" strike="noStrike">
                  <a:solidFill>
                    <a:srgbClr val="3f3f3f"/>
                  </a:solidFill>
                  <a:latin typeface="Noto Sans JP"/>
                  <a:ea typeface="Noto Sans JP"/>
                </a:rPr>
                <a:t>の仕様について</a:t>
              </a:r>
              <a:r>
                <a:rPr b="0" lang="en-US" sz="1000" spc="-1" strike="noStrike">
                  <a:solidFill>
                    <a:srgbClr val="3f3f3f"/>
                  </a:solidFill>
                  <a:latin typeface="Noto Sans JP"/>
                  <a:ea typeface="Noto Sans JP"/>
                </a:rPr>
                <a:t>Swagger YAML</a:t>
              </a:r>
              <a:r>
                <a:rPr b="0" lang="zh-CN" sz="1000" spc="-1" strike="noStrike">
                  <a:solidFill>
                    <a:srgbClr val="3f3f3f"/>
                  </a:solidFill>
                  <a:latin typeface="Noto Sans JP"/>
                  <a:ea typeface="Noto Sans JP"/>
                </a:rPr>
                <a:t>形式で記載したものになります。</a:t>
              </a:r>
              <a:endParaRPr b="0" lang="en-US" sz="1000" spc="-1" strike="noStrike">
                <a:latin typeface="Arial"/>
              </a:endParaRPr>
            </a:p>
          </p:txBody>
        </p:sp>
        <p:sp>
          <p:nvSpPr>
            <p:cNvPr id="1082" name="Google Shape;1391;p38"/>
            <p:cNvSpPr/>
            <p:nvPr/>
          </p:nvSpPr>
          <p:spPr>
            <a:xfrm>
              <a:off x="703080" y="1699560"/>
              <a:ext cx="132948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en-US" sz="1000" spc="-1" strike="noStrike">
                  <a:solidFill>
                    <a:srgbClr val="ff2200"/>
                  </a:solidFill>
                  <a:latin typeface="Noto Sans JP"/>
                  <a:ea typeface="Noto Sans JP"/>
                </a:rPr>
                <a:t>API</a:t>
              </a:r>
              <a:r>
                <a:rPr b="1" lang="zh-CN" sz="1000" spc="-1" strike="noStrike">
                  <a:solidFill>
                    <a:srgbClr val="ff2200"/>
                  </a:solidFill>
                  <a:latin typeface="Noto Sans JP"/>
                  <a:ea typeface="Noto Sans JP"/>
                </a:rPr>
                <a:t>仕様書</a:t>
              </a:r>
              <a:endParaRPr b="0" lang="en-US" sz="1000" spc="-1" strike="noStrike">
                <a:latin typeface="Arial"/>
              </a:endParaRPr>
            </a:p>
          </p:txBody>
        </p:sp>
        <p:sp>
          <p:nvSpPr>
            <p:cNvPr id="1083" name="Google Shape;1392;p38"/>
            <p:cNvSpPr/>
            <p:nvPr/>
          </p:nvSpPr>
          <p:spPr>
            <a:xfrm flipH="1" rot="10800000">
              <a:off x="2370240" y="157824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84" name="Google Shape;1393;p38"/>
          <p:cNvGrpSpPr/>
          <p:nvPr/>
        </p:nvGrpSpPr>
        <p:grpSpPr>
          <a:xfrm>
            <a:off x="450000" y="4141080"/>
            <a:ext cx="8278200" cy="564480"/>
            <a:chOff x="450000" y="4141080"/>
            <a:chExt cx="8278200" cy="564480"/>
          </a:xfrm>
        </p:grpSpPr>
        <p:sp>
          <p:nvSpPr>
            <p:cNvPr id="1085" name="Google Shape;1394;p38"/>
            <p:cNvSpPr/>
            <p:nvPr/>
          </p:nvSpPr>
          <p:spPr>
            <a:xfrm>
              <a:off x="450000" y="414108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86" name="Google Shape;1395;p38"/>
            <p:cNvSpPr/>
            <p:nvPr/>
          </p:nvSpPr>
          <p:spPr>
            <a:xfrm>
              <a:off x="2635920" y="4329360"/>
              <a:ext cx="583704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対象アプリの想定テスト項目および実施結果を記載したものになります。</a:t>
              </a:r>
              <a:endParaRPr b="0" lang="en-US" sz="1000" spc="-1" strike="noStrike">
                <a:latin typeface="Arial"/>
              </a:endParaRPr>
            </a:p>
          </p:txBody>
        </p:sp>
        <p:sp>
          <p:nvSpPr>
            <p:cNvPr id="1087" name="Google Shape;1396;p38"/>
            <p:cNvSpPr/>
            <p:nvPr/>
          </p:nvSpPr>
          <p:spPr>
            <a:xfrm>
              <a:off x="703080" y="4258800"/>
              <a:ext cx="1329480" cy="34956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テスト仕様書 </a:t>
              </a:r>
              <a:endParaRPr b="0" lang="en-US" sz="1000" spc="-1" strike="noStrike">
                <a:latin typeface="Arial"/>
              </a:endParaRPr>
            </a:p>
            <a:p>
              <a:pPr>
                <a:lnSpc>
                  <a:spcPct val="115000"/>
                </a:lnSpc>
                <a:buNone/>
                <a:tabLst>
                  <a:tab algn="l" pos="0"/>
                </a:tabLst>
              </a:pPr>
              <a:r>
                <a:rPr b="1" lang="zh-CN" sz="1000" spc="-1" strike="noStrike">
                  <a:solidFill>
                    <a:srgbClr val="ff2200"/>
                  </a:solidFill>
                  <a:latin typeface="Noto Sans JP"/>
                  <a:ea typeface="Noto Sans JP"/>
                </a:rPr>
                <a:t>兼 結果報告書</a:t>
              </a:r>
              <a:endParaRPr b="0" lang="en-US" sz="1000" spc="-1" strike="noStrike">
                <a:latin typeface="Arial"/>
              </a:endParaRPr>
            </a:p>
          </p:txBody>
        </p:sp>
        <p:sp>
          <p:nvSpPr>
            <p:cNvPr id="1088" name="Google Shape;1397;p38"/>
            <p:cNvSpPr/>
            <p:nvPr/>
          </p:nvSpPr>
          <p:spPr>
            <a:xfrm flipH="1" rot="10800000">
              <a:off x="2370240" y="422604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89" name="Google Shape;1398;p38"/>
          <p:cNvGrpSpPr/>
          <p:nvPr/>
        </p:nvGrpSpPr>
        <p:grpSpPr>
          <a:xfrm>
            <a:off x="450000" y="2817000"/>
            <a:ext cx="8278200" cy="564480"/>
            <a:chOff x="450000" y="2817000"/>
            <a:chExt cx="8278200" cy="564480"/>
          </a:xfrm>
        </p:grpSpPr>
        <p:sp>
          <p:nvSpPr>
            <p:cNvPr id="1090" name="Google Shape;1399;p38"/>
            <p:cNvSpPr/>
            <p:nvPr/>
          </p:nvSpPr>
          <p:spPr>
            <a:xfrm>
              <a:off x="450000" y="281700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91" name="Google Shape;1400;p38"/>
            <p:cNvSpPr/>
            <p:nvPr/>
          </p:nvSpPr>
          <p:spPr>
            <a:xfrm>
              <a:off x="2635920" y="2910600"/>
              <a:ext cx="5837040" cy="37944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対象アプリの機能概要、画面レイアウト、画面項目仕様を記載したものになります。</a:t>
              </a:r>
              <a:endParaRPr b="0" lang="en-US" sz="1000" spc="-1" strike="noStrike">
                <a:latin typeface="Arial"/>
              </a:endParaRPr>
            </a:p>
            <a:p>
              <a:pPr>
                <a:lnSpc>
                  <a:spcPct val="12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既存の詳細設計書と同等の粒度の記載を想定しています。</a:t>
              </a:r>
              <a:endParaRPr b="0" lang="en-US" sz="1000" spc="-1" strike="noStrike">
                <a:latin typeface="Arial"/>
              </a:endParaRPr>
            </a:p>
          </p:txBody>
        </p:sp>
        <p:sp>
          <p:nvSpPr>
            <p:cNvPr id="1092" name="Google Shape;1401;p38"/>
            <p:cNvSpPr/>
            <p:nvPr/>
          </p:nvSpPr>
          <p:spPr>
            <a:xfrm>
              <a:off x="703080" y="3023280"/>
              <a:ext cx="132948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詳細設計書</a:t>
              </a:r>
              <a:endParaRPr b="0" lang="en-US" sz="1000" spc="-1" strike="noStrike">
                <a:latin typeface="Arial"/>
              </a:endParaRPr>
            </a:p>
          </p:txBody>
        </p:sp>
        <p:sp>
          <p:nvSpPr>
            <p:cNvPr id="1093" name="Google Shape;1402;p38"/>
            <p:cNvSpPr/>
            <p:nvPr/>
          </p:nvSpPr>
          <p:spPr>
            <a:xfrm flipH="1" rot="10800000">
              <a:off x="2370240" y="290196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94" name="Google Shape;1403;p38"/>
          <p:cNvGrpSpPr/>
          <p:nvPr/>
        </p:nvGrpSpPr>
        <p:grpSpPr>
          <a:xfrm>
            <a:off x="450000" y="3479040"/>
            <a:ext cx="8278200" cy="564480"/>
            <a:chOff x="450000" y="3479040"/>
            <a:chExt cx="8278200" cy="564480"/>
          </a:xfrm>
        </p:grpSpPr>
        <p:sp>
          <p:nvSpPr>
            <p:cNvPr id="1095" name="Google Shape;1404;p38"/>
            <p:cNvSpPr/>
            <p:nvPr/>
          </p:nvSpPr>
          <p:spPr>
            <a:xfrm>
              <a:off x="450000" y="347904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096" name="Google Shape;1405;p38"/>
            <p:cNvSpPr/>
            <p:nvPr/>
          </p:nvSpPr>
          <p:spPr>
            <a:xfrm>
              <a:off x="2635920" y="3667680"/>
              <a:ext cx="583704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対象アプリの情報設計、画面レイアウトのデザインを記載したものになります。</a:t>
              </a:r>
              <a:endParaRPr b="0" lang="en-US" sz="1000" spc="-1" strike="noStrike">
                <a:latin typeface="Arial"/>
              </a:endParaRPr>
            </a:p>
          </p:txBody>
        </p:sp>
        <p:sp>
          <p:nvSpPr>
            <p:cNvPr id="1097" name="Google Shape;1406;p38"/>
            <p:cNvSpPr/>
            <p:nvPr/>
          </p:nvSpPr>
          <p:spPr>
            <a:xfrm>
              <a:off x="703080" y="3685320"/>
              <a:ext cx="132948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1000" spc="-1" strike="noStrike">
                  <a:solidFill>
                    <a:srgbClr val="ff2200"/>
                  </a:solidFill>
                  <a:latin typeface="Noto Sans JP"/>
                  <a:ea typeface="Noto Sans JP"/>
                </a:rPr>
                <a:t>デザインファイル</a:t>
              </a:r>
              <a:endParaRPr b="0" lang="en-US" sz="1000" spc="-1" strike="noStrike">
                <a:latin typeface="Arial"/>
              </a:endParaRPr>
            </a:p>
          </p:txBody>
        </p:sp>
        <p:sp>
          <p:nvSpPr>
            <p:cNvPr id="1098" name="Google Shape;1407;p38"/>
            <p:cNvSpPr/>
            <p:nvPr/>
          </p:nvSpPr>
          <p:spPr>
            <a:xfrm flipH="1" rot="10800000">
              <a:off x="2370240" y="356400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099" name="Google Shape;1408;p38"/>
          <p:cNvGrpSpPr/>
          <p:nvPr/>
        </p:nvGrpSpPr>
        <p:grpSpPr>
          <a:xfrm>
            <a:off x="450000" y="2155320"/>
            <a:ext cx="8278200" cy="564480"/>
            <a:chOff x="450000" y="2155320"/>
            <a:chExt cx="8278200" cy="564480"/>
          </a:xfrm>
        </p:grpSpPr>
        <p:sp>
          <p:nvSpPr>
            <p:cNvPr id="1100" name="Google Shape;1409;p38"/>
            <p:cNvSpPr/>
            <p:nvPr/>
          </p:nvSpPr>
          <p:spPr>
            <a:xfrm>
              <a:off x="450000" y="2155320"/>
              <a:ext cx="8278200" cy="564480"/>
            </a:xfrm>
            <a:prstGeom prst="roundRect">
              <a:avLst>
                <a:gd name="adj" fmla="val 18112"/>
              </a:avLst>
            </a:prstGeom>
            <a:solidFill>
              <a:srgbClr val="ffffff"/>
            </a:solidFill>
            <a:ln w="9525">
              <a:solidFill>
                <a:srgbClr val="ececec"/>
              </a:solidFill>
              <a:round/>
            </a:ln>
          </p:spPr>
          <p:style>
            <a:lnRef idx="0"/>
            <a:fillRef idx="0"/>
            <a:effectRef idx="0"/>
            <a:fontRef idx="minor"/>
          </p:style>
        </p:sp>
        <p:sp>
          <p:nvSpPr>
            <p:cNvPr id="1101" name="Google Shape;1410;p38"/>
            <p:cNvSpPr/>
            <p:nvPr/>
          </p:nvSpPr>
          <p:spPr>
            <a:xfrm>
              <a:off x="2635920" y="2343600"/>
              <a:ext cx="5837040" cy="189360"/>
            </a:xfrm>
            <a:prstGeom prst="rect">
              <a:avLst/>
            </a:prstGeom>
            <a:noFill/>
            <a:ln w="0">
              <a:noFill/>
            </a:ln>
          </p:spPr>
          <p:style>
            <a:lnRef idx="0"/>
            <a:fillRef idx="0"/>
            <a:effectRef idx="0"/>
            <a:fontRef idx="minor"/>
          </p:style>
          <p:txBody>
            <a:bodyPr lIns="0" rIns="0" tIns="0" bIns="0" anchor="ctr">
              <a:spAutoFit/>
            </a:bodyPr>
            <a:p>
              <a:pPr>
                <a:lnSpc>
                  <a:spcPct val="125000"/>
                </a:lnSpc>
                <a:buNone/>
                <a:tabLst>
                  <a:tab algn="l" pos="0"/>
                </a:tabLst>
              </a:pPr>
              <a:r>
                <a:rPr b="0" lang="zh-CN" sz="1000" spc="-1" strike="noStrike">
                  <a:solidFill>
                    <a:srgbClr val="3f3f3f"/>
                  </a:solidFill>
                  <a:latin typeface="Noto Sans JP"/>
                  <a:ea typeface="Noto Sans JP"/>
                </a:rPr>
                <a:t>データベースの構造（テーブル名、カラム名）記載したものになります。</a:t>
              </a:r>
              <a:endParaRPr b="0" lang="en-US" sz="1000" spc="-1" strike="noStrike">
                <a:latin typeface="Arial"/>
              </a:endParaRPr>
            </a:p>
          </p:txBody>
        </p:sp>
        <p:sp>
          <p:nvSpPr>
            <p:cNvPr id="1102" name="Google Shape;1411;p38"/>
            <p:cNvSpPr/>
            <p:nvPr/>
          </p:nvSpPr>
          <p:spPr>
            <a:xfrm>
              <a:off x="703080" y="2361240"/>
              <a:ext cx="1329480" cy="1746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en-US" sz="1000" spc="-1" strike="noStrike">
                  <a:solidFill>
                    <a:srgbClr val="ff2200"/>
                  </a:solidFill>
                  <a:latin typeface="Noto Sans JP"/>
                  <a:ea typeface="Noto Sans JP"/>
                </a:rPr>
                <a:t>DB</a:t>
              </a:r>
              <a:r>
                <a:rPr b="1" lang="zh-CN" sz="1000" spc="-1" strike="noStrike">
                  <a:solidFill>
                    <a:srgbClr val="ff2200"/>
                  </a:solidFill>
                  <a:latin typeface="Noto Sans JP"/>
                  <a:ea typeface="Noto Sans JP"/>
                </a:rPr>
                <a:t>設計書（</a:t>
              </a:r>
              <a:r>
                <a:rPr b="1" lang="en-US" sz="1000" spc="-1" strike="noStrike">
                  <a:solidFill>
                    <a:srgbClr val="ff2200"/>
                  </a:solidFill>
                  <a:latin typeface="Noto Sans JP"/>
                  <a:ea typeface="Noto Sans JP"/>
                </a:rPr>
                <a:t>ER</a:t>
              </a:r>
              <a:r>
                <a:rPr b="1" lang="zh-CN" sz="1000" spc="-1" strike="noStrike">
                  <a:solidFill>
                    <a:srgbClr val="ff2200"/>
                  </a:solidFill>
                  <a:latin typeface="Noto Sans JP"/>
                  <a:ea typeface="Noto Sans JP"/>
                </a:rPr>
                <a:t>図）</a:t>
              </a:r>
              <a:endParaRPr b="0" lang="en-US" sz="1000" spc="-1" strike="noStrike">
                <a:latin typeface="Arial"/>
              </a:endParaRPr>
            </a:p>
          </p:txBody>
        </p:sp>
        <p:sp>
          <p:nvSpPr>
            <p:cNvPr id="1103" name="Google Shape;1412;p38"/>
            <p:cNvSpPr/>
            <p:nvPr/>
          </p:nvSpPr>
          <p:spPr>
            <a:xfrm flipH="1" rot="10800000">
              <a:off x="2370240" y="224028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grpSp>
        <p:nvGrpSpPr>
          <p:cNvPr id="1104" name="Google Shape;1413;p38"/>
          <p:cNvGrpSpPr/>
          <p:nvPr/>
        </p:nvGrpSpPr>
        <p:grpSpPr>
          <a:xfrm>
            <a:off x="194760" y="98640"/>
            <a:ext cx="8515440" cy="552600"/>
            <a:chOff x="194760" y="98640"/>
            <a:chExt cx="8515440" cy="552600"/>
          </a:xfrm>
        </p:grpSpPr>
        <p:sp>
          <p:nvSpPr>
            <p:cNvPr id="1105" name="Google Shape;1414;p38"/>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想定作成物</a:t>
              </a:r>
              <a:endParaRPr b="0" lang="en-US" sz="1600" spc="-1" strike="noStrike">
                <a:latin typeface="Arial"/>
              </a:endParaRPr>
            </a:p>
          </p:txBody>
        </p:sp>
        <p:sp>
          <p:nvSpPr>
            <p:cNvPr id="1106" name="Google Shape;1415;p38"/>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107" name="Google Shape;1420;p39"/>
          <p:cNvGrpSpPr/>
          <p:nvPr/>
        </p:nvGrpSpPr>
        <p:grpSpPr>
          <a:xfrm>
            <a:off x="194760" y="98640"/>
            <a:ext cx="8515440" cy="552600"/>
            <a:chOff x="194760" y="98640"/>
            <a:chExt cx="8515440" cy="552600"/>
          </a:xfrm>
        </p:grpSpPr>
        <p:sp>
          <p:nvSpPr>
            <p:cNvPr id="1108" name="Google Shape;1421;p39"/>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想定成果物（</a:t>
              </a:r>
              <a:r>
                <a:rPr b="1" lang="en-US" sz="1600" spc="-1" strike="noStrike">
                  <a:solidFill>
                    <a:srgbClr val="000000"/>
                  </a:solidFill>
                  <a:latin typeface="Noto Sans JP"/>
                  <a:ea typeface="Noto Sans JP"/>
                </a:rPr>
                <a:t>1/2</a:t>
              </a:r>
              <a:r>
                <a:rPr b="1" lang="zh-CN" sz="1600" spc="-1" strike="noStrike">
                  <a:solidFill>
                    <a:srgbClr val="000000"/>
                  </a:solidFill>
                  <a:latin typeface="Noto Sans JP"/>
                  <a:ea typeface="Noto Sans JP"/>
                </a:rPr>
                <a:t>）</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109" name="Google Shape;1422;p39"/>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graphicFrame>
        <p:nvGraphicFramePr>
          <p:cNvPr id="1110" name="Google Shape;1423;p39"/>
          <p:cNvGraphicFramePr/>
          <p:nvPr/>
        </p:nvGraphicFramePr>
        <p:xfrm>
          <a:off x="470520" y="778680"/>
          <a:ext cx="8203320" cy="3771360"/>
        </p:xfrm>
        <a:graphic>
          <a:graphicData uri="http://schemas.openxmlformats.org/drawingml/2006/table">
            <a:tbl>
              <a:tblPr/>
              <a:tblGrid>
                <a:gridCol w="1984320"/>
                <a:gridCol w="3607920"/>
                <a:gridCol w="2611440"/>
              </a:tblGrid>
              <a:tr h="304200">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対応タスク</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想定成果物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t">
                      <a:noAutofit/>
                    </a:bodyPr>
                    <a:p>
                      <a:pPr algn="ctr">
                        <a:lnSpc>
                          <a:spcPct val="100000"/>
                        </a:lnSpc>
                        <a:buNone/>
                        <a:tabLst>
                          <a:tab algn="l" pos="0"/>
                        </a:tabLst>
                      </a:pPr>
                      <a:r>
                        <a:rPr b="1" lang="zh-CN" sz="800" spc="-1" strike="noStrike">
                          <a:solidFill>
                            <a:srgbClr val="f7f7f7"/>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304200">
                <a:tc rowSpan="5">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要件定義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機能要件一覧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URS</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画面一覧</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画面遷移図</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対象外（プロトタイプで代替）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非機能要件定義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rowSpan="3">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UIUX</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プロトタイプ</a:t>
                      </a:r>
                      <a:r>
                        <a:rPr b="0" lang="en-US" sz="800" spc="-1" strike="noStrike">
                          <a:solidFill>
                            <a:srgbClr val="000000"/>
                          </a:solidFill>
                          <a:latin typeface="Noto Sans JP"/>
                          <a:ea typeface="Noto Sans JP"/>
                        </a:rPr>
                        <a:t>UI</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画面仕様書（</a:t>
                      </a:r>
                      <a:r>
                        <a:rPr b="0" lang="en-US" sz="800" spc="-1" strike="noStrike">
                          <a:solidFill>
                            <a:srgbClr val="000000"/>
                          </a:solidFill>
                          <a:latin typeface="Noto Sans JP"/>
                          <a:ea typeface="Noto Sans JP"/>
                        </a:rPr>
                        <a:t>Screen Specification</a:t>
                      </a:r>
                      <a:r>
                        <a:rPr b="0" lang="zh-CN" sz="800" spc="-1" strike="noStrike">
                          <a:solidFill>
                            <a:srgbClr val="000000"/>
                          </a:solidFill>
                          <a:latin typeface="Noto Sans JP"/>
                          <a:ea typeface="Noto Sans JP"/>
                        </a:rPr>
                        <a:t>）</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figma</a:t>
                      </a:r>
                      <a:r>
                        <a:rPr b="0" lang="zh-CN" sz="800" spc="-1" strike="noStrike">
                          <a:solidFill>
                            <a:srgbClr val="000000"/>
                          </a:solidFill>
                          <a:latin typeface="Noto Sans JP"/>
                          <a:ea typeface="Noto Sans JP"/>
                        </a:rPr>
                        <a:t>にて代替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デザインカンプ</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5520">
                <a:tc rowSpan="3">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詳細設計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画面詳細設計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雛形の画面設計書を利用</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API</a:t>
                      </a:r>
                      <a:r>
                        <a:rPr b="0" lang="zh-CN" sz="800" spc="-1" strike="noStrike">
                          <a:solidFill>
                            <a:srgbClr val="000000"/>
                          </a:solidFill>
                          <a:latin typeface="Noto Sans JP"/>
                          <a:ea typeface="Noto Sans JP"/>
                        </a:rPr>
                        <a:t>詳細設計</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対象外（</a:t>
                      </a:r>
                      <a:r>
                        <a:rPr b="0" lang="en-US" sz="800" spc="-1" strike="noStrike">
                          <a:solidFill>
                            <a:srgbClr val="000000"/>
                          </a:solidFill>
                          <a:latin typeface="Noto Sans JP"/>
                          <a:ea typeface="Noto Sans JP"/>
                        </a:rPr>
                        <a:t>Swagger</a:t>
                      </a:r>
                      <a:r>
                        <a:rPr b="0" lang="zh-CN" sz="800" spc="-1" strike="noStrike">
                          <a:solidFill>
                            <a:srgbClr val="000000"/>
                          </a:solidFill>
                          <a:latin typeface="Noto Sans JP"/>
                          <a:ea typeface="Noto Sans JP"/>
                        </a:rPr>
                        <a:t>にて代替）</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4200">
                <a:tc vMerge="1">
                  <a:tcPr anchor="t" marL="90000" marR="90000">
                    <a:lnL>
                      <a:noFill/>
                    </a:lnL>
                    <a:lnR>
                      <a:noFill/>
                    </a:lnR>
                    <a:lnT>
                      <a:noFill/>
                    </a:lnT>
                    <a:lnB>
                      <a:noFill/>
                    </a:lnB>
                    <a:solidFill>
                      <a:srgbClr val="729fcf"/>
                    </a:solidFill>
                  </a:tcPr>
                </a:tc>
                <a:tc>
                  <a:txBody>
                    <a:bodyPr lIns="90720" rIns="90720" anchor="t">
                      <a:noAutofit/>
                    </a:bodyPr>
                    <a:p>
                      <a:pPr>
                        <a:lnSpc>
                          <a:spcPct val="100000"/>
                        </a:lnSpc>
                        <a:buNone/>
                        <a:tabLst>
                          <a:tab algn="l" pos="0"/>
                        </a:tabLst>
                      </a:pPr>
                      <a:r>
                        <a:rPr b="0" lang="en-US" sz="800" spc="-1" strike="noStrike">
                          <a:solidFill>
                            <a:srgbClr val="000000"/>
                          </a:solidFill>
                          <a:latin typeface="Noto Sans JP"/>
                          <a:ea typeface="Noto Sans JP"/>
                        </a:rPr>
                        <a:t>DB</a:t>
                      </a:r>
                      <a:r>
                        <a:rPr b="0" lang="zh-CN" sz="800" spc="-1" strike="noStrike">
                          <a:solidFill>
                            <a:srgbClr val="000000"/>
                          </a:solidFill>
                          <a:latin typeface="Noto Sans JP"/>
                          <a:ea typeface="Noto Sans JP"/>
                        </a:rPr>
                        <a:t>定義</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t">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ERD</a:t>
                      </a:r>
                      <a:r>
                        <a:rPr b="0" lang="zh-CN" sz="800" spc="-1" strike="noStrike">
                          <a:solidFill>
                            <a:srgbClr val="000000"/>
                          </a:solidFill>
                          <a:latin typeface="Noto Sans JP"/>
                          <a:ea typeface="Noto Sans JP"/>
                        </a:rPr>
                        <a:t>にて対応想定）</a:t>
                      </a:r>
                      <a:endParaRPr b="0" lang="en-US" sz="800" spc="-1" strike="noStrike">
                        <a:latin typeface="Arial"/>
                      </a:endParaRPr>
                    </a:p>
                  </a:txBody>
                  <a:tcPr anchor="t"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7f7"/>
        </a:solidFill>
      </p:bgPr>
    </p:bg>
    <p:spTree>
      <p:nvGrpSpPr>
        <p:cNvPr id="1" name=""/>
        <p:cNvGrpSpPr/>
        <p:nvPr/>
      </p:nvGrpSpPr>
      <p:grpSpPr>
        <a:xfrm>
          <a:off x="0" y="0"/>
          <a:ext cx="0" cy="0"/>
          <a:chOff x="0" y="0"/>
          <a:chExt cx="0" cy="0"/>
        </a:xfrm>
      </p:grpSpPr>
      <p:grpSp>
        <p:nvGrpSpPr>
          <p:cNvPr id="1111" name="Google Shape;1428;p40"/>
          <p:cNvGrpSpPr/>
          <p:nvPr/>
        </p:nvGrpSpPr>
        <p:grpSpPr>
          <a:xfrm>
            <a:off x="194760" y="98640"/>
            <a:ext cx="8515440" cy="552600"/>
            <a:chOff x="194760" y="98640"/>
            <a:chExt cx="8515440" cy="552600"/>
          </a:xfrm>
        </p:grpSpPr>
        <p:sp>
          <p:nvSpPr>
            <p:cNvPr id="1112" name="Google Shape;1429;p40"/>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想定成果物（</a:t>
              </a:r>
              <a:r>
                <a:rPr b="1" lang="en-US" sz="1600" spc="-1" strike="noStrike">
                  <a:solidFill>
                    <a:srgbClr val="000000"/>
                  </a:solidFill>
                  <a:latin typeface="Noto Sans JP"/>
                  <a:ea typeface="Noto Sans JP"/>
                </a:rPr>
                <a:t>2/2</a:t>
              </a:r>
              <a:r>
                <a:rPr b="1" lang="zh-CN" sz="1600" spc="-1" strike="noStrike">
                  <a:solidFill>
                    <a:srgbClr val="000000"/>
                  </a:solidFill>
                  <a:latin typeface="Noto Sans JP"/>
                  <a:ea typeface="Noto Sans JP"/>
                </a:rPr>
                <a:t>）</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113" name="Google Shape;1430;p40"/>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Expected Output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想定作成物</a:t>
              </a:r>
              <a:endParaRPr b="0" lang="en-US" sz="800" spc="-1" strike="noStrike">
                <a:latin typeface="Arial"/>
              </a:endParaRPr>
            </a:p>
          </p:txBody>
        </p:sp>
      </p:grpSp>
      <p:graphicFrame>
        <p:nvGraphicFramePr>
          <p:cNvPr id="1114" name="Google Shape;1431;p40"/>
          <p:cNvGraphicFramePr/>
          <p:nvPr/>
        </p:nvGraphicFramePr>
        <p:xfrm>
          <a:off x="470520" y="778680"/>
          <a:ext cx="8118000" cy="3816720"/>
        </p:xfrm>
        <a:graphic>
          <a:graphicData uri="http://schemas.openxmlformats.org/drawingml/2006/table">
            <a:tbl>
              <a:tblPr/>
              <a:tblGrid>
                <a:gridCol w="1862640"/>
                <a:gridCol w="3015000"/>
                <a:gridCol w="3240720"/>
              </a:tblGrid>
              <a:tr h="304200">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対応タスク</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想定成果物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c>
                  <a:txBody>
                    <a:bodyPr lIns="90720" rIns="90720" anchor="ctr">
                      <a:noAutofit/>
                    </a:bodyPr>
                    <a:p>
                      <a:pPr algn="ctr">
                        <a:lnSpc>
                          <a:spcPct val="100000"/>
                        </a:lnSpc>
                        <a:buNone/>
                        <a:tabLst>
                          <a:tab algn="l" pos="0"/>
                        </a:tabLst>
                      </a:pPr>
                      <a:r>
                        <a:rPr b="1" lang="zh-CN" sz="800" spc="-1" strike="noStrike">
                          <a:solidFill>
                            <a:srgbClr val="f7f7f7"/>
                          </a:solidFill>
                          <a:latin typeface="Noto Sans JP"/>
                          <a:ea typeface="Noto Sans JP"/>
                        </a:rPr>
                        <a:t>対象</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d3b03a"/>
                    </a:solidFill>
                  </a:tcPr>
                </a:tc>
              </a:tr>
              <a:tr h="275400">
                <a:tc rowSpan="3">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QA</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テスト計画書</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テスト仕様書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54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テスト実行レポート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54756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品質評価レポート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a:t>
                      </a:r>
                      <a:r>
                        <a:rPr b="0" lang="en-US" sz="800" spc="-1" strike="noStrike">
                          <a:solidFill>
                            <a:srgbClr val="000000"/>
                          </a:solidFill>
                          <a:latin typeface="Noto Sans JP"/>
                          <a:ea typeface="Noto Sans JP"/>
                        </a:rPr>
                        <a:t>PAO</a:t>
                      </a:r>
                      <a:r>
                        <a:rPr b="0" lang="zh-CN" sz="800" spc="-1" strike="noStrike">
                          <a:solidFill>
                            <a:srgbClr val="000000"/>
                          </a:solidFill>
                          <a:latin typeface="Noto Sans JP"/>
                          <a:ea typeface="Noto Sans JP"/>
                        </a:rPr>
                        <a:t>にて品質管理実施をする）</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8124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運用マニュアル</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システム運用マニュアル（</a:t>
                      </a:r>
                      <a:r>
                        <a:rPr b="0" lang="en-US" sz="800" spc="-1" strike="noStrike">
                          <a:solidFill>
                            <a:srgbClr val="000000"/>
                          </a:solidFill>
                          <a:latin typeface="Noto Sans JP"/>
                          <a:ea typeface="Noto Sans JP"/>
                        </a:rPr>
                        <a:t>ID</a:t>
                      </a:r>
                      <a:r>
                        <a:rPr b="0" lang="zh-CN" sz="800" spc="-1" strike="noStrike">
                          <a:solidFill>
                            <a:srgbClr val="000000"/>
                          </a:solidFill>
                          <a:latin typeface="Noto Sans JP"/>
                          <a:ea typeface="Noto Sans JP"/>
                        </a:rPr>
                        <a:t>管理、ログ取得、</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AWS</a:t>
                      </a:r>
                      <a:r>
                        <a:rPr b="0" lang="zh-CN" sz="800" spc="-1" strike="noStrike">
                          <a:solidFill>
                            <a:srgbClr val="000000"/>
                          </a:solidFill>
                          <a:latin typeface="Noto Sans JP"/>
                          <a:ea typeface="Noto Sans JP"/>
                        </a:rPr>
                        <a:t>変更調査、など）</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要相談</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Phase1</a:t>
                      </a:r>
                      <a:r>
                        <a:rPr b="0" lang="zh-CN" sz="800" spc="-1" strike="noStrike">
                          <a:solidFill>
                            <a:srgbClr val="000000"/>
                          </a:solidFill>
                          <a:latin typeface="Noto Sans JP"/>
                          <a:ea typeface="Noto Sans JP"/>
                        </a:rPr>
                        <a:t>の期間内での対応が難しいため</a:t>
                      </a:r>
                      <a:r>
                        <a:rPr b="0" lang="en-US" sz="800" spc="-1" strike="noStrike">
                          <a:solidFill>
                            <a:srgbClr val="000000"/>
                          </a:solidFill>
                          <a:latin typeface="Noto Sans JP"/>
                          <a:ea typeface="Noto Sans JP"/>
                        </a:rPr>
                        <a:t>Phase2</a:t>
                      </a:r>
                      <a:r>
                        <a:rPr b="0" lang="zh-CN" sz="800" spc="-1" strike="noStrike">
                          <a:solidFill>
                            <a:srgbClr val="000000"/>
                          </a:solidFill>
                          <a:latin typeface="Noto Sans JP"/>
                          <a:ea typeface="Noto Sans JP"/>
                        </a:rPr>
                        <a:t>以降とできるか。</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564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en-US" sz="800" spc="-1" strike="noStrike">
                          <a:solidFill>
                            <a:srgbClr val="000000"/>
                          </a:solidFill>
                          <a:latin typeface="Noto Sans JP"/>
                          <a:ea typeface="Noto Sans JP"/>
                        </a:rPr>
                        <a:t>AWS</a:t>
                      </a:r>
                      <a:r>
                        <a:rPr b="0" lang="zh-CN" sz="800" spc="-1" strike="noStrike">
                          <a:solidFill>
                            <a:srgbClr val="000000"/>
                          </a:solidFill>
                          <a:latin typeface="Noto Sans JP"/>
                          <a:ea typeface="Noto Sans JP"/>
                        </a:rPr>
                        <a:t>パラメータ設定書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420120">
                <a:tc>
                  <a:txBody>
                    <a:bodyPr lIns="90720" rIns="90720" anchor="ctr">
                      <a:noAutofit/>
                    </a:bodyPr>
                    <a:p>
                      <a:pPr algn="ctr">
                        <a:lnSpc>
                          <a:spcPct val="100000"/>
                        </a:lnSpc>
                        <a:buNone/>
                        <a:tabLst>
                          <a:tab algn="l" pos="0"/>
                        </a:tabLst>
                      </a:pPr>
                      <a:r>
                        <a:rPr b="1" lang="en-US" sz="800" spc="-1" strike="noStrike">
                          <a:solidFill>
                            <a:srgbClr val="000000"/>
                          </a:solidFill>
                          <a:latin typeface="Noto Sans JP"/>
                          <a:ea typeface="Noto Sans JP"/>
                        </a:rPr>
                        <a:t>UAT</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en-US" sz="800" spc="-1" strike="noStrike">
                          <a:solidFill>
                            <a:srgbClr val="000000"/>
                          </a:solidFill>
                          <a:latin typeface="Noto Sans JP"/>
                          <a:ea typeface="Noto Sans JP"/>
                        </a:rPr>
                        <a:t>UAT</a:t>
                      </a:r>
                      <a:r>
                        <a:rPr b="0" lang="zh-CN" sz="800" spc="-1" strike="noStrike">
                          <a:solidFill>
                            <a:srgbClr val="000000"/>
                          </a:solidFill>
                          <a:latin typeface="Noto Sans JP"/>
                          <a:ea typeface="Noto Sans JP"/>
                        </a:rPr>
                        <a:t>実施レポート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対象外（貴社にて対応想定）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540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脆弱診断</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脆弱性診断レポート</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対象外（貴社にて実施想定）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0600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修正結果報告</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対象外（貴社にて実施想定）</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396000">
                <a:tc rowSpan="2">
                  <a:txBody>
                    <a:bodyPr lIns="90720" rIns="90720" anchor="ctr">
                      <a:noAutofit/>
                    </a:bodyPr>
                    <a:p>
                      <a:pPr algn="ctr">
                        <a:lnSpc>
                          <a:spcPct val="100000"/>
                        </a:lnSpc>
                        <a:buNone/>
                        <a:tabLst>
                          <a:tab algn="l" pos="0"/>
                        </a:tabLst>
                      </a:pPr>
                      <a:r>
                        <a:rPr b="1" lang="zh-CN" sz="800" spc="-1" strike="noStrike">
                          <a:solidFill>
                            <a:srgbClr val="000000"/>
                          </a:solidFill>
                          <a:latin typeface="Noto Sans JP"/>
                          <a:ea typeface="Noto Sans JP"/>
                        </a:rPr>
                        <a:t>リリース</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リリース実施計画書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Sun*</a:t>
                      </a:r>
                      <a:r>
                        <a:rPr b="0" lang="zh-CN" sz="800" spc="-1" strike="noStrike">
                          <a:solidFill>
                            <a:srgbClr val="000000"/>
                          </a:solidFill>
                          <a:latin typeface="Noto Sans JP"/>
                          <a:ea typeface="Noto Sans JP"/>
                        </a:rPr>
                        <a:t>の雛形にて対応）</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r h="279360">
                <a:tc vMerge="1">
                  <a:tcPr anchor="t" marL="90000" marR="90000">
                    <a:lnL>
                      <a:noFill/>
                    </a:lnL>
                    <a:lnR>
                      <a:noFill/>
                    </a:lnR>
                    <a:lnT>
                      <a:noFill/>
                    </a:lnT>
                    <a:lnB>
                      <a:noFill/>
                    </a:lnB>
                    <a:solidFill>
                      <a:srgbClr val="729fc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最終リリース報告書</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c>
                  <a:txBody>
                    <a:bodyPr lIns="90720" rIns="90720" anchor="ctr">
                      <a:noAutofit/>
                    </a:bodyPr>
                    <a:p>
                      <a:pPr>
                        <a:lnSpc>
                          <a:spcPct val="100000"/>
                        </a:lnSpc>
                        <a:buNone/>
                        <a:tabLst>
                          <a:tab algn="l" pos="0"/>
                        </a:tabLst>
                      </a:pPr>
                      <a:r>
                        <a:rPr b="0" lang="zh-CN" sz="800" spc="-1" strike="noStrike">
                          <a:solidFill>
                            <a:srgbClr val="000000"/>
                          </a:solidFill>
                          <a:latin typeface="Noto Sans JP"/>
                          <a:ea typeface="Noto Sans JP"/>
                        </a:rPr>
                        <a:t>対象外（要望によって要検討）</a:t>
                      </a:r>
                      <a:endParaRPr b="0" lang="en-US" sz="800" spc="-1" strike="noStrike">
                        <a:latin typeface="Arial"/>
                      </a:endParaRPr>
                    </a:p>
                  </a:txBody>
                  <a:tcPr anchor="ctr" marL="90720" marR="90720">
                    <a:lnL w="9360">
                      <a:solidFill>
                        <a:srgbClr val="9e9e9e"/>
                      </a:solidFill>
                    </a:lnL>
                    <a:lnR w="9360">
                      <a:solidFill>
                        <a:srgbClr val="9e9e9e"/>
                      </a:solidFill>
                    </a:lnR>
                    <a:lnT w="9360">
                      <a:solidFill>
                        <a:srgbClr val="9e9e9e"/>
                      </a:solidFill>
                    </a:lnT>
                    <a:lnB w="9360">
                      <a:solidFill>
                        <a:srgbClr val="9e9e9e"/>
                      </a:solidFill>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Google Shape;1436;p41"/>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Implementation Schedule</a:t>
            </a:r>
            <a:endParaRPr b="0" lang="en-US" sz="2600" spc="-1" strike="noStrike">
              <a:latin typeface="Arial"/>
            </a:endParaRPr>
          </a:p>
        </p:txBody>
      </p:sp>
      <p:sp>
        <p:nvSpPr>
          <p:cNvPr id="1116" name="Google Shape;1437;p41"/>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実施スケジュール</a:t>
            </a:r>
            <a:endParaRPr b="0" lang="en-US" sz="1600" spc="-1" strike="noStrike">
              <a:latin typeface="Arial"/>
            </a:endParaRPr>
          </a:p>
        </p:txBody>
      </p:sp>
      <p:sp>
        <p:nvSpPr>
          <p:cNvPr id="1117" name="Google Shape;1438;p41"/>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Kế hoạch thực hiện</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8" name="Google Shape;1443;p42"/>
          <p:cNvSpPr/>
          <p:nvPr/>
        </p:nvSpPr>
        <p:spPr>
          <a:xfrm>
            <a:off x="0" y="0"/>
            <a:ext cx="9142200" cy="725760"/>
          </a:xfrm>
          <a:prstGeom prst="rect">
            <a:avLst/>
          </a:prstGeom>
          <a:solidFill>
            <a:schemeClr val="lt2"/>
          </a:solidFill>
          <a:ln w="0">
            <a:noFill/>
          </a:ln>
        </p:spPr>
        <p:style>
          <a:lnRef idx="0"/>
          <a:fillRef idx="0"/>
          <a:effectRef idx="0"/>
          <a:fontRef idx="minor"/>
        </p:style>
      </p:sp>
      <p:sp>
        <p:nvSpPr>
          <p:cNvPr id="1119" name="Google Shape;1444;p42"/>
          <p:cNvSpPr/>
          <p:nvPr/>
        </p:nvSpPr>
        <p:spPr>
          <a:xfrm>
            <a:off x="4353840" y="979560"/>
            <a:ext cx="2881080" cy="272520"/>
          </a:xfrm>
          <a:prstGeom prst="rect">
            <a:avLst/>
          </a:prstGeom>
          <a:noFill/>
          <a:ln w="0">
            <a:noFill/>
          </a:ln>
        </p:spPr>
        <p:style>
          <a:lnRef idx="0"/>
          <a:fillRef idx="0"/>
          <a:effectRef idx="0"/>
          <a:fontRef idx="minor"/>
        </p:style>
      </p:sp>
      <p:sp>
        <p:nvSpPr>
          <p:cNvPr id="1120" name="Google Shape;1445;p42"/>
          <p:cNvSpPr/>
          <p:nvPr/>
        </p:nvSpPr>
        <p:spPr>
          <a:xfrm>
            <a:off x="2598480" y="984240"/>
            <a:ext cx="1735920" cy="251280"/>
          </a:xfrm>
          <a:prstGeom prst="rect">
            <a:avLst/>
          </a:prstGeom>
          <a:noFill/>
          <a:ln w="0">
            <a:noFill/>
          </a:ln>
        </p:spPr>
        <p:style>
          <a:lnRef idx="0"/>
          <a:fillRef idx="0"/>
          <a:effectRef idx="0"/>
          <a:fontRef idx="minor"/>
        </p:style>
      </p:sp>
      <p:sp>
        <p:nvSpPr>
          <p:cNvPr id="1121" name="Google Shape;1446;p42"/>
          <p:cNvSpPr/>
          <p:nvPr/>
        </p:nvSpPr>
        <p:spPr>
          <a:xfrm>
            <a:off x="1421280" y="984240"/>
            <a:ext cx="1157400" cy="251280"/>
          </a:xfrm>
          <a:prstGeom prst="rect">
            <a:avLst/>
          </a:prstGeom>
          <a:noFill/>
          <a:ln w="0">
            <a:noFill/>
          </a:ln>
        </p:spPr>
        <p:style>
          <a:lnRef idx="0"/>
          <a:fillRef idx="0"/>
          <a:effectRef idx="0"/>
          <a:fontRef idx="minor"/>
        </p:style>
      </p:sp>
      <p:grpSp>
        <p:nvGrpSpPr>
          <p:cNvPr id="1122" name="Google Shape;1447;p42"/>
          <p:cNvGrpSpPr/>
          <p:nvPr/>
        </p:nvGrpSpPr>
        <p:grpSpPr>
          <a:xfrm>
            <a:off x="194760" y="98640"/>
            <a:ext cx="8515440" cy="552600"/>
            <a:chOff x="194760" y="98640"/>
            <a:chExt cx="8515440" cy="552600"/>
          </a:xfrm>
        </p:grpSpPr>
        <p:sp>
          <p:nvSpPr>
            <p:cNvPr id="1123" name="Google Shape;1448;p42"/>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en-US" sz="1600" spc="-1" strike="noStrike">
                  <a:solidFill>
                    <a:srgbClr val="000000"/>
                  </a:solidFill>
                  <a:latin typeface="Noto Sans JP"/>
                  <a:ea typeface="Noto Sans JP"/>
                </a:rPr>
                <a:t>Milestone and KPIs</a:t>
              </a:r>
              <a:endParaRPr b="0" lang="en-US" sz="1600" spc="-1" strike="noStrike">
                <a:latin typeface="Arial"/>
              </a:endParaRPr>
            </a:p>
          </p:txBody>
        </p:sp>
        <p:sp>
          <p:nvSpPr>
            <p:cNvPr id="1124" name="Google Shape;1449;p42"/>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Project Milestone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マイルストーンと</a:t>
              </a:r>
              <a:r>
                <a:rPr b="1" lang="en-US" sz="800" spc="-1" strike="noStrike">
                  <a:solidFill>
                    <a:srgbClr val="ff2200"/>
                  </a:solidFill>
                  <a:latin typeface="Noto Sans JP"/>
                  <a:ea typeface="Noto Sans JP"/>
                </a:rPr>
                <a:t>KPI</a:t>
              </a:r>
              <a:endParaRPr b="0" lang="en-US" sz="800" spc="-1" strike="noStrike">
                <a:latin typeface="Arial"/>
              </a:endParaRPr>
            </a:p>
          </p:txBody>
        </p:sp>
      </p:grpSp>
      <p:sp>
        <p:nvSpPr>
          <p:cNvPr id="1125" name="Google Shape;1450;p42"/>
          <p:cNvSpPr/>
          <p:nvPr/>
        </p:nvSpPr>
        <p:spPr>
          <a:xfrm>
            <a:off x="6182280" y="4803840"/>
            <a:ext cx="2472840" cy="315360"/>
          </a:xfrm>
          <a:prstGeom prst="rect">
            <a:avLst/>
          </a:prstGeom>
          <a:noFill/>
          <a:ln w="0">
            <a:noFill/>
          </a:ln>
        </p:spPr>
        <p:style>
          <a:lnRef idx="0"/>
          <a:fillRef idx="0"/>
          <a:effectRef idx="0"/>
          <a:fontRef idx="minor"/>
        </p:style>
        <p:txBody>
          <a:bodyPr lIns="0" rIns="0" tIns="0" bIns="0" anchor="ctr">
            <a:noAutofit/>
          </a:bodyPr>
          <a:p>
            <a:pPr algn="r">
              <a:lnSpc>
                <a:spcPct val="137000"/>
              </a:lnSpc>
              <a:buNone/>
              <a:tabLst>
                <a:tab algn="l" pos="0"/>
              </a:tabLst>
            </a:pPr>
            <a:r>
              <a:rPr b="0" lang="en-US" sz="600" spc="-1" strike="noStrike">
                <a:solidFill>
                  <a:srgbClr val="999999"/>
                </a:solidFill>
                <a:latin typeface="Noto Sans"/>
                <a:ea typeface="Noto Sans"/>
              </a:rPr>
              <a:t>© 2025 Sun* Inc.   |  </a:t>
            </a:r>
            <a:r>
              <a:rPr b="0" lang="zh-CN" sz="600" spc="-1" strike="noStrike">
                <a:solidFill>
                  <a:srgbClr val="999999"/>
                </a:solidFill>
                <a:latin typeface="Noto Sans"/>
                <a:ea typeface="Noto Sans"/>
              </a:rPr>
              <a:t>株式会社 </a:t>
            </a:r>
            <a:r>
              <a:rPr b="0" lang="en-US" sz="600" spc="-1" strike="noStrike">
                <a:solidFill>
                  <a:srgbClr val="999999"/>
                </a:solidFill>
                <a:latin typeface="Noto Sans"/>
                <a:ea typeface="Noto Sans"/>
              </a:rPr>
              <a:t>Sun Asterisk</a:t>
            </a:r>
            <a:endParaRPr b="0" lang="en-US" sz="600" spc="-1" strike="noStrike">
              <a:latin typeface="Arial"/>
            </a:endParaRPr>
          </a:p>
        </p:txBody>
      </p:sp>
      <p:sp>
        <p:nvSpPr>
          <p:cNvPr id="1126" name="Google Shape;1451;p42"/>
          <p:cNvSpPr/>
          <p:nvPr/>
        </p:nvSpPr>
        <p:spPr>
          <a:xfrm>
            <a:off x="6697440" y="16434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27" name="Google Shape;1452;p42"/>
          <p:cNvSpPr/>
          <p:nvPr/>
        </p:nvSpPr>
        <p:spPr>
          <a:xfrm>
            <a:off x="7281720" y="16290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28" name="Google Shape;1453;p42"/>
          <p:cNvSpPr/>
          <p:nvPr/>
        </p:nvSpPr>
        <p:spPr>
          <a:xfrm>
            <a:off x="7880040" y="161424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29" name="Google Shape;1454;p42"/>
          <p:cNvSpPr/>
          <p:nvPr/>
        </p:nvSpPr>
        <p:spPr>
          <a:xfrm>
            <a:off x="8449920" y="16434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0" name="Google Shape;1455;p42"/>
          <p:cNvSpPr/>
          <p:nvPr/>
        </p:nvSpPr>
        <p:spPr>
          <a:xfrm>
            <a:off x="2533320" y="160704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1" name="Google Shape;1456;p42"/>
          <p:cNvSpPr/>
          <p:nvPr/>
        </p:nvSpPr>
        <p:spPr>
          <a:xfrm>
            <a:off x="1935000" y="16218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2" name="Google Shape;1457;p42"/>
          <p:cNvSpPr/>
          <p:nvPr/>
        </p:nvSpPr>
        <p:spPr>
          <a:xfrm>
            <a:off x="4307760" y="161424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3" name="Google Shape;1458;p42"/>
          <p:cNvSpPr/>
          <p:nvPr/>
        </p:nvSpPr>
        <p:spPr>
          <a:xfrm>
            <a:off x="3709440" y="16290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4" name="Google Shape;1459;p42"/>
          <p:cNvSpPr/>
          <p:nvPr/>
        </p:nvSpPr>
        <p:spPr>
          <a:xfrm>
            <a:off x="3124800" y="16434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5" name="Google Shape;1460;p42"/>
          <p:cNvSpPr/>
          <p:nvPr/>
        </p:nvSpPr>
        <p:spPr>
          <a:xfrm>
            <a:off x="6105600" y="160704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6" name="Google Shape;1461;p42"/>
          <p:cNvSpPr/>
          <p:nvPr/>
        </p:nvSpPr>
        <p:spPr>
          <a:xfrm>
            <a:off x="5514840" y="160056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7" name="Google Shape;1462;p42"/>
          <p:cNvSpPr/>
          <p:nvPr/>
        </p:nvSpPr>
        <p:spPr>
          <a:xfrm>
            <a:off x="4907880" y="1282320"/>
            <a:ext cx="360" cy="3317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8" name="Google Shape;1463;p42"/>
          <p:cNvSpPr/>
          <p:nvPr/>
        </p:nvSpPr>
        <p:spPr>
          <a:xfrm>
            <a:off x="1350720" y="16362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139" name="Google Shape;1464;p42"/>
          <p:cNvSpPr/>
          <p:nvPr/>
        </p:nvSpPr>
        <p:spPr>
          <a:xfrm>
            <a:off x="1375560" y="16783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140" name="Google Shape;1465;p42"/>
          <p:cNvSpPr/>
          <p:nvPr/>
        </p:nvSpPr>
        <p:spPr>
          <a:xfrm>
            <a:off x="1375560" y="1913760"/>
            <a:ext cx="7072560" cy="219600"/>
          </a:xfrm>
          <a:prstGeom prst="homePlate">
            <a:avLst>
              <a:gd name="adj" fmla="val 30843"/>
            </a:avLst>
          </a:prstGeom>
          <a:solidFill>
            <a:srgbClr val="ff2200"/>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141" name="Google Shape;1466;p42"/>
          <p:cNvSpPr/>
          <p:nvPr/>
        </p:nvSpPr>
        <p:spPr>
          <a:xfrm>
            <a:off x="363960" y="1913760"/>
            <a:ext cx="947880" cy="219600"/>
          </a:xfrm>
          <a:prstGeom prst="rect">
            <a:avLst/>
          </a:prstGeom>
          <a:solidFill>
            <a:srgbClr val="ff2200"/>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142" name="Google Shape;1467;p42"/>
          <p:cNvSpPr/>
          <p:nvPr/>
        </p:nvSpPr>
        <p:spPr>
          <a:xfrm flipH="1" rot="10800000">
            <a:off x="1317960" y="1602360"/>
            <a:ext cx="7328160" cy="468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143" name="Google Shape;1468;p42"/>
          <p:cNvSpPr/>
          <p:nvPr/>
        </p:nvSpPr>
        <p:spPr>
          <a:xfrm>
            <a:off x="1109880" y="849960"/>
            <a:ext cx="500400" cy="315000"/>
          </a:xfrm>
          <a:prstGeom prst="rect">
            <a:avLst/>
          </a:prstGeom>
          <a:noFill/>
          <a:ln w="0">
            <a:noFill/>
          </a:ln>
        </p:spPr>
        <p:style>
          <a:lnRef idx="0"/>
          <a:fillRef idx="0"/>
          <a:effectRef idx="0"/>
          <a:fontRef idx="minor"/>
        </p:style>
        <p:txBody>
          <a:bodyPr lIns="0" rIns="0" tIns="0" bIns="0" anchor="t">
            <a:spAutoFit/>
          </a:bodyPr>
          <a:p>
            <a:pPr algn="r">
              <a:lnSpc>
                <a:spcPct val="115000"/>
              </a:lnSpc>
              <a:buNone/>
              <a:tabLst>
                <a:tab algn="l" pos="0"/>
              </a:tabLst>
            </a:pPr>
            <a:r>
              <a:rPr b="1" lang="en-US" sz="900" spc="-1" strike="noStrike">
                <a:solidFill>
                  <a:srgbClr val="ff2200"/>
                </a:solidFill>
                <a:latin typeface="Noto Sans JP"/>
                <a:ea typeface="Noto Sans JP"/>
              </a:rPr>
              <a:t>PJ</a:t>
            </a:r>
            <a:r>
              <a:rPr b="1" lang="zh-CN" sz="900" spc="-1" strike="noStrike">
                <a:solidFill>
                  <a:srgbClr val="ff2200"/>
                </a:solidFill>
                <a:latin typeface="Noto Sans JP"/>
                <a:ea typeface="Noto Sans JP"/>
              </a:rPr>
              <a:t>開始</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44" name="Google Shape;1469;p42"/>
          <p:cNvGrpSpPr/>
          <p:nvPr/>
        </p:nvGrpSpPr>
        <p:grpSpPr>
          <a:xfrm>
            <a:off x="1328040" y="1037520"/>
            <a:ext cx="64080" cy="596880"/>
            <a:chOff x="1328040" y="1037520"/>
            <a:chExt cx="64080" cy="596880"/>
          </a:xfrm>
        </p:grpSpPr>
        <p:sp>
          <p:nvSpPr>
            <p:cNvPr id="1145" name="Google Shape;1470;p42"/>
            <p:cNvSpPr/>
            <p:nvPr/>
          </p:nvSpPr>
          <p:spPr>
            <a:xfrm flipH="1">
              <a:off x="1357560" y="10375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46" name="Google Shape;1471;p42"/>
            <p:cNvSpPr/>
            <p:nvPr/>
          </p:nvSpPr>
          <p:spPr>
            <a:xfrm>
              <a:off x="1328040" y="1570320"/>
              <a:ext cx="64080" cy="64080"/>
            </a:xfrm>
            <a:prstGeom prst="ellipse">
              <a:avLst/>
            </a:prstGeom>
            <a:solidFill>
              <a:srgbClr val="ff2200"/>
            </a:solidFill>
            <a:ln w="9525">
              <a:solidFill>
                <a:srgbClr val="ff2200"/>
              </a:solidFill>
              <a:round/>
            </a:ln>
          </p:spPr>
          <p:style>
            <a:lnRef idx="0"/>
            <a:fillRef idx="0"/>
            <a:effectRef idx="0"/>
            <a:fontRef idx="minor"/>
          </p:style>
        </p:sp>
      </p:grpSp>
      <p:sp>
        <p:nvSpPr>
          <p:cNvPr id="1147" name="Google Shape;1472;p42"/>
          <p:cNvSpPr/>
          <p:nvPr/>
        </p:nvSpPr>
        <p:spPr>
          <a:xfrm>
            <a:off x="363960" y="3697200"/>
            <a:ext cx="947880" cy="902880"/>
          </a:xfrm>
          <a:prstGeom prst="rect">
            <a:avLst/>
          </a:prstGeom>
          <a:solidFill>
            <a:srgbClr val="ede7de"/>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b69256"/>
                </a:solidFill>
                <a:latin typeface="Noto Sans JP"/>
                <a:ea typeface="Noto Sans JP"/>
              </a:rPr>
              <a:t>System Milestone</a:t>
            </a:r>
            <a:endParaRPr b="0" lang="en-US" sz="700" spc="-1" strike="noStrike">
              <a:latin typeface="Arial"/>
            </a:endParaRPr>
          </a:p>
        </p:txBody>
      </p:sp>
      <p:sp>
        <p:nvSpPr>
          <p:cNvPr id="1148" name="Google Shape;1473;p42"/>
          <p:cNvSpPr/>
          <p:nvPr/>
        </p:nvSpPr>
        <p:spPr>
          <a:xfrm>
            <a:off x="363960" y="2186640"/>
            <a:ext cx="947880" cy="999720"/>
          </a:xfrm>
          <a:prstGeom prst="rect">
            <a:avLst/>
          </a:prstGeom>
          <a:solidFill>
            <a:srgbClr val="fbe6e2"/>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 Milestone</a:t>
            </a:r>
            <a:endParaRPr b="0" lang="en-US" sz="700" spc="-1" strike="noStrike">
              <a:latin typeface="Arial"/>
            </a:endParaRPr>
          </a:p>
        </p:txBody>
      </p:sp>
      <p:sp>
        <p:nvSpPr>
          <p:cNvPr id="1149" name="Google Shape;1474;p42"/>
          <p:cNvSpPr/>
          <p:nvPr/>
        </p:nvSpPr>
        <p:spPr>
          <a:xfrm>
            <a:off x="331920" y="3639960"/>
            <a:ext cx="852696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150" name="Google Shape;1475;p42"/>
          <p:cNvSpPr/>
          <p:nvPr/>
        </p:nvSpPr>
        <p:spPr>
          <a:xfrm>
            <a:off x="4926240" y="13824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151" name="Google Shape;1476;p42"/>
          <p:cNvSpPr/>
          <p:nvPr/>
        </p:nvSpPr>
        <p:spPr>
          <a:xfrm>
            <a:off x="1954440" y="16783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152" name="Google Shape;1477;p42"/>
          <p:cNvSpPr/>
          <p:nvPr/>
        </p:nvSpPr>
        <p:spPr>
          <a:xfrm>
            <a:off x="2563920" y="16783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153" name="Google Shape;1478;p42"/>
          <p:cNvSpPr/>
          <p:nvPr/>
        </p:nvSpPr>
        <p:spPr>
          <a:xfrm>
            <a:off x="3173400" y="16783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154" name="Google Shape;1479;p42"/>
          <p:cNvSpPr/>
          <p:nvPr/>
        </p:nvSpPr>
        <p:spPr>
          <a:xfrm>
            <a:off x="373788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155" name="Google Shape;1480;p42"/>
          <p:cNvSpPr/>
          <p:nvPr/>
        </p:nvSpPr>
        <p:spPr>
          <a:xfrm>
            <a:off x="431640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156" name="Google Shape;1481;p42"/>
          <p:cNvSpPr/>
          <p:nvPr/>
        </p:nvSpPr>
        <p:spPr>
          <a:xfrm>
            <a:off x="492624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157" name="Google Shape;1482;p42"/>
          <p:cNvSpPr/>
          <p:nvPr/>
        </p:nvSpPr>
        <p:spPr>
          <a:xfrm>
            <a:off x="553572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158" name="Google Shape;1483;p42"/>
          <p:cNvSpPr/>
          <p:nvPr/>
        </p:nvSpPr>
        <p:spPr>
          <a:xfrm>
            <a:off x="609984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159" name="Google Shape;1484;p42"/>
          <p:cNvSpPr/>
          <p:nvPr/>
        </p:nvSpPr>
        <p:spPr>
          <a:xfrm>
            <a:off x="667872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160" name="Google Shape;1485;p42"/>
          <p:cNvSpPr/>
          <p:nvPr/>
        </p:nvSpPr>
        <p:spPr>
          <a:xfrm>
            <a:off x="728820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161" name="Google Shape;1486;p42"/>
          <p:cNvSpPr/>
          <p:nvPr/>
        </p:nvSpPr>
        <p:spPr>
          <a:xfrm>
            <a:off x="7898040" y="16729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162" name="Google Shape;1487;p42"/>
          <p:cNvSpPr/>
          <p:nvPr/>
        </p:nvSpPr>
        <p:spPr>
          <a:xfrm>
            <a:off x="7988040" y="849960"/>
            <a:ext cx="805320" cy="472680"/>
          </a:xfrm>
          <a:prstGeom prst="rect">
            <a:avLst/>
          </a:prstGeom>
          <a:noFill/>
          <a:ln w="0">
            <a:noFill/>
          </a:ln>
        </p:spPr>
        <p:style>
          <a:lnRef idx="0"/>
          <a:fillRef idx="0"/>
          <a:effectRef idx="0"/>
          <a:fontRef idx="minor"/>
        </p:style>
        <p:txBody>
          <a:bodyPr lIns="0" rIns="0" tIns="0" bIns="0" anchor="t">
            <a:spAutoFit/>
          </a:bodyPr>
          <a:p>
            <a:pPr algn="ctr">
              <a:lnSpc>
                <a:spcPct val="115000"/>
              </a:lnSpc>
              <a:buNone/>
              <a:tabLst>
                <a:tab algn="l" pos="0"/>
              </a:tabLst>
            </a:pPr>
            <a:r>
              <a:rPr b="1" lang="en-US" sz="900" spc="-1" strike="noStrike">
                <a:solidFill>
                  <a:srgbClr val="ff2200"/>
                </a:solidFill>
                <a:latin typeface="Noto Sans JP"/>
                <a:ea typeface="Noto Sans JP"/>
              </a:rPr>
              <a:t>1st Client</a:t>
            </a:r>
            <a:r>
              <a:rPr b="1" lang="zh-CN" sz="900" spc="-1" strike="noStrike">
                <a:solidFill>
                  <a:srgbClr val="ff2200"/>
                </a:solidFill>
                <a:latin typeface="Noto Sans JP"/>
                <a:ea typeface="Noto Sans JP"/>
              </a:rPr>
              <a:t>導入</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63" name="Google Shape;1488;p42"/>
          <p:cNvGrpSpPr/>
          <p:nvPr/>
        </p:nvGrpSpPr>
        <p:grpSpPr>
          <a:xfrm>
            <a:off x="8414640" y="1031760"/>
            <a:ext cx="64080" cy="596880"/>
            <a:chOff x="8414640" y="1031760"/>
            <a:chExt cx="64080" cy="596880"/>
          </a:xfrm>
        </p:grpSpPr>
        <p:sp>
          <p:nvSpPr>
            <p:cNvPr id="1164" name="Google Shape;1489;p42"/>
            <p:cNvSpPr/>
            <p:nvPr/>
          </p:nvSpPr>
          <p:spPr>
            <a:xfrm flipH="1">
              <a:off x="8444160" y="103176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65" name="Google Shape;1490;p42"/>
            <p:cNvSpPr/>
            <p:nvPr/>
          </p:nvSpPr>
          <p:spPr>
            <a:xfrm>
              <a:off x="8414640" y="1564560"/>
              <a:ext cx="64080" cy="64080"/>
            </a:xfrm>
            <a:prstGeom prst="ellipse">
              <a:avLst/>
            </a:prstGeom>
            <a:solidFill>
              <a:srgbClr val="ff2200"/>
            </a:solidFill>
            <a:ln w="9525">
              <a:solidFill>
                <a:srgbClr val="ff2200"/>
              </a:solidFill>
              <a:round/>
            </a:ln>
          </p:spPr>
          <p:style>
            <a:lnRef idx="0"/>
            <a:fillRef idx="0"/>
            <a:effectRef idx="0"/>
            <a:fontRef idx="minor"/>
          </p:style>
        </p:sp>
      </p:grpSp>
      <p:sp>
        <p:nvSpPr>
          <p:cNvPr id="1166" name="Google Shape;1491;p42"/>
          <p:cNvSpPr/>
          <p:nvPr/>
        </p:nvSpPr>
        <p:spPr>
          <a:xfrm>
            <a:off x="6293880" y="849960"/>
            <a:ext cx="805320" cy="315000"/>
          </a:xfrm>
          <a:prstGeom prst="rect">
            <a:avLst/>
          </a:prstGeom>
          <a:noFill/>
          <a:ln w="0">
            <a:noFill/>
          </a:ln>
        </p:spPr>
        <p:style>
          <a:lnRef idx="0"/>
          <a:fillRef idx="0"/>
          <a:effectRef idx="0"/>
          <a:fontRef idx="minor"/>
        </p:style>
        <p:txBody>
          <a:bodyPr lIns="0" rIns="0" tIns="0" bIns="0" anchor="t">
            <a:spAutoFit/>
          </a:bodyPr>
          <a:p>
            <a:pPr algn="ctr">
              <a:lnSpc>
                <a:spcPct val="115000"/>
              </a:lnSpc>
              <a:buNone/>
              <a:tabLst>
                <a:tab algn="l" pos="0"/>
              </a:tabLst>
            </a:pPr>
            <a:r>
              <a:rPr b="1" lang="en-US" sz="900" spc="-1" strike="noStrike">
                <a:solidFill>
                  <a:srgbClr val="ff2200"/>
                </a:solidFill>
                <a:latin typeface="Noto Sans JP"/>
                <a:ea typeface="Noto Sans JP"/>
              </a:rPr>
              <a:t>1st Release</a:t>
            </a:r>
            <a:endParaRPr b="0" lang="en-US" sz="900" spc="-1" strike="noStrike">
              <a:latin typeface="Arial"/>
            </a:endParaRPr>
          </a:p>
          <a:p>
            <a:pPr algn="ctr">
              <a:lnSpc>
                <a:spcPct val="115000"/>
              </a:lnSpc>
              <a:buNone/>
              <a:tabLst>
                <a:tab algn="l" pos="0"/>
              </a:tabLst>
            </a:pPr>
            <a:endParaRPr b="0" lang="en-US" sz="900" spc="-1" strike="noStrike">
              <a:latin typeface="Arial"/>
            </a:endParaRPr>
          </a:p>
        </p:txBody>
      </p:sp>
      <p:grpSp>
        <p:nvGrpSpPr>
          <p:cNvPr id="1167" name="Google Shape;1492;p42"/>
          <p:cNvGrpSpPr/>
          <p:nvPr/>
        </p:nvGrpSpPr>
        <p:grpSpPr>
          <a:xfrm>
            <a:off x="6665040" y="1042560"/>
            <a:ext cx="64080" cy="596880"/>
            <a:chOff x="6665040" y="1042560"/>
            <a:chExt cx="64080" cy="596880"/>
          </a:xfrm>
        </p:grpSpPr>
        <p:sp>
          <p:nvSpPr>
            <p:cNvPr id="1168" name="Google Shape;1493;p42"/>
            <p:cNvSpPr/>
            <p:nvPr/>
          </p:nvSpPr>
          <p:spPr>
            <a:xfrm flipH="1">
              <a:off x="6694560" y="104256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169" name="Google Shape;1494;p42"/>
            <p:cNvSpPr/>
            <p:nvPr/>
          </p:nvSpPr>
          <p:spPr>
            <a:xfrm>
              <a:off x="6665040" y="1575360"/>
              <a:ext cx="64080" cy="64080"/>
            </a:xfrm>
            <a:prstGeom prst="ellipse">
              <a:avLst/>
            </a:prstGeom>
            <a:solidFill>
              <a:srgbClr val="ff2200"/>
            </a:solidFill>
            <a:ln w="9525">
              <a:solidFill>
                <a:srgbClr val="ff2200"/>
              </a:solidFill>
              <a:round/>
            </a:ln>
          </p:spPr>
          <p:style>
            <a:lnRef idx="0"/>
            <a:fillRef idx="0"/>
            <a:effectRef idx="0"/>
            <a:fontRef idx="minor"/>
          </p:style>
        </p:sp>
      </p:grpSp>
      <p:sp>
        <p:nvSpPr>
          <p:cNvPr id="1170" name="Google Shape;1495;p42"/>
          <p:cNvSpPr/>
          <p:nvPr/>
        </p:nvSpPr>
        <p:spPr>
          <a:xfrm>
            <a:off x="1375560" y="13806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171" name="Google Shape;1496;p42"/>
          <p:cNvSpPr/>
          <p:nvPr/>
        </p:nvSpPr>
        <p:spPr>
          <a:xfrm>
            <a:off x="1379160" y="2193840"/>
            <a:ext cx="1068840" cy="27648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200" bIns="277200" anchor="ctr">
            <a:noAutofit/>
          </a:bodyPr>
          <a:p>
            <a:pPr algn="ctr">
              <a:lnSpc>
                <a:spcPct val="100000"/>
              </a:lnSpc>
              <a:buNone/>
              <a:tabLst>
                <a:tab algn="l" pos="0"/>
              </a:tabLst>
            </a:pPr>
            <a:r>
              <a:rPr b="1" lang="zh-CN" sz="600" spc="-1" strike="noStrike">
                <a:solidFill>
                  <a:srgbClr val="ff2200"/>
                </a:solidFill>
                <a:latin typeface="Noto Sans JP"/>
                <a:ea typeface="Noto Sans JP"/>
              </a:rPr>
              <a:t>計画作成</a:t>
            </a:r>
            <a:endParaRPr b="0" lang="en-US" sz="600" spc="-1" strike="noStrike">
              <a:latin typeface="Arial"/>
            </a:endParaRPr>
          </a:p>
        </p:txBody>
      </p:sp>
      <p:sp>
        <p:nvSpPr>
          <p:cNvPr id="1172" name="Google Shape;1497;p42"/>
          <p:cNvSpPr/>
          <p:nvPr/>
        </p:nvSpPr>
        <p:spPr>
          <a:xfrm>
            <a:off x="2449800" y="2193840"/>
            <a:ext cx="1213560" cy="27648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200" bIns="277200" anchor="ctr">
            <a:noAutofit/>
          </a:bodyPr>
          <a:p>
            <a:pPr algn="ctr">
              <a:lnSpc>
                <a:spcPct val="100000"/>
              </a:lnSpc>
              <a:buNone/>
              <a:tabLst>
                <a:tab algn="l" pos="0"/>
              </a:tabLst>
            </a:pPr>
            <a:r>
              <a:rPr b="1" lang="zh-CN" sz="600" spc="-1" strike="noStrike">
                <a:solidFill>
                  <a:srgbClr val="ff2200"/>
                </a:solidFill>
                <a:latin typeface="Noto Sans JP"/>
                <a:ea typeface="Noto Sans JP"/>
              </a:rPr>
              <a:t>マスタ登録</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（案件</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設備）</a:t>
            </a:r>
            <a:endParaRPr b="0" lang="en-US" sz="600" spc="-1" strike="noStrike">
              <a:latin typeface="Arial"/>
            </a:endParaRPr>
          </a:p>
        </p:txBody>
      </p:sp>
      <p:sp>
        <p:nvSpPr>
          <p:cNvPr id="1173" name="Google Shape;1498;p42"/>
          <p:cNvSpPr/>
          <p:nvPr/>
        </p:nvSpPr>
        <p:spPr>
          <a:xfrm>
            <a:off x="4023000" y="2968200"/>
            <a:ext cx="817560" cy="27648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200" bIns="277200" anchor="ctr">
            <a:noAutofit/>
          </a:bodyPr>
          <a:p>
            <a:pPr algn="ctr">
              <a:lnSpc>
                <a:spcPct val="100000"/>
              </a:lnSpc>
              <a:buNone/>
              <a:tabLst>
                <a:tab algn="l" pos="0"/>
              </a:tabLst>
            </a:pPr>
            <a:r>
              <a:rPr b="1" lang="zh-CN" sz="600" spc="-1" strike="noStrike">
                <a:solidFill>
                  <a:srgbClr val="ff2200"/>
                </a:solidFill>
                <a:latin typeface="Noto Sans JP"/>
                <a:ea typeface="Noto Sans JP"/>
              </a:rPr>
              <a:t>ビュー</a:t>
            </a:r>
            <a:endParaRPr b="0" lang="en-US" sz="600" spc="-1" strike="noStrike">
              <a:latin typeface="Arial"/>
            </a:endParaRPr>
          </a:p>
        </p:txBody>
      </p:sp>
      <p:sp>
        <p:nvSpPr>
          <p:cNvPr id="1174" name="Google Shape;1499;p42"/>
          <p:cNvSpPr/>
          <p:nvPr/>
        </p:nvSpPr>
        <p:spPr>
          <a:xfrm>
            <a:off x="2695320" y="2573640"/>
            <a:ext cx="1325880" cy="27648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200" bIns="277200" anchor="ctr">
            <a:noAutofit/>
          </a:bodyPr>
          <a:p>
            <a:pPr algn="ctr">
              <a:lnSpc>
                <a:spcPct val="100000"/>
              </a:lnSpc>
              <a:buNone/>
              <a:tabLst>
                <a:tab algn="l" pos="0"/>
              </a:tabLst>
            </a:pPr>
            <a:r>
              <a:rPr b="1" lang="zh-CN" sz="600" spc="-1" strike="noStrike">
                <a:solidFill>
                  <a:srgbClr val="ff2200"/>
                </a:solidFill>
                <a:latin typeface="Noto Sans JP"/>
                <a:ea typeface="Noto Sans JP"/>
              </a:rPr>
              <a:t>マスタ登録</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（ラベル、設備分類）</a:t>
            </a:r>
            <a:endParaRPr b="0" lang="en-US" sz="600" spc="-1" strike="noStrike">
              <a:latin typeface="Arial"/>
            </a:endParaRPr>
          </a:p>
        </p:txBody>
      </p:sp>
      <p:sp>
        <p:nvSpPr>
          <p:cNvPr id="1175" name="Google Shape;1500;p42"/>
          <p:cNvSpPr/>
          <p:nvPr/>
        </p:nvSpPr>
        <p:spPr>
          <a:xfrm>
            <a:off x="2163600" y="2953440"/>
            <a:ext cx="1857600" cy="276480"/>
          </a:xfrm>
          <a:prstGeom prst="homePlate">
            <a:avLst>
              <a:gd name="adj" fmla="val 50000"/>
            </a:avLst>
          </a:prstGeom>
          <a:solidFill>
            <a:srgbClr val="fbe6e2"/>
          </a:solidFill>
          <a:ln w="9525">
            <a:solidFill>
              <a:srgbClr val="ff2200"/>
            </a:solidFill>
            <a:round/>
          </a:ln>
        </p:spPr>
        <p:style>
          <a:lnRef idx="0"/>
          <a:fillRef idx="0"/>
          <a:effectRef idx="0"/>
          <a:fontRef idx="minor"/>
        </p:style>
        <p:txBody>
          <a:bodyPr lIns="90000" rIns="90000" tIns="277200" bIns="277200" anchor="ctr">
            <a:noAutofit/>
          </a:bodyPr>
          <a:p>
            <a:pPr algn="ctr">
              <a:lnSpc>
                <a:spcPct val="100000"/>
              </a:lnSpc>
              <a:buNone/>
              <a:tabLst>
                <a:tab algn="l" pos="0"/>
              </a:tabLst>
            </a:pPr>
            <a:r>
              <a:rPr b="1" lang="zh-CN" sz="600" spc="-1" strike="noStrike">
                <a:solidFill>
                  <a:srgbClr val="ff2200"/>
                </a:solidFill>
                <a:latin typeface="Noto Sans JP"/>
                <a:ea typeface="Noto Sans JP"/>
              </a:rPr>
              <a:t>（バックエンド）</a:t>
            </a:r>
            <a:endParaRPr b="0" lang="en-US" sz="6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6" name="Google Shape;1505;p43"/>
          <p:cNvSpPr/>
          <p:nvPr/>
        </p:nvSpPr>
        <p:spPr>
          <a:xfrm>
            <a:off x="432000" y="936720"/>
            <a:ext cx="5739120" cy="554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en-US" sz="900" spc="-1" strike="noStrike">
                <a:solidFill>
                  <a:srgbClr val="000000"/>
                </a:solidFill>
                <a:latin typeface="Noto Sans JP"/>
                <a:ea typeface="Noto Sans JP"/>
              </a:rPr>
              <a:t>8</a:t>
            </a:r>
            <a:r>
              <a:rPr b="0" lang="zh-CN" sz="900" spc="-1" strike="noStrike">
                <a:solidFill>
                  <a:srgbClr val="000000"/>
                </a:solidFill>
                <a:latin typeface="Noto Sans JP"/>
                <a:ea typeface="Noto Sans JP"/>
              </a:rPr>
              <a:t>月からの支援を開始する前提で、</a:t>
            </a:r>
            <a:r>
              <a:rPr b="0" lang="en-US" sz="900" spc="-1" strike="noStrike">
                <a:solidFill>
                  <a:srgbClr val="000000"/>
                </a:solidFill>
                <a:latin typeface="Noto Sans JP"/>
                <a:ea typeface="Noto Sans JP"/>
              </a:rPr>
              <a:t>7</a:t>
            </a:r>
            <a:r>
              <a:rPr b="0" lang="zh-CN" sz="900" spc="-1" strike="noStrike">
                <a:solidFill>
                  <a:srgbClr val="000000"/>
                </a:solidFill>
                <a:latin typeface="Noto Sans JP"/>
                <a:ea typeface="Noto Sans JP"/>
              </a:rPr>
              <a:t>月中に貴社にて要件整理と要件定義を進めていただく想定です。</a:t>
            </a:r>
            <a:endParaRPr b="0" lang="en-US" sz="900" spc="-1" strike="noStrike">
              <a:latin typeface="Arial"/>
            </a:endParaRPr>
          </a:p>
          <a:p>
            <a:pPr>
              <a:lnSpc>
                <a:spcPct val="135000"/>
              </a:lnSpc>
              <a:buNone/>
              <a:tabLst>
                <a:tab algn="l" pos="0"/>
              </a:tabLst>
            </a:pPr>
            <a:r>
              <a:rPr b="0" lang="zh-CN" sz="900" spc="-1" strike="noStrike">
                <a:solidFill>
                  <a:srgbClr val="000000"/>
                </a:solidFill>
                <a:latin typeface="Noto Sans JP"/>
                <a:ea typeface="Noto Sans JP"/>
              </a:rPr>
              <a:t>支援初月はインプットおよびスプリント開始に必要な準備が必要となります。</a:t>
            </a:r>
            <a:endParaRPr b="0" lang="en-US" sz="900" spc="-1" strike="noStrike">
              <a:latin typeface="Arial"/>
            </a:endParaRPr>
          </a:p>
          <a:p>
            <a:pPr>
              <a:lnSpc>
                <a:spcPct val="135000"/>
              </a:lnSpc>
              <a:buNone/>
              <a:tabLst>
                <a:tab algn="l" pos="0"/>
              </a:tabLst>
            </a:pP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月からスプリントを回しながら、毎月リリースを実施し、来年度からのシステム移行開始を目指します。</a:t>
            </a:r>
            <a:endParaRPr b="0" lang="en-US" sz="900" spc="-1" strike="noStrike">
              <a:latin typeface="Arial"/>
            </a:endParaRPr>
          </a:p>
        </p:txBody>
      </p:sp>
      <p:sp>
        <p:nvSpPr>
          <p:cNvPr id="1177" name="Google Shape;1506;p43"/>
          <p:cNvSpPr/>
          <p:nvPr/>
        </p:nvSpPr>
        <p:spPr>
          <a:xfrm>
            <a:off x="7643160" y="1238760"/>
            <a:ext cx="556200" cy="167400"/>
          </a:xfrm>
          <a:prstGeom prst="roundRect">
            <a:avLst>
              <a:gd name="adj" fmla="val 10093"/>
            </a:avLst>
          </a:prstGeom>
          <a:solidFill>
            <a:srgbClr val="ff2200"/>
          </a:solidFill>
          <a:ln w="0">
            <a:noFill/>
          </a:ln>
        </p:spPr>
        <p:style>
          <a:lnRef idx="0"/>
          <a:fillRef idx="0"/>
          <a:effectRef idx="0"/>
          <a:fontRef idx="minor"/>
        </p:style>
        <p:txBody>
          <a:bodyPr lIns="90000" rIns="90000" tIns="158400" bIns="158400" anchor="ctr">
            <a:noAutofit/>
          </a:bodyPr>
          <a:p>
            <a:pPr algn="ctr">
              <a:lnSpc>
                <a:spcPct val="100000"/>
              </a:lnSpc>
              <a:buNone/>
              <a:tabLst>
                <a:tab algn="l" pos="0"/>
              </a:tabLst>
            </a:pPr>
            <a:r>
              <a:rPr b="1" lang="en-US" sz="700" spc="-1" strike="noStrike">
                <a:solidFill>
                  <a:srgbClr val="ffffff"/>
                </a:solidFill>
                <a:latin typeface="Zen Kaku Gothic New"/>
                <a:ea typeface="Zen Kaku Gothic New"/>
              </a:rPr>
              <a:t>Sun*</a:t>
            </a:r>
            <a:endParaRPr b="0" lang="en-US" sz="700" spc="-1" strike="noStrike">
              <a:latin typeface="Arial"/>
            </a:endParaRPr>
          </a:p>
        </p:txBody>
      </p:sp>
      <p:sp>
        <p:nvSpPr>
          <p:cNvPr id="1178" name="Google Shape;1507;p43"/>
          <p:cNvSpPr/>
          <p:nvPr/>
        </p:nvSpPr>
        <p:spPr>
          <a:xfrm>
            <a:off x="7077960" y="1238760"/>
            <a:ext cx="518040" cy="167400"/>
          </a:xfrm>
          <a:prstGeom prst="roundRect">
            <a:avLst>
              <a:gd name="adj" fmla="val 10093"/>
            </a:avLst>
          </a:prstGeom>
          <a:solidFill>
            <a:srgbClr val="028cd7"/>
          </a:solidFill>
          <a:ln w="0">
            <a:noFill/>
          </a:ln>
        </p:spPr>
        <p:style>
          <a:lnRef idx="0"/>
          <a:fillRef idx="0"/>
          <a:effectRef idx="0"/>
          <a:fontRef idx="minor"/>
        </p:style>
        <p:txBody>
          <a:bodyPr lIns="90000" rIns="90000" tIns="158400" bIns="158400" anchor="ctr">
            <a:noAutofit/>
          </a:bodyPr>
          <a:p>
            <a:pPr algn="ctr">
              <a:lnSpc>
                <a:spcPct val="100000"/>
              </a:lnSpc>
              <a:buNone/>
              <a:tabLst>
                <a:tab algn="l" pos="0"/>
              </a:tabLst>
            </a:pPr>
            <a:r>
              <a:rPr b="1" lang="zh-CN" sz="700" spc="-1" strike="noStrike">
                <a:solidFill>
                  <a:srgbClr val="ffffff"/>
                </a:solidFill>
                <a:latin typeface="Zen Kaku Gothic New"/>
                <a:ea typeface="Zen Kaku Gothic New"/>
              </a:rPr>
              <a:t>貴社</a:t>
            </a:r>
            <a:endParaRPr b="0" lang="en-US" sz="700" spc="-1" strike="noStrike">
              <a:latin typeface="Arial"/>
            </a:endParaRPr>
          </a:p>
        </p:txBody>
      </p:sp>
      <p:sp>
        <p:nvSpPr>
          <p:cNvPr id="1179" name="Google Shape;1508;p43"/>
          <p:cNvSpPr/>
          <p:nvPr/>
        </p:nvSpPr>
        <p:spPr>
          <a:xfrm>
            <a:off x="8246520" y="1238760"/>
            <a:ext cx="556200" cy="167400"/>
          </a:xfrm>
          <a:prstGeom prst="roundRect">
            <a:avLst>
              <a:gd name="adj" fmla="val 10093"/>
            </a:avLst>
          </a:prstGeom>
          <a:noFill/>
          <a:ln w="9525">
            <a:solidFill>
              <a:srgbClr val="ff2200"/>
            </a:solidFill>
            <a:prstDash val="dash"/>
            <a:round/>
          </a:ln>
        </p:spPr>
        <p:style>
          <a:lnRef idx="0"/>
          <a:fillRef idx="0"/>
          <a:effectRef idx="0"/>
          <a:fontRef idx="minor"/>
        </p:style>
        <p:txBody>
          <a:bodyPr lIns="90000" rIns="90000" tIns="158400" bIns="158400" anchor="ctr">
            <a:noAutofit/>
          </a:bodyPr>
          <a:p>
            <a:pPr algn="ctr">
              <a:lnSpc>
                <a:spcPct val="100000"/>
              </a:lnSpc>
              <a:buNone/>
              <a:tabLst>
                <a:tab algn="l" pos="0"/>
              </a:tabLst>
            </a:pPr>
            <a:r>
              <a:rPr b="1" lang="zh-CN" sz="500" spc="-1" strike="noStrike">
                <a:solidFill>
                  <a:srgbClr val="000000"/>
                </a:solidFill>
                <a:latin typeface="Zen Kaku Gothic New"/>
                <a:ea typeface="Zen Kaku Gothic New"/>
              </a:rPr>
              <a:t>次フェーズ</a:t>
            </a:r>
            <a:endParaRPr b="0" lang="en-US" sz="500" spc="-1" strike="noStrike">
              <a:latin typeface="Arial"/>
            </a:endParaRPr>
          </a:p>
        </p:txBody>
      </p:sp>
      <p:sp>
        <p:nvSpPr>
          <p:cNvPr id="1180" name="Google Shape;1509;p43"/>
          <p:cNvSpPr/>
          <p:nvPr/>
        </p:nvSpPr>
        <p:spPr>
          <a:xfrm>
            <a:off x="6512760" y="1238760"/>
            <a:ext cx="518040" cy="167400"/>
          </a:xfrm>
          <a:prstGeom prst="roundRect">
            <a:avLst>
              <a:gd name="adj" fmla="val 10093"/>
            </a:avLst>
          </a:prstGeom>
          <a:solidFill>
            <a:srgbClr val="9e9e9e"/>
          </a:solidFill>
          <a:ln w="0">
            <a:noFill/>
          </a:ln>
        </p:spPr>
        <p:style>
          <a:lnRef idx="0"/>
          <a:fillRef idx="0"/>
          <a:effectRef idx="0"/>
          <a:fontRef idx="minor"/>
        </p:style>
        <p:txBody>
          <a:bodyPr lIns="90000" rIns="90000" tIns="158400" bIns="158400" anchor="ctr">
            <a:noAutofit/>
          </a:bodyPr>
          <a:p>
            <a:pPr algn="ctr">
              <a:lnSpc>
                <a:spcPct val="100000"/>
              </a:lnSpc>
              <a:buNone/>
              <a:tabLst>
                <a:tab algn="l" pos="0"/>
              </a:tabLst>
            </a:pPr>
            <a:r>
              <a:rPr b="1" lang="zh-CN" sz="700" spc="-1" strike="noStrike">
                <a:solidFill>
                  <a:srgbClr val="ffffff"/>
                </a:solidFill>
                <a:latin typeface="Zen Kaku Gothic New"/>
                <a:ea typeface="Zen Kaku Gothic New"/>
              </a:rPr>
              <a:t>その他</a:t>
            </a:r>
            <a:endParaRPr b="0" lang="en-US" sz="700" spc="-1" strike="noStrike">
              <a:latin typeface="Arial"/>
            </a:endParaRPr>
          </a:p>
        </p:txBody>
      </p:sp>
      <p:sp>
        <p:nvSpPr>
          <p:cNvPr id="1181" name="Google Shape;1510;p43"/>
          <p:cNvSpPr/>
          <p:nvPr/>
        </p:nvSpPr>
        <p:spPr>
          <a:xfrm>
            <a:off x="245160" y="4056480"/>
            <a:ext cx="1711080" cy="57996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要件整理（貴社）</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要件一覧の整理・優先度づけ</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業務フローなど</a:t>
            </a:r>
            <a:r>
              <a:rPr b="0" lang="en-US" sz="600" spc="-1" strike="noStrike">
                <a:solidFill>
                  <a:srgbClr val="ffffff"/>
                </a:solidFill>
                <a:latin typeface="Noto Sans JP"/>
                <a:ea typeface="Noto Sans JP"/>
              </a:rPr>
              <a:t>8</a:t>
            </a:r>
            <a:r>
              <a:rPr b="0" lang="zh-CN" sz="600" spc="-1" strike="noStrike">
                <a:solidFill>
                  <a:srgbClr val="ffffff"/>
                </a:solidFill>
                <a:latin typeface="Noto Sans JP"/>
                <a:ea typeface="Noto Sans JP"/>
              </a:rPr>
              <a:t>月からの要件定義・設計をスムーズにスタートするための要件定義資料の作成</a:t>
            </a:r>
            <a:endParaRPr b="0" lang="en-US" sz="600" spc="-1" strike="noStrike">
              <a:latin typeface="Arial"/>
            </a:endParaRPr>
          </a:p>
        </p:txBody>
      </p:sp>
      <p:sp>
        <p:nvSpPr>
          <p:cNvPr id="1182" name="Google Shape;1511;p43"/>
          <p:cNvSpPr/>
          <p:nvPr/>
        </p:nvSpPr>
        <p:spPr>
          <a:xfrm>
            <a:off x="2064600" y="4032360"/>
            <a:ext cx="1711080" cy="8953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スプリント開始準備</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要件定義</a:t>
            </a:r>
            <a:br>
              <a:rPr sz="600"/>
            </a:br>
            <a:r>
              <a:rPr b="0" lang="zh-CN" sz="600" spc="-1" strike="noStrike">
                <a:solidFill>
                  <a:srgbClr val="ffffff"/>
                </a:solidFill>
                <a:latin typeface="Noto Sans JP"/>
                <a:ea typeface="Noto Sans JP"/>
              </a:rPr>
              <a:t>・業務フロー</a:t>
            </a:r>
            <a:br>
              <a:rPr sz="600"/>
            </a:br>
            <a:r>
              <a:rPr b="0" lang="zh-CN" sz="600" spc="-1" strike="noStrike">
                <a:solidFill>
                  <a:srgbClr val="ffffff"/>
                </a:solidFill>
                <a:latin typeface="Noto Sans JP"/>
                <a:ea typeface="Noto Sans JP"/>
              </a:rPr>
              <a:t>・機能一覧</a:t>
            </a:r>
            <a:br>
              <a:rPr sz="600"/>
            </a:br>
            <a:r>
              <a:rPr b="0" lang="zh-CN" sz="600" spc="-1" strike="noStrike">
                <a:solidFill>
                  <a:srgbClr val="ffffff"/>
                </a:solidFill>
                <a:latin typeface="Noto Sans JP"/>
                <a:ea typeface="Noto Sans JP"/>
              </a:rPr>
              <a:t>・</a:t>
            </a:r>
            <a:r>
              <a:rPr b="0" lang="en-US" sz="600" spc="-1" strike="noStrike">
                <a:solidFill>
                  <a:srgbClr val="ffffff"/>
                </a:solidFill>
                <a:latin typeface="Noto Sans JP"/>
                <a:ea typeface="Noto Sans JP"/>
              </a:rPr>
              <a:t>ER</a:t>
            </a:r>
            <a:r>
              <a:rPr b="0" lang="zh-CN" sz="600" spc="-1" strike="noStrike">
                <a:solidFill>
                  <a:srgbClr val="ffffff"/>
                </a:solidFill>
                <a:latin typeface="Noto Sans JP"/>
                <a:ea typeface="Noto Sans JP"/>
              </a:rPr>
              <a:t>図</a:t>
            </a:r>
            <a:br>
              <a:rPr sz="600"/>
            </a:br>
            <a:r>
              <a:rPr b="0" lang="zh-CN" sz="600" spc="-1" strike="noStrike">
                <a:solidFill>
                  <a:srgbClr val="ffffff"/>
                </a:solidFill>
                <a:latin typeface="Noto Sans JP"/>
                <a:ea typeface="Noto Sans JP"/>
              </a:rPr>
              <a:t>・システム構成図</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スプリントサイクルの設計</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初期スプリントでの実施機能の</a:t>
            </a:r>
            <a:r>
              <a:rPr b="0" lang="en-US" sz="600" spc="-1" strike="noStrike">
                <a:solidFill>
                  <a:srgbClr val="ffffff"/>
                </a:solidFill>
                <a:latin typeface="Noto Sans JP"/>
                <a:ea typeface="Noto Sans JP"/>
              </a:rPr>
              <a:t>Fix</a:t>
            </a:r>
            <a:endParaRPr b="0" lang="en-US" sz="600" spc="-1" strike="noStrike">
              <a:latin typeface="Arial"/>
            </a:endParaRPr>
          </a:p>
        </p:txBody>
      </p:sp>
      <p:sp>
        <p:nvSpPr>
          <p:cNvPr id="1183" name="Google Shape;1512;p43"/>
          <p:cNvSpPr/>
          <p:nvPr/>
        </p:nvSpPr>
        <p:spPr>
          <a:xfrm>
            <a:off x="3464640" y="4032360"/>
            <a:ext cx="1711080" cy="3697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トーン</a:t>
            </a:r>
            <a:r>
              <a:rPr b="1" lang="en-US" sz="700" spc="-1" strike="noStrike">
                <a:solidFill>
                  <a:srgbClr val="ffffff"/>
                </a:solidFill>
                <a:latin typeface="Noto Sans JP"/>
                <a:ea typeface="Noto Sans JP"/>
              </a:rPr>
              <a:t>&amp;</a:t>
            </a:r>
            <a:r>
              <a:rPr b="1" lang="zh-CN" sz="700" spc="-1" strike="noStrike">
                <a:solidFill>
                  <a:srgbClr val="ffffff"/>
                </a:solidFill>
                <a:latin typeface="Noto Sans JP"/>
                <a:ea typeface="Noto Sans JP"/>
              </a:rPr>
              <a:t>マナー策定</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To-be</a:t>
            </a:r>
            <a:r>
              <a:rPr b="0" lang="zh-CN" sz="600" spc="-1" strike="noStrike">
                <a:solidFill>
                  <a:srgbClr val="ffffff"/>
                </a:solidFill>
                <a:latin typeface="Noto Sans JP"/>
                <a:ea typeface="Noto Sans JP"/>
              </a:rPr>
              <a:t>のデザインガイドラインの</a:t>
            </a:r>
            <a:br>
              <a:rPr sz="600"/>
            </a:br>
            <a:r>
              <a:rPr b="0" lang="zh-CN" sz="600" spc="-1" strike="noStrike">
                <a:solidFill>
                  <a:srgbClr val="ffffff"/>
                </a:solidFill>
                <a:latin typeface="Noto Sans JP"/>
                <a:ea typeface="Noto Sans JP"/>
              </a:rPr>
              <a:t>作成・ご提案</a:t>
            </a:r>
            <a:endParaRPr b="0" lang="en-US" sz="600" spc="-1" strike="noStrike">
              <a:latin typeface="Arial"/>
            </a:endParaRPr>
          </a:p>
        </p:txBody>
      </p:sp>
      <p:sp>
        <p:nvSpPr>
          <p:cNvPr id="1184" name="Google Shape;1513;p43"/>
          <p:cNvSpPr/>
          <p:nvPr/>
        </p:nvSpPr>
        <p:spPr>
          <a:xfrm>
            <a:off x="3464640" y="4445640"/>
            <a:ext cx="171108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en-US" sz="700" spc="-1" strike="noStrike">
                <a:solidFill>
                  <a:srgbClr val="ffffff"/>
                </a:solidFill>
                <a:latin typeface="Noto Sans JP"/>
                <a:ea typeface="Noto Sans JP"/>
              </a:rPr>
              <a:t>UI</a:t>
            </a:r>
            <a:r>
              <a:rPr b="1" lang="zh-CN" sz="700" spc="-1" strike="noStrike">
                <a:solidFill>
                  <a:srgbClr val="ffffff"/>
                </a:solidFill>
                <a:latin typeface="Noto Sans JP"/>
                <a:ea typeface="Noto Sans JP"/>
              </a:rPr>
              <a:t>デザイン</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スプリントに合わせて</a:t>
            </a:r>
            <a:r>
              <a:rPr b="0" lang="en-US" sz="600" spc="-1" strike="noStrike">
                <a:solidFill>
                  <a:srgbClr val="ffffff"/>
                </a:solidFill>
                <a:latin typeface="Noto Sans JP"/>
                <a:ea typeface="Noto Sans JP"/>
              </a:rPr>
              <a:t>UI</a:t>
            </a:r>
            <a:r>
              <a:rPr b="0" lang="zh-CN" sz="600" spc="-1" strike="noStrike">
                <a:solidFill>
                  <a:srgbClr val="ffffff"/>
                </a:solidFill>
                <a:latin typeface="Noto Sans JP"/>
                <a:ea typeface="Noto Sans JP"/>
              </a:rPr>
              <a:t>デザインの作成</a:t>
            </a:r>
            <a:endParaRPr b="0" lang="en-US" sz="600" spc="-1" strike="noStrike">
              <a:latin typeface="Arial"/>
            </a:endParaRPr>
          </a:p>
        </p:txBody>
      </p:sp>
      <p:sp>
        <p:nvSpPr>
          <p:cNvPr id="1185" name="Google Shape;1514;p43"/>
          <p:cNvSpPr/>
          <p:nvPr/>
        </p:nvSpPr>
        <p:spPr>
          <a:xfrm>
            <a:off x="3478320" y="4771440"/>
            <a:ext cx="171108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インフラ構築</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開発・検証・本番環境のインフラ構築</a:t>
            </a:r>
            <a:endParaRPr b="0" lang="en-US" sz="600" spc="-1" strike="noStrike">
              <a:latin typeface="Arial"/>
            </a:endParaRPr>
          </a:p>
        </p:txBody>
      </p:sp>
      <p:sp>
        <p:nvSpPr>
          <p:cNvPr id="1186" name="Google Shape;1515;p43"/>
          <p:cNvSpPr/>
          <p:nvPr/>
        </p:nvSpPr>
        <p:spPr>
          <a:xfrm>
            <a:off x="5169600" y="4033080"/>
            <a:ext cx="1711080" cy="57996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スプリント開発</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アジャイル思想に基づくスプリント開発を実施。スプリント開始準備にて設定した機能優先度の高いものから順次開発。</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10</a:t>
            </a:r>
            <a:r>
              <a:rPr b="0" lang="zh-CN" sz="600" spc="-1" strike="noStrike">
                <a:solidFill>
                  <a:srgbClr val="ffffff"/>
                </a:solidFill>
                <a:latin typeface="Noto Sans JP"/>
                <a:ea typeface="Noto Sans JP"/>
              </a:rPr>
              <a:t>月末以降、毎月のリリースを目指す。</a:t>
            </a:r>
            <a:endParaRPr b="0" lang="en-US" sz="600" spc="-1" strike="noStrike">
              <a:latin typeface="Arial"/>
            </a:endParaRPr>
          </a:p>
        </p:txBody>
      </p:sp>
      <p:sp>
        <p:nvSpPr>
          <p:cNvPr id="1187" name="Google Shape;1516;p43"/>
          <p:cNvSpPr/>
          <p:nvPr/>
        </p:nvSpPr>
        <p:spPr>
          <a:xfrm>
            <a:off x="5217480" y="4668840"/>
            <a:ext cx="1711080" cy="26460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en-US" sz="700" spc="-1" strike="noStrike">
                <a:solidFill>
                  <a:srgbClr val="ffffff"/>
                </a:solidFill>
                <a:latin typeface="Noto Sans JP"/>
                <a:ea typeface="Noto Sans JP"/>
              </a:rPr>
              <a:t>UAT</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検証環境での</a:t>
            </a:r>
            <a:r>
              <a:rPr b="0" lang="en-US" sz="600" spc="-1" strike="noStrike">
                <a:solidFill>
                  <a:srgbClr val="ffffff"/>
                </a:solidFill>
                <a:latin typeface="Noto Sans JP"/>
                <a:ea typeface="Noto Sans JP"/>
              </a:rPr>
              <a:t>UAT</a:t>
            </a:r>
            <a:r>
              <a:rPr b="0" lang="zh-CN" sz="600" spc="-1" strike="noStrike">
                <a:solidFill>
                  <a:srgbClr val="ffffff"/>
                </a:solidFill>
                <a:latin typeface="Noto Sans JP"/>
                <a:ea typeface="Noto Sans JP"/>
              </a:rPr>
              <a:t>を想定</a:t>
            </a:r>
            <a:endParaRPr b="0" lang="en-US" sz="600" spc="-1" strike="noStrike">
              <a:latin typeface="Arial"/>
            </a:endParaRPr>
          </a:p>
        </p:txBody>
      </p:sp>
      <p:sp>
        <p:nvSpPr>
          <p:cNvPr id="1188" name="Google Shape;1517;p43"/>
          <p:cNvSpPr/>
          <p:nvPr/>
        </p:nvSpPr>
        <p:spPr>
          <a:xfrm>
            <a:off x="7046280" y="4030920"/>
            <a:ext cx="1711080" cy="36972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システム移行</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既存システムからの移行</a:t>
            </a:r>
            <a:endParaRPr b="0" lang="en-US" sz="600" spc="-1" strike="noStrike">
              <a:latin typeface="Arial"/>
            </a:endParaRPr>
          </a:p>
          <a:p>
            <a:pPr marL="108000" indent="-74160">
              <a:lnSpc>
                <a:spcPct val="115000"/>
              </a:lnSpc>
              <a:buClr>
                <a:srgbClr val="ffffff"/>
              </a:buClr>
              <a:buFont typeface="Noto Sans JP"/>
              <a:buChar char="●"/>
              <a:tabLst>
                <a:tab algn="l" pos="0"/>
              </a:tabLst>
            </a:pPr>
            <a:r>
              <a:rPr b="0" lang="zh-CN" sz="600" spc="-1" strike="noStrike">
                <a:solidFill>
                  <a:srgbClr val="ffffff"/>
                </a:solidFill>
                <a:latin typeface="Noto Sans JP"/>
                <a:ea typeface="Noto Sans JP"/>
              </a:rPr>
              <a:t>移行設計は</a:t>
            </a:r>
            <a:r>
              <a:rPr b="0" lang="en-US" sz="600" spc="-1" strike="noStrike">
                <a:solidFill>
                  <a:srgbClr val="ffffff"/>
                </a:solidFill>
                <a:latin typeface="Noto Sans JP"/>
                <a:ea typeface="Noto Sans JP"/>
              </a:rPr>
              <a:t>8-9</a:t>
            </a:r>
            <a:r>
              <a:rPr b="0" lang="zh-CN" sz="600" spc="-1" strike="noStrike">
                <a:solidFill>
                  <a:srgbClr val="ffffff"/>
                </a:solidFill>
                <a:latin typeface="Noto Sans JP"/>
                <a:ea typeface="Noto Sans JP"/>
              </a:rPr>
              <a:t>月の中で検討を想定</a:t>
            </a:r>
            <a:endParaRPr b="0" lang="en-US" sz="600" spc="-1" strike="noStrike">
              <a:latin typeface="Arial"/>
            </a:endParaRPr>
          </a:p>
        </p:txBody>
      </p:sp>
      <p:sp>
        <p:nvSpPr>
          <p:cNvPr id="1189" name="Google Shape;1518;p43"/>
          <p:cNvSpPr/>
          <p:nvPr/>
        </p:nvSpPr>
        <p:spPr>
          <a:xfrm>
            <a:off x="245160" y="4646160"/>
            <a:ext cx="1711080" cy="474840"/>
          </a:xfrm>
          <a:prstGeom prst="rect">
            <a:avLst/>
          </a:prstGeom>
          <a:noFill/>
          <a:ln w="0">
            <a:noFill/>
          </a:ln>
        </p:spPr>
        <p:style>
          <a:lnRef idx="0"/>
          <a:fillRef idx="0"/>
          <a:effectRef idx="0"/>
          <a:fontRef idx="minor"/>
        </p:style>
        <p:txBody>
          <a:bodyPr lIns="0" rIns="90000" tIns="0" bIns="0" anchor="t">
            <a:spAutoFit/>
          </a:bodyPr>
          <a:p>
            <a:pPr>
              <a:lnSpc>
                <a:spcPct val="150000"/>
              </a:lnSpc>
              <a:buNone/>
              <a:tabLst>
                <a:tab algn="l" pos="0"/>
              </a:tabLst>
            </a:pPr>
            <a:r>
              <a:rPr b="1" lang="zh-CN" sz="700" spc="-1" strike="noStrike">
                <a:solidFill>
                  <a:srgbClr val="ffffff"/>
                </a:solidFill>
                <a:latin typeface="Noto Sans JP"/>
                <a:ea typeface="Noto Sans JP"/>
              </a:rPr>
              <a:t>キャッチアップ</a:t>
            </a:r>
            <a:endParaRPr b="0" lang="en-US" sz="700" spc="-1" strike="noStrike">
              <a:latin typeface="Arial"/>
            </a:endParaRPr>
          </a:p>
          <a:p>
            <a:pPr marL="108000" indent="-74160">
              <a:lnSpc>
                <a:spcPct val="115000"/>
              </a:lnSpc>
              <a:buClr>
                <a:srgbClr val="ffffff"/>
              </a:buClr>
              <a:buFont typeface="Noto Sans JP"/>
              <a:buChar char="●"/>
              <a:tabLst>
                <a:tab algn="l" pos="0"/>
              </a:tabLst>
            </a:pPr>
            <a:r>
              <a:rPr b="0" lang="en-US" sz="600" spc="-1" strike="noStrike">
                <a:solidFill>
                  <a:srgbClr val="ffffff"/>
                </a:solidFill>
                <a:latin typeface="Noto Sans JP"/>
                <a:ea typeface="Noto Sans JP"/>
              </a:rPr>
              <a:t>PJ</a:t>
            </a:r>
            <a:r>
              <a:rPr b="0" lang="zh-CN" sz="600" spc="-1" strike="noStrike">
                <a:solidFill>
                  <a:srgbClr val="ffffff"/>
                </a:solidFill>
                <a:latin typeface="Noto Sans JP"/>
                <a:ea typeface="Noto Sans JP"/>
              </a:rPr>
              <a:t>スタート前ですが、資料インプットやサービスが実際に利用されている現場に行き、理解を深められればと考えております。</a:t>
            </a:r>
            <a:endParaRPr b="0" lang="en-US" sz="600" spc="-1" strike="noStrike">
              <a:latin typeface="Arial"/>
            </a:endParaRPr>
          </a:p>
        </p:txBody>
      </p:sp>
      <p:grpSp>
        <p:nvGrpSpPr>
          <p:cNvPr id="1190" name="Google Shape;1519;p43"/>
          <p:cNvGrpSpPr/>
          <p:nvPr/>
        </p:nvGrpSpPr>
        <p:grpSpPr>
          <a:xfrm>
            <a:off x="194760" y="98640"/>
            <a:ext cx="8515440" cy="552600"/>
            <a:chOff x="194760" y="98640"/>
            <a:chExt cx="8515440" cy="552600"/>
          </a:xfrm>
        </p:grpSpPr>
        <p:sp>
          <p:nvSpPr>
            <p:cNvPr id="1191" name="Google Shape;1520;p43"/>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192" name="Google Shape;1521;p43"/>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193" name="Google Shape;1522;p43"/>
          <p:cNvSpPr/>
          <p:nvPr/>
        </p:nvSpPr>
        <p:spPr>
          <a:xfrm>
            <a:off x="228600" y="1828800"/>
            <a:ext cx="8685360" cy="2941200"/>
          </a:xfrm>
          <a:prstGeom prst="roundRect">
            <a:avLst>
              <a:gd name="adj" fmla="val 4046"/>
            </a:avLst>
          </a:prstGeom>
          <a:solidFill>
            <a:srgbClr val="ffffff"/>
          </a:solidFill>
          <a:ln w="9525">
            <a:solidFill>
              <a:srgbClr val="ececec"/>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4" name="Google Shape;1527;p44"/>
          <p:cNvSpPr/>
          <p:nvPr/>
        </p:nvSpPr>
        <p:spPr>
          <a:xfrm>
            <a:off x="450000" y="936720"/>
            <a:ext cx="827820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195" name="Google Shape;1528;p44"/>
          <p:cNvSpPr/>
          <p:nvPr/>
        </p:nvSpPr>
        <p:spPr>
          <a:xfrm>
            <a:off x="-985680" y="128268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196" name="Google Shape;1529;p44"/>
          <p:cNvSpPr/>
          <p:nvPr/>
        </p:nvSpPr>
        <p:spPr>
          <a:xfrm flipH="1" rot="10800000">
            <a:off x="-330480" y="1323000"/>
            <a:ext cx="262440" cy="13752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197" name="Google Shape;1530;p44"/>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198" name="Google Shape;1531;p44"/>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199" name="Google Shape;1532;p44"/>
          <p:cNvGrpSpPr/>
          <p:nvPr/>
        </p:nvGrpSpPr>
        <p:grpSpPr>
          <a:xfrm>
            <a:off x="194760" y="98640"/>
            <a:ext cx="8515440" cy="552600"/>
            <a:chOff x="194760" y="98640"/>
            <a:chExt cx="8515440" cy="552600"/>
          </a:xfrm>
        </p:grpSpPr>
        <p:sp>
          <p:nvSpPr>
            <p:cNvPr id="1200" name="Google Shape;1533;p44"/>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201" name="Google Shape;1534;p44"/>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202" name="Google Shape;1535;p44"/>
          <p:cNvSpPr/>
          <p:nvPr/>
        </p:nvSpPr>
        <p:spPr>
          <a:xfrm>
            <a:off x="6697440" y="1721880"/>
            <a:ext cx="360" cy="27741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3" name="Google Shape;1536;p44"/>
          <p:cNvSpPr/>
          <p:nvPr/>
        </p:nvSpPr>
        <p:spPr>
          <a:xfrm>
            <a:off x="7281720" y="1710000"/>
            <a:ext cx="360" cy="27471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4" name="Google Shape;1537;p44"/>
          <p:cNvSpPr/>
          <p:nvPr/>
        </p:nvSpPr>
        <p:spPr>
          <a:xfrm>
            <a:off x="7880040" y="1696680"/>
            <a:ext cx="360" cy="27471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5" name="Google Shape;1538;p44"/>
          <p:cNvSpPr/>
          <p:nvPr/>
        </p:nvSpPr>
        <p:spPr>
          <a:xfrm>
            <a:off x="8449920" y="1723680"/>
            <a:ext cx="360" cy="27471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6" name="Google Shape;1539;p44"/>
          <p:cNvSpPr/>
          <p:nvPr/>
        </p:nvSpPr>
        <p:spPr>
          <a:xfrm flipH="1">
            <a:off x="2527920" y="1690200"/>
            <a:ext cx="2160" cy="2858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7" name="Google Shape;1540;p44"/>
          <p:cNvSpPr/>
          <p:nvPr/>
        </p:nvSpPr>
        <p:spPr>
          <a:xfrm flipH="1">
            <a:off x="1924200" y="1702800"/>
            <a:ext cx="6840" cy="28357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8" name="Google Shape;1541;p44"/>
          <p:cNvSpPr/>
          <p:nvPr/>
        </p:nvSpPr>
        <p:spPr>
          <a:xfrm>
            <a:off x="4307760" y="1696680"/>
            <a:ext cx="360" cy="28418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09" name="Google Shape;1542;p44"/>
          <p:cNvSpPr/>
          <p:nvPr/>
        </p:nvSpPr>
        <p:spPr>
          <a:xfrm>
            <a:off x="3709440" y="1709280"/>
            <a:ext cx="360" cy="2850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0" name="Google Shape;1543;p44"/>
          <p:cNvSpPr/>
          <p:nvPr/>
        </p:nvSpPr>
        <p:spPr>
          <a:xfrm>
            <a:off x="3124800" y="1721880"/>
            <a:ext cx="360" cy="2837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1" name="Google Shape;1544;p44"/>
          <p:cNvSpPr/>
          <p:nvPr/>
        </p:nvSpPr>
        <p:spPr>
          <a:xfrm>
            <a:off x="6105600" y="1690200"/>
            <a:ext cx="360" cy="28270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2" name="Google Shape;1545;p44"/>
          <p:cNvSpPr/>
          <p:nvPr/>
        </p:nvSpPr>
        <p:spPr>
          <a:xfrm>
            <a:off x="5514840" y="1684800"/>
            <a:ext cx="360" cy="2843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3" name="Google Shape;1546;p44"/>
          <p:cNvSpPr/>
          <p:nvPr/>
        </p:nvSpPr>
        <p:spPr>
          <a:xfrm>
            <a:off x="4907880" y="1407240"/>
            <a:ext cx="360" cy="3120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4" name="Google Shape;1547;p44"/>
          <p:cNvSpPr/>
          <p:nvPr/>
        </p:nvSpPr>
        <p:spPr>
          <a:xfrm>
            <a:off x="1350720" y="1715760"/>
            <a:ext cx="12960" cy="2844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15" name="Google Shape;1548;p44"/>
          <p:cNvSpPr/>
          <p:nvPr/>
        </p:nvSpPr>
        <p:spPr>
          <a:xfrm>
            <a:off x="1375560" y="18032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216" name="Google Shape;1549;p44"/>
          <p:cNvSpPr/>
          <p:nvPr/>
        </p:nvSpPr>
        <p:spPr>
          <a:xfrm>
            <a:off x="363960" y="2038680"/>
            <a:ext cx="947880" cy="219600"/>
          </a:xfrm>
          <a:prstGeom prst="rect">
            <a:avLst/>
          </a:prstGeom>
          <a:solidFill>
            <a:srgbClr val="ff2200"/>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217" name="Google Shape;1550;p44"/>
          <p:cNvSpPr/>
          <p:nvPr/>
        </p:nvSpPr>
        <p:spPr>
          <a:xfrm flipH="1" rot="10800000">
            <a:off x="1317960" y="1727280"/>
            <a:ext cx="7328160" cy="468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218" name="Google Shape;1551;p44"/>
          <p:cNvSpPr/>
          <p:nvPr/>
        </p:nvSpPr>
        <p:spPr>
          <a:xfrm>
            <a:off x="4926240" y="15073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219" name="Google Shape;1552;p44"/>
          <p:cNvSpPr/>
          <p:nvPr/>
        </p:nvSpPr>
        <p:spPr>
          <a:xfrm>
            <a:off x="1954440" y="18032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220" name="Google Shape;1553;p44"/>
          <p:cNvSpPr/>
          <p:nvPr/>
        </p:nvSpPr>
        <p:spPr>
          <a:xfrm>
            <a:off x="2563920" y="18032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221" name="Google Shape;1554;p44"/>
          <p:cNvSpPr/>
          <p:nvPr/>
        </p:nvSpPr>
        <p:spPr>
          <a:xfrm>
            <a:off x="3173400" y="18032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222" name="Google Shape;1555;p44"/>
          <p:cNvSpPr/>
          <p:nvPr/>
        </p:nvSpPr>
        <p:spPr>
          <a:xfrm>
            <a:off x="373788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223" name="Google Shape;1556;p44"/>
          <p:cNvSpPr/>
          <p:nvPr/>
        </p:nvSpPr>
        <p:spPr>
          <a:xfrm>
            <a:off x="431640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224" name="Google Shape;1557;p44"/>
          <p:cNvSpPr/>
          <p:nvPr/>
        </p:nvSpPr>
        <p:spPr>
          <a:xfrm>
            <a:off x="492624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225" name="Google Shape;1558;p44"/>
          <p:cNvSpPr/>
          <p:nvPr/>
        </p:nvSpPr>
        <p:spPr>
          <a:xfrm>
            <a:off x="553572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226" name="Google Shape;1559;p44"/>
          <p:cNvSpPr/>
          <p:nvPr/>
        </p:nvSpPr>
        <p:spPr>
          <a:xfrm>
            <a:off x="609984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227" name="Google Shape;1560;p44"/>
          <p:cNvSpPr/>
          <p:nvPr/>
        </p:nvSpPr>
        <p:spPr>
          <a:xfrm>
            <a:off x="667872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228" name="Google Shape;1561;p44"/>
          <p:cNvSpPr/>
          <p:nvPr/>
        </p:nvSpPr>
        <p:spPr>
          <a:xfrm>
            <a:off x="728820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229" name="Google Shape;1562;p44"/>
          <p:cNvSpPr/>
          <p:nvPr/>
        </p:nvSpPr>
        <p:spPr>
          <a:xfrm>
            <a:off x="7898040" y="179784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230" name="Google Shape;1563;p44"/>
          <p:cNvSpPr/>
          <p:nvPr/>
        </p:nvSpPr>
        <p:spPr>
          <a:xfrm>
            <a:off x="1375560" y="150552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231" name="Google Shape;1564;p44"/>
          <p:cNvSpPr/>
          <p:nvPr/>
        </p:nvSpPr>
        <p:spPr>
          <a:xfrm>
            <a:off x="6257520" y="2049120"/>
            <a:ext cx="22147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32" name="Google Shape;1565;p44"/>
          <p:cNvSpPr/>
          <p:nvPr/>
        </p:nvSpPr>
        <p:spPr>
          <a:xfrm>
            <a:off x="3215520" y="2049120"/>
            <a:ext cx="31888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33" name="Google Shape;1566;p44"/>
          <p:cNvSpPr/>
          <p:nvPr/>
        </p:nvSpPr>
        <p:spPr>
          <a:xfrm>
            <a:off x="1350720" y="2049120"/>
            <a:ext cx="20062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234" name="Google Shape;1567;p44"/>
          <p:cNvSpPr/>
          <p:nvPr/>
        </p:nvSpPr>
        <p:spPr>
          <a:xfrm>
            <a:off x="381960" y="3093840"/>
            <a:ext cx="82674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235" name="Google Shape;1568;p44"/>
          <p:cNvSpPr/>
          <p:nvPr/>
        </p:nvSpPr>
        <p:spPr>
          <a:xfrm>
            <a:off x="4121280" y="3126960"/>
            <a:ext cx="6415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36" name="Google Shape;1569;p44"/>
          <p:cNvSpPr/>
          <p:nvPr/>
        </p:nvSpPr>
        <p:spPr>
          <a:xfrm>
            <a:off x="3492000" y="3126960"/>
            <a:ext cx="6199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237" name="Google Shape;1570;p44"/>
          <p:cNvSpPr/>
          <p:nvPr/>
        </p:nvSpPr>
        <p:spPr>
          <a:xfrm>
            <a:off x="1346760" y="2347200"/>
            <a:ext cx="10144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238" name="Google Shape;1571;p44"/>
          <p:cNvSpPr/>
          <p:nvPr/>
        </p:nvSpPr>
        <p:spPr>
          <a:xfrm>
            <a:off x="3749400" y="233244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39" name="Google Shape;1572;p44"/>
          <p:cNvSpPr/>
          <p:nvPr/>
        </p:nvSpPr>
        <p:spPr>
          <a:xfrm>
            <a:off x="1346760" y="3126960"/>
            <a:ext cx="8128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240" name="Google Shape;1573;p44"/>
          <p:cNvSpPr/>
          <p:nvPr/>
        </p:nvSpPr>
        <p:spPr>
          <a:xfrm>
            <a:off x="2173320" y="3126960"/>
            <a:ext cx="7578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241" name="Google Shape;1574;p44"/>
          <p:cNvSpPr/>
          <p:nvPr/>
        </p:nvSpPr>
        <p:spPr>
          <a:xfrm>
            <a:off x="2422440" y="3506400"/>
            <a:ext cx="103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242" name="Google Shape;1575;p44"/>
          <p:cNvSpPr/>
          <p:nvPr/>
        </p:nvSpPr>
        <p:spPr>
          <a:xfrm>
            <a:off x="363960" y="3126960"/>
            <a:ext cx="919080" cy="10774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243" name="Google Shape;1576;p44"/>
          <p:cNvSpPr/>
          <p:nvPr/>
        </p:nvSpPr>
        <p:spPr>
          <a:xfrm>
            <a:off x="363960" y="2347200"/>
            <a:ext cx="919080" cy="6976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244" name="Google Shape;1577;p44"/>
          <p:cNvSpPr/>
          <p:nvPr/>
        </p:nvSpPr>
        <p:spPr>
          <a:xfrm>
            <a:off x="430776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45" name="Google Shape;1578;p44"/>
          <p:cNvSpPr/>
          <p:nvPr/>
        </p:nvSpPr>
        <p:spPr>
          <a:xfrm>
            <a:off x="2425320" y="3891600"/>
            <a:ext cx="1583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246" name="Google Shape;1579;p44"/>
          <p:cNvSpPr/>
          <p:nvPr/>
        </p:nvSpPr>
        <p:spPr>
          <a:xfrm>
            <a:off x="4437360" y="3891600"/>
            <a:ext cx="139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247" name="Google Shape;1580;p44"/>
          <p:cNvSpPr/>
          <p:nvPr/>
        </p:nvSpPr>
        <p:spPr>
          <a:xfrm>
            <a:off x="2932920" y="2732040"/>
            <a:ext cx="516600" cy="6976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248" name="Google Shape;1581;p44"/>
          <p:cNvSpPr/>
          <p:nvPr/>
        </p:nvSpPr>
        <p:spPr>
          <a:xfrm>
            <a:off x="2523240" y="2344320"/>
            <a:ext cx="11844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249" name="Google Shape;1582;p44"/>
          <p:cNvSpPr/>
          <p:nvPr/>
        </p:nvSpPr>
        <p:spPr>
          <a:xfrm>
            <a:off x="3749400" y="271764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250" name="Google Shape;1583;p44"/>
          <p:cNvSpPr/>
          <p:nvPr/>
        </p:nvSpPr>
        <p:spPr>
          <a:xfrm>
            <a:off x="1854000" y="2732040"/>
            <a:ext cx="107784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251" name="Google Shape;1584;p44"/>
          <p:cNvSpPr/>
          <p:nvPr/>
        </p:nvSpPr>
        <p:spPr>
          <a:xfrm>
            <a:off x="4772520" y="312696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52" name="Google Shape;1585;p44"/>
          <p:cNvSpPr/>
          <p:nvPr/>
        </p:nvSpPr>
        <p:spPr>
          <a:xfrm>
            <a:off x="5423760" y="312696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53" name="Google Shape;1586;p44"/>
          <p:cNvSpPr/>
          <p:nvPr/>
        </p:nvSpPr>
        <p:spPr>
          <a:xfrm>
            <a:off x="4559400" y="3506400"/>
            <a:ext cx="61956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54" name="Google Shape;1587;p44"/>
          <p:cNvSpPr/>
          <p:nvPr/>
        </p:nvSpPr>
        <p:spPr>
          <a:xfrm>
            <a:off x="6074640" y="312696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55" name="Google Shape;1588;p44"/>
          <p:cNvSpPr/>
          <p:nvPr/>
        </p:nvSpPr>
        <p:spPr>
          <a:xfrm>
            <a:off x="6704280" y="312696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56" name="Google Shape;1589;p44"/>
          <p:cNvSpPr/>
          <p:nvPr/>
        </p:nvSpPr>
        <p:spPr>
          <a:xfrm>
            <a:off x="7333560" y="312696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57" name="Google Shape;1590;p44"/>
          <p:cNvSpPr/>
          <p:nvPr/>
        </p:nvSpPr>
        <p:spPr>
          <a:xfrm>
            <a:off x="5196960" y="350640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58" name="Google Shape;1591;p44"/>
          <p:cNvSpPr/>
          <p:nvPr/>
        </p:nvSpPr>
        <p:spPr>
          <a:xfrm>
            <a:off x="5847840" y="350640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59" name="Google Shape;1592;p44"/>
          <p:cNvSpPr/>
          <p:nvPr/>
        </p:nvSpPr>
        <p:spPr>
          <a:xfrm>
            <a:off x="6498720" y="350640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60" name="Google Shape;1593;p44"/>
          <p:cNvSpPr/>
          <p:nvPr/>
        </p:nvSpPr>
        <p:spPr>
          <a:xfrm>
            <a:off x="7149600" y="3506400"/>
            <a:ext cx="61164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61" name="Google Shape;1594;p44"/>
          <p:cNvSpPr/>
          <p:nvPr/>
        </p:nvSpPr>
        <p:spPr>
          <a:xfrm>
            <a:off x="7779240" y="350640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262" name="Google Shape;1595;p44"/>
          <p:cNvSpPr/>
          <p:nvPr/>
        </p:nvSpPr>
        <p:spPr>
          <a:xfrm>
            <a:off x="5847840" y="3891600"/>
            <a:ext cx="629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263" name="Google Shape;1596;p44"/>
          <p:cNvSpPr/>
          <p:nvPr/>
        </p:nvSpPr>
        <p:spPr>
          <a:xfrm>
            <a:off x="7984800" y="312696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264" name="Google Shape;1597;p44"/>
          <p:cNvSpPr/>
          <p:nvPr/>
        </p:nvSpPr>
        <p:spPr>
          <a:xfrm>
            <a:off x="7832160" y="2691000"/>
            <a:ext cx="28800" cy="28800"/>
          </a:xfrm>
          <a:prstGeom prst="ellipse">
            <a:avLst/>
          </a:prstGeom>
          <a:solidFill>
            <a:schemeClr val="dk1"/>
          </a:solidFill>
          <a:ln w="0">
            <a:noFill/>
          </a:ln>
        </p:spPr>
        <p:style>
          <a:lnRef idx="0"/>
          <a:fillRef idx="0"/>
          <a:effectRef idx="0"/>
          <a:fontRef idx="minor"/>
        </p:style>
      </p:sp>
      <p:sp>
        <p:nvSpPr>
          <p:cNvPr id="1265" name="Google Shape;1598;p44"/>
          <p:cNvSpPr/>
          <p:nvPr/>
        </p:nvSpPr>
        <p:spPr>
          <a:xfrm>
            <a:off x="7893000" y="2691000"/>
            <a:ext cx="28800" cy="28800"/>
          </a:xfrm>
          <a:prstGeom prst="ellipse">
            <a:avLst/>
          </a:prstGeom>
          <a:solidFill>
            <a:schemeClr val="dk1"/>
          </a:solidFill>
          <a:ln w="0">
            <a:noFill/>
          </a:ln>
        </p:spPr>
        <p:style>
          <a:lnRef idx="0"/>
          <a:fillRef idx="0"/>
          <a:effectRef idx="0"/>
          <a:fontRef idx="minor"/>
        </p:style>
      </p:sp>
      <p:sp>
        <p:nvSpPr>
          <p:cNvPr id="1266" name="Google Shape;1599;p44"/>
          <p:cNvSpPr/>
          <p:nvPr/>
        </p:nvSpPr>
        <p:spPr>
          <a:xfrm>
            <a:off x="8715240" y="2691000"/>
            <a:ext cx="32760" cy="28800"/>
          </a:xfrm>
          <a:prstGeom prst="ellipse">
            <a:avLst/>
          </a:prstGeom>
          <a:solidFill>
            <a:schemeClr val="dk1"/>
          </a:solidFill>
          <a:ln w="0">
            <a:noFill/>
          </a:ln>
        </p:spPr>
        <p:style>
          <a:lnRef idx="0"/>
          <a:fillRef idx="0"/>
          <a:effectRef idx="0"/>
          <a:fontRef idx="minor"/>
        </p:style>
      </p:sp>
      <p:sp>
        <p:nvSpPr>
          <p:cNvPr id="1267" name="Google Shape;1600;p44"/>
          <p:cNvSpPr/>
          <p:nvPr/>
        </p:nvSpPr>
        <p:spPr>
          <a:xfrm>
            <a:off x="8688600" y="3268800"/>
            <a:ext cx="28800" cy="28800"/>
          </a:xfrm>
          <a:prstGeom prst="ellipse">
            <a:avLst/>
          </a:prstGeom>
          <a:solidFill>
            <a:schemeClr val="dk1"/>
          </a:solidFill>
          <a:ln w="0">
            <a:noFill/>
          </a:ln>
        </p:spPr>
        <p:style>
          <a:lnRef idx="0"/>
          <a:fillRef idx="0"/>
          <a:effectRef idx="0"/>
          <a:fontRef idx="minor"/>
        </p:style>
      </p:sp>
      <p:sp>
        <p:nvSpPr>
          <p:cNvPr id="1268" name="Google Shape;1601;p44"/>
          <p:cNvSpPr/>
          <p:nvPr/>
        </p:nvSpPr>
        <p:spPr>
          <a:xfrm>
            <a:off x="8749800" y="3268800"/>
            <a:ext cx="28800" cy="28800"/>
          </a:xfrm>
          <a:prstGeom prst="ellipse">
            <a:avLst/>
          </a:prstGeom>
          <a:solidFill>
            <a:schemeClr val="dk1"/>
          </a:solidFill>
          <a:ln w="0">
            <a:noFill/>
          </a:ln>
        </p:spPr>
        <p:style>
          <a:lnRef idx="0"/>
          <a:fillRef idx="0"/>
          <a:effectRef idx="0"/>
          <a:fontRef idx="minor"/>
        </p:style>
      </p:sp>
      <p:sp>
        <p:nvSpPr>
          <p:cNvPr id="1269" name="Google Shape;1602;p44"/>
          <p:cNvSpPr/>
          <p:nvPr/>
        </p:nvSpPr>
        <p:spPr>
          <a:xfrm>
            <a:off x="8811000" y="3268800"/>
            <a:ext cx="28800" cy="28800"/>
          </a:xfrm>
          <a:prstGeom prst="ellipse">
            <a:avLst/>
          </a:prstGeom>
          <a:solidFill>
            <a:schemeClr val="dk1"/>
          </a:solidFill>
          <a:ln w="0">
            <a:noFill/>
          </a:ln>
        </p:spPr>
        <p:style>
          <a:lnRef idx="0"/>
          <a:fillRef idx="0"/>
          <a:effectRef idx="0"/>
          <a:fontRef idx="minor"/>
        </p:style>
      </p:sp>
      <p:sp>
        <p:nvSpPr>
          <p:cNvPr id="1270" name="Google Shape;1603;p44"/>
          <p:cNvSpPr/>
          <p:nvPr/>
        </p:nvSpPr>
        <p:spPr>
          <a:xfrm>
            <a:off x="8476200" y="3648240"/>
            <a:ext cx="28800" cy="28800"/>
          </a:xfrm>
          <a:prstGeom prst="ellipse">
            <a:avLst/>
          </a:prstGeom>
          <a:solidFill>
            <a:schemeClr val="dk1"/>
          </a:solidFill>
          <a:ln w="0">
            <a:noFill/>
          </a:ln>
        </p:spPr>
        <p:style>
          <a:lnRef idx="0"/>
          <a:fillRef idx="0"/>
          <a:effectRef idx="0"/>
          <a:fontRef idx="minor"/>
        </p:style>
      </p:sp>
      <p:sp>
        <p:nvSpPr>
          <p:cNvPr id="1271" name="Google Shape;1604;p44"/>
          <p:cNvSpPr/>
          <p:nvPr/>
        </p:nvSpPr>
        <p:spPr>
          <a:xfrm>
            <a:off x="8537400" y="3648240"/>
            <a:ext cx="28800" cy="28800"/>
          </a:xfrm>
          <a:prstGeom prst="ellipse">
            <a:avLst/>
          </a:prstGeom>
          <a:solidFill>
            <a:schemeClr val="dk1"/>
          </a:solidFill>
          <a:ln w="0">
            <a:noFill/>
          </a:ln>
        </p:spPr>
        <p:style>
          <a:lnRef idx="0"/>
          <a:fillRef idx="0"/>
          <a:effectRef idx="0"/>
          <a:fontRef idx="minor"/>
        </p:style>
      </p:sp>
      <p:sp>
        <p:nvSpPr>
          <p:cNvPr id="1272" name="Google Shape;1605;p44"/>
          <p:cNvSpPr/>
          <p:nvPr/>
        </p:nvSpPr>
        <p:spPr>
          <a:xfrm>
            <a:off x="8598600" y="3648240"/>
            <a:ext cx="28800" cy="28800"/>
          </a:xfrm>
          <a:prstGeom prst="ellipse">
            <a:avLst/>
          </a:prstGeom>
          <a:solidFill>
            <a:schemeClr val="dk1"/>
          </a:solidFill>
          <a:ln w="0">
            <a:noFill/>
          </a:ln>
        </p:spPr>
        <p:style>
          <a:lnRef idx="0"/>
          <a:fillRef idx="0"/>
          <a:effectRef idx="0"/>
          <a:fontRef idx="minor"/>
        </p:style>
      </p:sp>
      <p:sp>
        <p:nvSpPr>
          <p:cNvPr id="1273" name="Google Shape;1606;p44"/>
          <p:cNvSpPr/>
          <p:nvPr/>
        </p:nvSpPr>
        <p:spPr>
          <a:xfrm>
            <a:off x="790560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74" name="Google Shape;1607;p44"/>
          <p:cNvSpPr/>
          <p:nvPr/>
        </p:nvSpPr>
        <p:spPr>
          <a:xfrm>
            <a:off x="731412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75" name="Google Shape;1608;p44"/>
          <p:cNvSpPr/>
          <p:nvPr/>
        </p:nvSpPr>
        <p:spPr>
          <a:xfrm>
            <a:off x="670644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76" name="Google Shape;1609;p44"/>
          <p:cNvSpPr/>
          <p:nvPr/>
        </p:nvSpPr>
        <p:spPr>
          <a:xfrm>
            <a:off x="610668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77" name="Google Shape;1610;p44"/>
          <p:cNvSpPr/>
          <p:nvPr/>
        </p:nvSpPr>
        <p:spPr>
          <a:xfrm>
            <a:off x="550692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278" name="Google Shape;1611;p44"/>
          <p:cNvSpPr/>
          <p:nvPr/>
        </p:nvSpPr>
        <p:spPr>
          <a:xfrm>
            <a:off x="4907160" y="235656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9" name="Google Shape;1616;p45"/>
          <p:cNvSpPr/>
          <p:nvPr/>
        </p:nvSpPr>
        <p:spPr>
          <a:xfrm>
            <a:off x="376560" y="4201560"/>
            <a:ext cx="8278200" cy="564480"/>
          </a:xfrm>
          <a:prstGeom prst="roundRect">
            <a:avLst>
              <a:gd name="adj" fmla="val 18112"/>
            </a:avLst>
          </a:prstGeom>
          <a:solidFill>
            <a:srgbClr val="f3f3f3"/>
          </a:solidFill>
          <a:ln w="9525">
            <a:solidFill>
              <a:srgbClr val="ececec"/>
            </a:solidFill>
            <a:round/>
          </a:ln>
        </p:spPr>
        <p:style>
          <a:lnRef idx="0"/>
          <a:fillRef idx="0"/>
          <a:effectRef idx="0"/>
          <a:fontRef idx="minor"/>
        </p:style>
      </p:sp>
      <p:sp>
        <p:nvSpPr>
          <p:cNvPr id="1280" name="Google Shape;1617;p45"/>
          <p:cNvSpPr/>
          <p:nvPr/>
        </p:nvSpPr>
        <p:spPr>
          <a:xfrm>
            <a:off x="450000" y="936720"/>
            <a:ext cx="827820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281" name="Google Shape;1618;p45"/>
          <p:cNvSpPr/>
          <p:nvPr/>
        </p:nvSpPr>
        <p:spPr>
          <a:xfrm>
            <a:off x="303120" y="5442840"/>
            <a:ext cx="8278200" cy="802080"/>
          </a:xfrm>
          <a:prstGeom prst="roundRect">
            <a:avLst>
              <a:gd name="adj" fmla="val 7798"/>
            </a:avLst>
          </a:prstGeom>
          <a:solidFill>
            <a:schemeClr val="lt2"/>
          </a:solidFill>
          <a:ln w="9525">
            <a:solidFill>
              <a:srgbClr val="f3f3f3"/>
            </a:solidFill>
            <a:round/>
          </a:ln>
        </p:spPr>
        <p:style>
          <a:lnRef idx="0"/>
          <a:fillRef idx="0"/>
          <a:effectRef idx="0"/>
          <a:fontRef idx="minor"/>
        </p:style>
      </p:sp>
      <p:sp>
        <p:nvSpPr>
          <p:cNvPr id="1282" name="Google Shape;1619;p45"/>
          <p:cNvSpPr/>
          <p:nvPr/>
        </p:nvSpPr>
        <p:spPr>
          <a:xfrm>
            <a:off x="2638080" y="4353120"/>
            <a:ext cx="46296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1283" name="Google Shape;1620;p45"/>
          <p:cNvSpPr/>
          <p:nvPr/>
        </p:nvSpPr>
        <p:spPr>
          <a:xfrm>
            <a:off x="2638080" y="4520520"/>
            <a:ext cx="805320" cy="1432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700" spc="-1" strike="noStrike">
                <a:solidFill>
                  <a:srgbClr val="000000"/>
                </a:solidFill>
                <a:latin typeface="Noto Sans JP"/>
                <a:ea typeface="Noto Sans JP"/>
              </a:rPr>
              <a:t>成果物</a:t>
            </a:r>
            <a:endParaRPr b="0" lang="en-US" sz="700" spc="-1" strike="noStrike">
              <a:latin typeface="Arial"/>
            </a:endParaRPr>
          </a:p>
        </p:txBody>
      </p:sp>
      <p:sp>
        <p:nvSpPr>
          <p:cNvPr id="1284" name="Google Shape;1621;p45"/>
          <p:cNvSpPr/>
          <p:nvPr/>
        </p:nvSpPr>
        <p:spPr>
          <a:xfrm>
            <a:off x="4862160" y="4353120"/>
            <a:ext cx="46296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1285" name="Google Shape;1622;p45"/>
          <p:cNvSpPr/>
          <p:nvPr/>
        </p:nvSpPr>
        <p:spPr>
          <a:xfrm>
            <a:off x="4862160" y="4520520"/>
            <a:ext cx="805320" cy="1432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700" spc="-1" strike="noStrike">
                <a:solidFill>
                  <a:srgbClr val="000000"/>
                </a:solidFill>
                <a:latin typeface="Noto Sans JP"/>
                <a:ea typeface="Noto Sans JP"/>
              </a:rPr>
              <a:t>成果物</a:t>
            </a:r>
            <a:endParaRPr b="0" lang="en-US" sz="700" spc="-1" strike="noStrike">
              <a:latin typeface="Arial"/>
            </a:endParaRPr>
          </a:p>
        </p:txBody>
      </p:sp>
      <p:sp>
        <p:nvSpPr>
          <p:cNvPr id="1286" name="Google Shape;1623;p45"/>
          <p:cNvSpPr/>
          <p:nvPr/>
        </p:nvSpPr>
        <p:spPr>
          <a:xfrm rot="21597600">
            <a:off x="1019520" y="5526720"/>
            <a:ext cx="1291680" cy="189360"/>
          </a:xfrm>
          <a:prstGeom prst="roundRect">
            <a:avLst>
              <a:gd name="adj" fmla="val 50000"/>
            </a:avLst>
          </a:prstGeom>
          <a:solidFill>
            <a:srgbClr val="3f3f3f"/>
          </a:solidFill>
          <a:ln w="0">
            <a:noFill/>
          </a:ln>
        </p:spPr>
        <p:style>
          <a:lnRef idx="0"/>
          <a:fillRef idx="0"/>
          <a:effectRef idx="0"/>
          <a:fontRef idx="minor"/>
        </p:style>
        <p:txBody>
          <a:bodyPr lIns="90000" rIns="90000" tIns="133920" bIns="133920" anchor="ctr">
            <a:noAutofit/>
          </a:bodyPr>
          <a:p>
            <a:pPr algn="ctr">
              <a:lnSpc>
                <a:spcPct val="100000"/>
              </a:lnSpc>
              <a:buNone/>
              <a:tabLst>
                <a:tab algn="l" pos="0"/>
              </a:tabLst>
            </a:pPr>
            <a:r>
              <a:rPr b="1" lang="zh-CN" sz="800" spc="-1" strike="noStrike">
                <a:solidFill>
                  <a:srgbClr val="ececec"/>
                </a:solidFill>
                <a:latin typeface="Noto Sans JP"/>
                <a:ea typeface="Noto Sans JP"/>
              </a:rPr>
              <a:t>想定アウトプット</a:t>
            </a:r>
            <a:endParaRPr b="0" lang="en-US" sz="800" spc="-1" strike="noStrike">
              <a:latin typeface="Arial"/>
            </a:endParaRPr>
          </a:p>
        </p:txBody>
      </p:sp>
      <p:sp>
        <p:nvSpPr>
          <p:cNvPr id="1287" name="Google Shape;1624;p45"/>
          <p:cNvSpPr/>
          <p:nvPr/>
        </p:nvSpPr>
        <p:spPr>
          <a:xfrm>
            <a:off x="-985680" y="128268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288" name="Google Shape;1625;p45"/>
          <p:cNvSpPr/>
          <p:nvPr/>
        </p:nvSpPr>
        <p:spPr>
          <a:xfrm flipH="1" rot="10800000">
            <a:off x="-330480" y="1323000"/>
            <a:ext cx="262440" cy="13752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289" name="Google Shape;1626;p45"/>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290" name="Google Shape;1627;p45"/>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291" name="Google Shape;1628;p45"/>
          <p:cNvGrpSpPr/>
          <p:nvPr/>
        </p:nvGrpSpPr>
        <p:grpSpPr>
          <a:xfrm>
            <a:off x="194760" y="98640"/>
            <a:ext cx="8515440" cy="552600"/>
            <a:chOff x="194760" y="98640"/>
            <a:chExt cx="8515440" cy="552600"/>
          </a:xfrm>
        </p:grpSpPr>
        <p:sp>
          <p:nvSpPr>
            <p:cNvPr id="1292" name="Google Shape;1629;p45"/>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293" name="Google Shape;1630;p45"/>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
        <p:nvSpPr>
          <p:cNvPr id="1294" name="Google Shape;1631;p45"/>
          <p:cNvSpPr/>
          <p:nvPr/>
        </p:nvSpPr>
        <p:spPr>
          <a:xfrm>
            <a:off x="6697440" y="1533960"/>
            <a:ext cx="360" cy="24613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95" name="Google Shape;1632;p45"/>
          <p:cNvSpPr/>
          <p:nvPr/>
        </p:nvSpPr>
        <p:spPr>
          <a:xfrm>
            <a:off x="7281720" y="1523520"/>
            <a:ext cx="360" cy="2437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96" name="Google Shape;1633;p45"/>
          <p:cNvSpPr/>
          <p:nvPr/>
        </p:nvSpPr>
        <p:spPr>
          <a:xfrm>
            <a:off x="7880040" y="1511640"/>
            <a:ext cx="360" cy="2437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97" name="Google Shape;1634;p45"/>
          <p:cNvSpPr/>
          <p:nvPr/>
        </p:nvSpPr>
        <p:spPr>
          <a:xfrm>
            <a:off x="8449920" y="1535400"/>
            <a:ext cx="360" cy="2437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98" name="Google Shape;1635;p45"/>
          <p:cNvSpPr/>
          <p:nvPr/>
        </p:nvSpPr>
        <p:spPr>
          <a:xfrm flipH="1">
            <a:off x="2527920" y="1505880"/>
            <a:ext cx="2160" cy="25362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299" name="Google Shape;1636;p45"/>
          <p:cNvSpPr/>
          <p:nvPr/>
        </p:nvSpPr>
        <p:spPr>
          <a:xfrm flipH="1">
            <a:off x="1924200" y="1517400"/>
            <a:ext cx="6840" cy="25156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0" name="Google Shape;1637;p45"/>
          <p:cNvSpPr/>
          <p:nvPr/>
        </p:nvSpPr>
        <p:spPr>
          <a:xfrm>
            <a:off x="4307760" y="1511640"/>
            <a:ext cx="360" cy="25210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1" name="Google Shape;1638;p45"/>
          <p:cNvSpPr/>
          <p:nvPr/>
        </p:nvSpPr>
        <p:spPr>
          <a:xfrm>
            <a:off x="3709440" y="1522800"/>
            <a:ext cx="360" cy="25290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2" name="Google Shape;1639;p45"/>
          <p:cNvSpPr/>
          <p:nvPr/>
        </p:nvSpPr>
        <p:spPr>
          <a:xfrm>
            <a:off x="3124800" y="1533960"/>
            <a:ext cx="360" cy="25174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3" name="Google Shape;1640;p45"/>
          <p:cNvSpPr/>
          <p:nvPr/>
        </p:nvSpPr>
        <p:spPr>
          <a:xfrm>
            <a:off x="6105600" y="1505880"/>
            <a:ext cx="360" cy="25081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4" name="Google Shape;1641;p45"/>
          <p:cNvSpPr/>
          <p:nvPr/>
        </p:nvSpPr>
        <p:spPr>
          <a:xfrm>
            <a:off x="5514840" y="1500840"/>
            <a:ext cx="360" cy="252252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5" name="Google Shape;1642;p45"/>
          <p:cNvSpPr/>
          <p:nvPr/>
        </p:nvSpPr>
        <p:spPr>
          <a:xfrm>
            <a:off x="4907880" y="1254960"/>
            <a:ext cx="360" cy="2768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6" name="Google Shape;1643;p45"/>
          <p:cNvSpPr/>
          <p:nvPr/>
        </p:nvSpPr>
        <p:spPr>
          <a:xfrm>
            <a:off x="1350720" y="1528560"/>
            <a:ext cx="12960" cy="2522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07" name="Google Shape;1644;p45"/>
          <p:cNvSpPr/>
          <p:nvPr/>
        </p:nvSpPr>
        <p:spPr>
          <a:xfrm>
            <a:off x="1375560" y="16506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308" name="Google Shape;1645;p45"/>
          <p:cNvSpPr/>
          <p:nvPr/>
        </p:nvSpPr>
        <p:spPr>
          <a:xfrm>
            <a:off x="363960" y="1896840"/>
            <a:ext cx="947880" cy="219600"/>
          </a:xfrm>
          <a:prstGeom prst="rect">
            <a:avLst/>
          </a:prstGeom>
          <a:solidFill>
            <a:srgbClr val="ff2200"/>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309" name="Google Shape;1646;p45"/>
          <p:cNvSpPr/>
          <p:nvPr/>
        </p:nvSpPr>
        <p:spPr>
          <a:xfrm flipH="1" rot="10800000">
            <a:off x="1317960" y="1575000"/>
            <a:ext cx="7328160" cy="468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310" name="Google Shape;1647;p45"/>
          <p:cNvSpPr/>
          <p:nvPr/>
        </p:nvSpPr>
        <p:spPr>
          <a:xfrm>
            <a:off x="4926240" y="135468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2025</a:t>
            </a:r>
            <a:endParaRPr b="0" lang="en-US" sz="900" spc="-1" strike="noStrike">
              <a:latin typeface="Arial"/>
            </a:endParaRPr>
          </a:p>
        </p:txBody>
      </p:sp>
      <p:sp>
        <p:nvSpPr>
          <p:cNvPr id="1311" name="Google Shape;1648;p45"/>
          <p:cNvSpPr/>
          <p:nvPr/>
        </p:nvSpPr>
        <p:spPr>
          <a:xfrm>
            <a:off x="1954440" y="16506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312" name="Google Shape;1649;p45"/>
          <p:cNvSpPr/>
          <p:nvPr/>
        </p:nvSpPr>
        <p:spPr>
          <a:xfrm>
            <a:off x="2563920" y="16506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313" name="Google Shape;1650;p45"/>
          <p:cNvSpPr/>
          <p:nvPr/>
        </p:nvSpPr>
        <p:spPr>
          <a:xfrm>
            <a:off x="3173400" y="16506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314" name="Google Shape;1651;p45"/>
          <p:cNvSpPr/>
          <p:nvPr/>
        </p:nvSpPr>
        <p:spPr>
          <a:xfrm>
            <a:off x="373788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315" name="Google Shape;1652;p45"/>
          <p:cNvSpPr/>
          <p:nvPr/>
        </p:nvSpPr>
        <p:spPr>
          <a:xfrm>
            <a:off x="431640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12</a:t>
            </a:r>
            <a:r>
              <a:rPr b="1" lang="zh-CN" sz="900" spc="-1" strike="noStrike">
                <a:solidFill>
                  <a:srgbClr val="3f3f3f"/>
                </a:solidFill>
                <a:latin typeface="Arial"/>
                <a:ea typeface="Arial"/>
              </a:rPr>
              <a:t>月</a:t>
            </a:r>
            <a:endParaRPr b="0" lang="en-US" sz="900" spc="-1" strike="noStrike">
              <a:latin typeface="Arial"/>
            </a:endParaRPr>
          </a:p>
        </p:txBody>
      </p:sp>
      <p:sp>
        <p:nvSpPr>
          <p:cNvPr id="1316" name="Google Shape;1653;p45"/>
          <p:cNvSpPr/>
          <p:nvPr/>
        </p:nvSpPr>
        <p:spPr>
          <a:xfrm>
            <a:off x="492624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317" name="Google Shape;1654;p45"/>
          <p:cNvSpPr/>
          <p:nvPr/>
        </p:nvSpPr>
        <p:spPr>
          <a:xfrm>
            <a:off x="553572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318" name="Google Shape;1655;p45"/>
          <p:cNvSpPr/>
          <p:nvPr/>
        </p:nvSpPr>
        <p:spPr>
          <a:xfrm>
            <a:off x="609984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319" name="Google Shape;1656;p45"/>
          <p:cNvSpPr/>
          <p:nvPr/>
        </p:nvSpPr>
        <p:spPr>
          <a:xfrm>
            <a:off x="667872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320" name="Google Shape;1657;p45"/>
          <p:cNvSpPr/>
          <p:nvPr/>
        </p:nvSpPr>
        <p:spPr>
          <a:xfrm>
            <a:off x="728820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321" name="Google Shape;1658;p45"/>
          <p:cNvSpPr/>
          <p:nvPr/>
        </p:nvSpPr>
        <p:spPr>
          <a:xfrm>
            <a:off x="7898040" y="164520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322" name="Google Shape;1659;p45"/>
          <p:cNvSpPr/>
          <p:nvPr/>
        </p:nvSpPr>
        <p:spPr>
          <a:xfrm>
            <a:off x="1375560" y="1352880"/>
            <a:ext cx="55728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2024</a:t>
            </a:r>
            <a:endParaRPr b="0" lang="en-US" sz="900" spc="-1" strike="noStrike">
              <a:latin typeface="Arial"/>
            </a:endParaRPr>
          </a:p>
        </p:txBody>
      </p:sp>
      <p:sp>
        <p:nvSpPr>
          <p:cNvPr id="1323" name="Google Shape;1660;p45"/>
          <p:cNvSpPr/>
          <p:nvPr/>
        </p:nvSpPr>
        <p:spPr>
          <a:xfrm>
            <a:off x="6257520" y="1896840"/>
            <a:ext cx="22147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24" name="Google Shape;1661;p45"/>
          <p:cNvSpPr/>
          <p:nvPr/>
        </p:nvSpPr>
        <p:spPr>
          <a:xfrm>
            <a:off x="3215520" y="1896840"/>
            <a:ext cx="31888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25" name="Google Shape;1662;p45"/>
          <p:cNvSpPr/>
          <p:nvPr/>
        </p:nvSpPr>
        <p:spPr>
          <a:xfrm>
            <a:off x="1350720" y="1896840"/>
            <a:ext cx="20062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26" name="Google Shape;1663;p45"/>
          <p:cNvSpPr/>
          <p:nvPr/>
        </p:nvSpPr>
        <p:spPr>
          <a:xfrm>
            <a:off x="381960" y="2941560"/>
            <a:ext cx="82674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27" name="Google Shape;1664;p45"/>
          <p:cNvSpPr/>
          <p:nvPr/>
        </p:nvSpPr>
        <p:spPr>
          <a:xfrm>
            <a:off x="4121280" y="2974320"/>
            <a:ext cx="6415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28" name="Google Shape;1665;p45"/>
          <p:cNvSpPr/>
          <p:nvPr/>
        </p:nvSpPr>
        <p:spPr>
          <a:xfrm>
            <a:off x="3492000" y="2974320"/>
            <a:ext cx="6199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329" name="Google Shape;1666;p45"/>
          <p:cNvSpPr/>
          <p:nvPr/>
        </p:nvSpPr>
        <p:spPr>
          <a:xfrm>
            <a:off x="1346760" y="2194560"/>
            <a:ext cx="10144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330" name="Google Shape;1667;p45"/>
          <p:cNvSpPr/>
          <p:nvPr/>
        </p:nvSpPr>
        <p:spPr>
          <a:xfrm>
            <a:off x="3749400" y="218016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31" name="Google Shape;1668;p45"/>
          <p:cNvSpPr/>
          <p:nvPr/>
        </p:nvSpPr>
        <p:spPr>
          <a:xfrm>
            <a:off x="1346760" y="2974320"/>
            <a:ext cx="8128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332" name="Google Shape;1669;p45"/>
          <p:cNvSpPr/>
          <p:nvPr/>
        </p:nvSpPr>
        <p:spPr>
          <a:xfrm>
            <a:off x="2173320" y="2974320"/>
            <a:ext cx="7578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333" name="Google Shape;1670;p45"/>
          <p:cNvSpPr/>
          <p:nvPr/>
        </p:nvSpPr>
        <p:spPr>
          <a:xfrm>
            <a:off x="2422440" y="3354120"/>
            <a:ext cx="103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334" name="Google Shape;1671;p45"/>
          <p:cNvSpPr/>
          <p:nvPr/>
        </p:nvSpPr>
        <p:spPr>
          <a:xfrm>
            <a:off x="363960" y="2974320"/>
            <a:ext cx="919080" cy="10774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335" name="Google Shape;1672;p45"/>
          <p:cNvSpPr/>
          <p:nvPr/>
        </p:nvSpPr>
        <p:spPr>
          <a:xfrm>
            <a:off x="363960" y="2194560"/>
            <a:ext cx="919080" cy="6976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336" name="Google Shape;1673;p45"/>
          <p:cNvSpPr/>
          <p:nvPr/>
        </p:nvSpPr>
        <p:spPr>
          <a:xfrm>
            <a:off x="430776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37" name="Google Shape;1674;p45"/>
          <p:cNvSpPr/>
          <p:nvPr/>
        </p:nvSpPr>
        <p:spPr>
          <a:xfrm>
            <a:off x="2425320" y="3738960"/>
            <a:ext cx="1583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338" name="Google Shape;1675;p45"/>
          <p:cNvSpPr/>
          <p:nvPr/>
        </p:nvSpPr>
        <p:spPr>
          <a:xfrm>
            <a:off x="4437360" y="3738960"/>
            <a:ext cx="139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339" name="Google Shape;1676;p45"/>
          <p:cNvSpPr/>
          <p:nvPr/>
        </p:nvSpPr>
        <p:spPr>
          <a:xfrm>
            <a:off x="2932920" y="2579760"/>
            <a:ext cx="516600" cy="6976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340" name="Google Shape;1677;p45"/>
          <p:cNvSpPr/>
          <p:nvPr/>
        </p:nvSpPr>
        <p:spPr>
          <a:xfrm>
            <a:off x="2523240" y="2191680"/>
            <a:ext cx="11844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341" name="Google Shape;1678;p45"/>
          <p:cNvSpPr/>
          <p:nvPr/>
        </p:nvSpPr>
        <p:spPr>
          <a:xfrm>
            <a:off x="3749400" y="256500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342" name="Google Shape;1679;p45"/>
          <p:cNvSpPr/>
          <p:nvPr/>
        </p:nvSpPr>
        <p:spPr>
          <a:xfrm>
            <a:off x="1854000" y="2579760"/>
            <a:ext cx="107784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343" name="Google Shape;1680;p45"/>
          <p:cNvSpPr/>
          <p:nvPr/>
        </p:nvSpPr>
        <p:spPr>
          <a:xfrm>
            <a:off x="477252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44" name="Google Shape;1681;p45"/>
          <p:cNvSpPr/>
          <p:nvPr/>
        </p:nvSpPr>
        <p:spPr>
          <a:xfrm>
            <a:off x="542376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45" name="Google Shape;1682;p45"/>
          <p:cNvSpPr/>
          <p:nvPr/>
        </p:nvSpPr>
        <p:spPr>
          <a:xfrm>
            <a:off x="4559400" y="3354120"/>
            <a:ext cx="61956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46" name="Google Shape;1683;p45"/>
          <p:cNvSpPr/>
          <p:nvPr/>
        </p:nvSpPr>
        <p:spPr>
          <a:xfrm>
            <a:off x="6074640" y="297432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47" name="Google Shape;1684;p45"/>
          <p:cNvSpPr/>
          <p:nvPr/>
        </p:nvSpPr>
        <p:spPr>
          <a:xfrm>
            <a:off x="6704280" y="297432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48" name="Google Shape;1685;p45"/>
          <p:cNvSpPr/>
          <p:nvPr/>
        </p:nvSpPr>
        <p:spPr>
          <a:xfrm>
            <a:off x="733356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49" name="Google Shape;1686;p45"/>
          <p:cNvSpPr/>
          <p:nvPr/>
        </p:nvSpPr>
        <p:spPr>
          <a:xfrm>
            <a:off x="5196960" y="335412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0" name="Google Shape;1687;p45"/>
          <p:cNvSpPr/>
          <p:nvPr/>
        </p:nvSpPr>
        <p:spPr>
          <a:xfrm>
            <a:off x="5847840" y="335412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1" name="Google Shape;1688;p45"/>
          <p:cNvSpPr/>
          <p:nvPr/>
        </p:nvSpPr>
        <p:spPr>
          <a:xfrm>
            <a:off x="6498720" y="335412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2" name="Google Shape;1689;p45"/>
          <p:cNvSpPr/>
          <p:nvPr/>
        </p:nvSpPr>
        <p:spPr>
          <a:xfrm>
            <a:off x="7149600" y="3354120"/>
            <a:ext cx="61164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3" name="Google Shape;1690;p45"/>
          <p:cNvSpPr/>
          <p:nvPr/>
        </p:nvSpPr>
        <p:spPr>
          <a:xfrm>
            <a:off x="7779240" y="335412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54" name="Google Shape;1691;p45"/>
          <p:cNvSpPr/>
          <p:nvPr/>
        </p:nvSpPr>
        <p:spPr>
          <a:xfrm>
            <a:off x="5847840" y="3738960"/>
            <a:ext cx="629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355" name="Google Shape;1692;p45"/>
          <p:cNvSpPr/>
          <p:nvPr/>
        </p:nvSpPr>
        <p:spPr>
          <a:xfrm>
            <a:off x="798480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56" name="Google Shape;1693;p45"/>
          <p:cNvSpPr/>
          <p:nvPr/>
        </p:nvSpPr>
        <p:spPr>
          <a:xfrm>
            <a:off x="7832160" y="2538720"/>
            <a:ext cx="28800" cy="28800"/>
          </a:xfrm>
          <a:prstGeom prst="ellipse">
            <a:avLst/>
          </a:prstGeom>
          <a:solidFill>
            <a:schemeClr val="dk1"/>
          </a:solidFill>
          <a:ln w="0">
            <a:noFill/>
          </a:ln>
        </p:spPr>
        <p:style>
          <a:lnRef idx="0"/>
          <a:fillRef idx="0"/>
          <a:effectRef idx="0"/>
          <a:fontRef idx="minor"/>
        </p:style>
      </p:sp>
      <p:sp>
        <p:nvSpPr>
          <p:cNvPr id="1357" name="Google Shape;1694;p45"/>
          <p:cNvSpPr/>
          <p:nvPr/>
        </p:nvSpPr>
        <p:spPr>
          <a:xfrm>
            <a:off x="7893000" y="2538720"/>
            <a:ext cx="28800" cy="28800"/>
          </a:xfrm>
          <a:prstGeom prst="ellipse">
            <a:avLst/>
          </a:prstGeom>
          <a:solidFill>
            <a:schemeClr val="dk1"/>
          </a:solidFill>
          <a:ln w="0">
            <a:noFill/>
          </a:ln>
        </p:spPr>
        <p:style>
          <a:lnRef idx="0"/>
          <a:fillRef idx="0"/>
          <a:effectRef idx="0"/>
          <a:fontRef idx="minor"/>
        </p:style>
      </p:sp>
      <p:sp>
        <p:nvSpPr>
          <p:cNvPr id="1358" name="Google Shape;1695;p45"/>
          <p:cNvSpPr/>
          <p:nvPr/>
        </p:nvSpPr>
        <p:spPr>
          <a:xfrm>
            <a:off x="8715240" y="2538720"/>
            <a:ext cx="32760" cy="28800"/>
          </a:xfrm>
          <a:prstGeom prst="ellipse">
            <a:avLst/>
          </a:prstGeom>
          <a:solidFill>
            <a:schemeClr val="dk1"/>
          </a:solidFill>
          <a:ln w="0">
            <a:noFill/>
          </a:ln>
        </p:spPr>
        <p:style>
          <a:lnRef idx="0"/>
          <a:fillRef idx="0"/>
          <a:effectRef idx="0"/>
          <a:fontRef idx="minor"/>
        </p:style>
      </p:sp>
      <p:sp>
        <p:nvSpPr>
          <p:cNvPr id="1359" name="Google Shape;1696;p45"/>
          <p:cNvSpPr/>
          <p:nvPr/>
        </p:nvSpPr>
        <p:spPr>
          <a:xfrm>
            <a:off x="8688600" y="3116160"/>
            <a:ext cx="28800" cy="28800"/>
          </a:xfrm>
          <a:prstGeom prst="ellipse">
            <a:avLst/>
          </a:prstGeom>
          <a:solidFill>
            <a:schemeClr val="dk1"/>
          </a:solidFill>
          <a:ln w="0">
            <a:noFill/>
          </a:ln>
        </p:spPr>
        <p:style>
          <a:lnRef idx="0"/>
          <a:fillRef idx="0"/>
          <a:effectRef idx="0"/>
          <a:fontRef idx="minor"/>
        </p:style>
      </p:sp>
      <p:sp>
        <p:nvSpPr>
          <p:cNvPr id="1360" name="Google Shape;1697;p45"/>
          <p:cNvSpPr/>
          <p:nvPr/>
        </p:nvSpPr>
        <p:spPr>
          <a:xfrm>
            <a:off x="8749800" y="3116160"/>
            <a:ext cx="28800" cy="28800"/>
          </a:xfrm>
          <a:prstGeom prst="ellipse">
            <a:avLst/>
          </a:prstGeom>
          <a:solidFill>
            <a:schemeClr val="dk1"/>
          </a:solidFill>
          <a:ln w="0">
            <a:noFill/>
          </a:ln>
        </p:spPr>
        <p:style>
          <a:lnRef idx="0"/>
          <a:fillRef idx="0"/>
          <a:effectRef idx="0"/>
          <a:fontRef idx="minor"/>
        </p:style>
      </p:sp>
      <p:sp>
        <p:nvSpPr>
          <p:cNvPr id="1361" name="Google Shape;1698;p45"/>
          <p:cNvSpPr/>
          <p:nvPr/>
        </p:nvSpPr>
        <p:spPr>
          <a:xfrm>
            <a:off x="8811000" y="3116160"/>
            <a:ext cx="28800" cy="28800"/>
          </a:xfrm>
          <a:prstGeom prst="ellipse">
            <a:avLst/>
          </a:prstGeom>
          <a:solidFill>
            <a:schemeClr val="dk1"/>
          </a:solidFill>
          <a:ln w="0">
            <a:noFill/>
          </a:ln>
        </p:spPr>
        <p:style>
          <a:lnRef idx="0"/>
          <a:fillRef idx="0"/>
          <a:effectRef idx="0"/>
          <a:fontRef idx="minor"/>
        </p:style>
      </p:sp>
      <p:sp>
        <p:nvSpPr>
          <p:cNvPr id="1362" name="Google Shape;1699;p45"/>
          <p:cNvSpPr/>
          <p:nvPr/>
        </p:nvSpPr>
        <p:spPr>
          <a:xfrm>
            <a:off x="8476200" y="3495960"/>
            <a:ext cx="28800" cy="28800"/>
          </a:xfrm>
          <a:prstGeom prst="ellipse">
            <a:avLst/>
          </a:prstGeom>
          <a:solidFill>
            <a:schemeClr val="dk1"/>
          </a:solidFill>
          <a:ln w="0">
            <a:noFill/>
          </a:ln>
        </p:spPr>
        <p:style>
          <a:lnRef idx="0"/>
          <a:fillRef idx="0"/>
          <a:effectRef idx="0"/>
          <a:fontRef idx="minor"/>
        </p:style>
      </p:sp>
      <p:sp>
        <p:nvSpPr>
          <p:cNvPr id="1363" name="Google Shape;1700;p45"/>
          <p:cNvSpPr/>
          <p:nvPr/>
        </p:nvSpPr>
        <p:spPr>
          <a:xfrm>
            <a:off x="8537400" y="3495960"/>
            <a:ext cx="28800" cy="28800"/>
          </a:xfrm>
          <a:prstGeom prst="ellipse">
            <a:avLst/>
          </a:prstGeom>
          <a:solidFill>
            <a:schemeClr val="dk1"/>
          </a:solidFill>
          <a:ln w="0">
            <a:noFill/>
          </a:ln>
        </p:spPr>
        <p:style>
          <a:lnRef idx="0"/>
          <a:fillRef idx="0"/>
          <a:effectRef idx="0"/>
          <a:fontRef idx="minor"/>
        </p:style>
      </p:sp>
      <p:sp>
        <p:nvSpPr>
          <p:cNvPr id="1364" name="Google Shape;1701;p45"/>
          <p:cNvSpPr/>
          <p:nvPr/>
        </p:nvSpPr>
        <p:spPr>
          <a:xfrm>
            <a:off x="8598600" y="3495960"/>
            <a:ext cx="28800" cy="28800"/>
          </a:xfrm>
          <a:prstGeom prst="ellipse">
            <a:avLst/>
          </a:prstGeom>
          <a:solidFill>
            <a:schemeClr val="dk1"/>
          </a:solidFill>
          <a:ln w="0">
            <a:noFill/>
          </a:ln>
        </p:spPr>
        <p:style>
          <a:lnRef idx="0"/>
          <a:fillRef idx="0"/>
          <a:effectRef idx="0"/>
          <a:fontRef idx="minor"/>
        </p:style>
      </p:sp>
      <p:sp>
        <p:nvSpPr>
          <p:cNvPr id="1365" name="Google Shape;1702;p45"/>
          <p:cNvSpPr/>
          <p:nvPr/>
        </p:nvSpPr>
        <p:spPr>
          <a:xfrm>
            <a:off x="790560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66" name="Google Shape;1703;p45"/>
          <p:cNvSpPr/>
          <p:nvPr/>
        </p:nvSpPr>
        <p:spPr>
          <a:xfrm>
            <a:off x="731412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67" name="Google Shape;1704;p45"/>
          <p:cNvSpPr/>
          <p:nvPr/>
        </p:nvSpPr>
        <p:spPr>
          <a:xfrm>
            <a:off x="670644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68" name="Google Shape;1705;p45"/>
          <p:cNvSpPr/>
          <p:nvPr/>
        </p:nvSpPr>
        <p:spPr>
          <a:xfrm>
            <a:off x="610668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69" name="Google Shape;1706;p45"/>
          <p:cNvSpPr/>
          <p:nvPr/>
        </p:nvSpPr>
        <p:spPr>
          <a:xfrm>
            <a:off x="550692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70" name="Google Shape;1707;p45"/>
          <p:cNvSpPr/>
          <p:nvPr/>
        </p:nvSpPr>
        <p:spPr>
          <a:xfrm>
            <a:off x="4907160" y="2204280"/>
            <a:ext cx="57348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71" name="Google Shape;1708;p45"/>
          <p:cNvSpPr/>
          <p:nvPr/>
        </p:nvSpPr>
        <p:spPr>
          <a:xfrm>
            <a:off x="629640" y="4407840"/>
            <a:ext cx="1329480" cy="15192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1000" spc="-1" strike="noStrike">
                <a:solidFill>
                  <a:srgbClr val="ff2200"/>
                </a:solidFill>
                <a:latin typeface="Noto Sans JP"/>
                <a:ea typeface="Noto Sans JP"/>
              </a:rPr>
              <a:t>想定アウトプット</a:t>
            </a:r>
            <a:endParaRPr b="0" lang="en-US" sz="1000" spc="-1" strike="noStrike">
              <a:latin typeface="Arial"/>
            </a:endParaRPr>
          </a:p>
        </p:txBody>
      </p:sp>
      <p:sp>
        <p:nvSpPr>
          <p:cNvPr id="1372" name="Google Shape;1709;p45"/>
          <p:cNvSpPr/>
          <p:nvPr/>
        </p:nvSpPr>
        <p:spPr>
          <a:xfrm flipH="1" rot="10800000">
            <a:off x="2296800" y="4286520"/>
            <a:ext cx="360" cy="3981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3" name="Google Shape;1714;p46"/>
          <p:cNvSpPr/>
          <p:nvPr/>
        </p:nvSpPr>
        <p:spPr>
          <a:xfrm>
            <a:off x="452520" y="3410640"/>
            <a:ext cx="8278200" cy="1070640"/>
          </a:xfrm>
          <a:prstGeom prst="roundRect">
            <a:avLst>
              <a:gd name="adj" fmla="val 18112"/>
            </a:avLst>
          </a:prstGeom>
          <a:solidFill>
            <a:srgbClr val="f3f3f3"/>
          </a:solidFill>
          <a:ln w="9525">
            <a:solidFill>
              <a:srgbClr val="ececec"/>
            </a:solidFill>
            <a:round/>
          </a:ln>
        </p:spPr>
        <p:style>
          <a:lnRef idx="0"/>
          <a:fillRef idx="0"/>
          <a:effectRef idx="0"/>
          <a:fontRef idx="minor"/>
        </p:style>
      </p:sp>
      <p:sp>
        <p:nvSpPr>
          <p:cNvPr id="1374" name="Google Shape;1715;p46"/>
          <p:cNvSpPr/>
          <p:nvPr/>
        </p:nvSpPr>
        <p:spPr>
          <a:xfrm>
            <a:off x="6537960" y="1567440"/>
            <a:ext cx="360" cy="1553760"/>
          </a:xfrm>
          <a:custGeom>
            <a:avLst/>
            <a:gdLst/>
            <a:ahLst/>
            <a:rect l="l" t="t" r="r" b="b"/>
            <a:pathLst>
              <a:path w="21600" h="21600">
                <a:moveTo>
                  <a:pt x="0" y="0"/>
                </a:moveTo>
                <a:lnTo>
                  <a:pt x="21600" y="21600"/>
                </a:lnTo>
              </a:path>
            </a:pathLst>
          </a:custGeom>
          <a:noFill/>
          <a:ln w="9525">
            <a:solidFill>
              <a:srgbClr val="3f3f3f"/>
            </a:solidFill>
            <a:round/>
          </a:ln>
        </p:spPr>
        <p:style>
          <a:lnRef idx="0"/>
          <a:fillRef idx="0"/>
          <a:effectRef idx="0"/>
          <a:fontRef idx="minor"/>
        </p:style>
      </p:sp>
      <p:sp>
        <p:nvSpPr>
          <p:cNvPr id="1375" name="Google Shape;1716;p46"/>
          <p:cNvSpPr/>
          <p:nvPr/>
        </p:nvSpPr>
        <p:spPr>
          <a:xfrm>
            <a:off x="761220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76" name="Google Shape;1717;p46"/>
          <p:cNvSpPr/>
          <p:nvPr/>
        </p:nvSpPr>
        <p:spPr>
          <a:xfrm>
            <a:off x="873000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77" name="Google Shape;1718;p46"/>
          <p:cNvSpPr/>
          <p:nvPr/>
        </p:nvSpPr>
        <p:spPr>
          <a:xfrm>
            <a:off x="546372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78" name="Google Shape;1719;p46"/>
          <p:cNvSpPr/>
          <p:nvPr/>
        </p:nvSpPr>
        <p:spPr>
          <a:xfrm>
            <a:off x="438948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79" name="Google Shape;1720;p46"/>
          <p:cNvSpPr/>
          <p:nvPr/>
        </p:nvSpPr>
        <p:spPr>
          <a:xfrm>
            <a:off x="3315240" y="1567440"/>
            <a:ext cx="360" cy="15537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380" name="Google Shape;1721;p46"/>
          <p:cNvSpPr/>
          <p:nvPr/>
        </p:nvSpPr>
        <p:spPr>
          <a:xfrm>
            <a:off x="224100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81" name="Google Shape;1722;p46"/>
          <p:cNvSpPr/>
          <p:nvPr/>
        </p:nvSpPr>
        <p:spPr>
          <a:xfrm>
            <a:off x="1166760" y="1567440"/>
            <a:ext cx="360" cy="15537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382" name="Google Shape;1723;p46"/>
          <p:cNvSpPr/>
          <p:nvPr/>
        </p:nvSpPr>
        <p:spPr>
          <a:xfrm>
            <a:off x="116100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383" name="Google Shape;1724;p46"/>
          <p:cNvSpPr/>
          <p:nvPr/>
        </p:nvSpPr>
        <p:spPr>
          <a:xfrm>
            <a:off x="1192680" y="206676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384" name="Google Shape;1725;p46"/>
          <p:cNvSpPr/>
          <p:nvPr/>
        </p:nvSpPr>
        <p:spPr>
          <a:xfrm>
            <a:off x="450000" y="2575080"/>
            <a:ext cx="677880" cy="4716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385" name="Google Shape;1726;p46"/>
          <p:cNvSpPr/>
          <p:nvPr/>
        </p:nvSpPr>
        <p:spPr>
          <a:xfrm>
            <a:off x="450000" y="2066760"/>
            <a:ext cx="677880" cy="4716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386" name="Google Shape;1727;p46"/>
          <p:cNvSpPr/>
          <p:nvPr/>
        </p:nvSpPr>
        <p:spPr>
          <a:xfrm>
            <a:off x="223812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387" name="Google Shape;1728;p46"/>
          <p:cNvSpPr/>
          <p:nvPr/>
        </p:nvSpPr>
        <p:spPr>
          <a:xfrm>
            <a:off x="331524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388" name="Google Shape;1729;p46"/>
          <p:cNvSpPr/>
          <p:nvPr/>
        </p:nvSpPr>
        <p:spPr>
          <a:xfrm>
            <a:off x="438804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389" name="Google Shape;1730;p46"/>
          <p:cNvSpPr/>
          <p:nvPr/>
        </p:nvSpPr>
        <p:spPr>
          <a:xfrm>
            <a:off x="545508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390" name="Google Shape;1731;p46"/>
          <p:cNvSpPr/>
          <p:nvPr/>
        </p:nvSpPr>
        <p:spPr>
          <a:xfrm>
            <a:off x="653760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391" name="Google Shape;1732;p46"/>
          <p:cNvSpPr/>
          <p:nvPr/>
        </p:nvSpPr>
        <p:spPr>
          <a:xfrm>
            <a:off x="7620480" y="17960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392" name="Google Shape;1733;p46"/>
          <p:cNvSpPr/>
          <p:nvPr/>
        </p:nvSpPr>
        <p:spPr>
          <a:xfrm>
            <a:off x="2264760" y="206676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393" name="Google Shape;1734;p46"/>
          <p:cNvSpPr/>
          <p:nvPr/>
        </p:nvSpPr>
        <p:spPr>
          <a:xfrm>
            <a:off x="3339000" y="206676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394" name="Google Shape;1735;p46"/>
          <p:cNvSpPr/>
          <p:nvPr/>
        </p:nvSpPr>
        <p:spPr>
          <a:xfrm>
            <a:off x="4420440" y="257508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395" name="Google Shape;1736;p46"/>
          <p:cNvSpPr/>
          <p:nvPr/>
        </p:nvSpPr>
        <p:spPr>
          <a:xfrm>
            <a:off x="5481720" y="257508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396" name="Google Shape;1737;p46"/>
          <p:cNvSpPr/>
          <p:nvPr/>
        </p:nvSpPr>
        <p:spPr>
          <a:xfrm>
            <a:off x="455040" y="2559240"/>
            <a:ext cx="82674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97" name="Google Shape;1738;p46"/>
          <p:cNvSpPr/>
          <p:nvPr/>
        </p:nvSpPr>
        <p:spPr>
          <a:xfrm>
            <a:off x="455040" y="3066480"/>
            <a:ext cx="8269200" cy="648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398" name="Google Shape;1739;p46"/>
          <p:cNvSpPr/>
          <p:nvPr/>
        </p:nvSpPr>
        <p:spPr>
          <a:xfrm>
            <a:off x="6380640" y="1793880"/>
            <a:ext cx="234216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399" name="Google Shape;1740;p46"/>
          <p:cNvSpPr/>
          <p:nvPr/>
        </p:nvSpPr>
        <p:spPr>
          <a:xfrm>
            <a:off x="3164040" y="1793880"/>
            <a:ext cx="33721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00" name="Google Shape;1741;p46"/>
          <p:cNvSpPr/>
          <p:nvPr/>
        </p:nvSpPr>
        <p:spPr>
          <a:xfrm>
            <a:off x="1191600" y="1793880"/>
            <a:ext cx="21214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01" name="Google Shape;1742;p46"/>
          <p:cNvSpPr/>
          <p:nvPr/>
        </p:nvSpPr>
        <p:spPr>
          <a:xfrm>
            <a:off x="450000" y="1793880"/>
            <a:ext cx="677880" cy="219600"/>
          </a:xfrm>
          <a:prstGeom prst="rect">
            <a:avLst/>
          </a:prstGeom>
          <a:solidFill>
            <a:schemeClr val="accent1"/>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402" name="Google Shape;1743;p46"/>
          <p:cNvSpPr/>
          <p:nvPr/>
        </p:nvSpPr>
        <p:spPr>
          <a:xfrm>
            <a:off x="116100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403" name="Google Shape;1744;p46"/>
          <p:cNvSpPr/>
          <p:nvPr/>
        </p:nvSpPr>
        <p:spPr>
          <a:xfrm>
            <a:off x="223812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404" name="Google Shape;1745;p46"/>
          <p:cNvSpPr/>
          <p:nvPr/>
        </p:nvSpPr>
        <p:spPr>
          <a:xfrm>
            <a:off x="331524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405" name="Google Shape;1746;p46"/>
          <p:cNvSpPr/>
          <p:nvPr/>
        </p:nvSpPr>
        <p:spPr>
          <a:xfrm>
            <a:off x="438804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406" name="Google Shape;1747;p46"/>
          <p:cNvSpPr/>
          <p:nvPr/>
        </p:nvSpPr>
        <p:spPr>
          <a:xfrm>
            <a:off x="545508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407" name="Google Shape;1748;p46"/>
          <p:cNvSpPr/>
          <p:nvPr/>
        </p:nvSpPr>
        <p:spPr>
          <a:xfrm>
            <a:off x="653760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408" name="Google Shape;1749;p46"/>
          <p:cNvSpPr/>
          <p:nvPr/>
        </p:nvSpPr>
        <p:spPr>
          <a:xfrm>
            <a:off x="7620480" y="156744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409" name="Google Shape;1750;p46"/>
          <p:cNvSpPr/>
          <p:nvPr/>
        </p:nvSpPr>
        <p:spPr>
          <a:xfrm>
            <a:off x="2767680" y="3635280"/>
            <a:ext cx="46296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要件定義</a:t>
            </a:r>
            <a:endParaRPr b="0" lang="en-US" sz="900" spc="-1" strike="noStrike">
              <a:latin typeface="Arial"/>
            </a:endParaRPr>
          </a:p>
        </p:txBody>
      </p:sp>
      <p:sp>
        <p:nvSpPr>
          <p:cNvPr id="1410" name="Google Shape;1751;p46"/>
          <p:cNvSpPr/>
          <p:nvPr/>
        </p:nvSpPr>
        <p:spPr>
          <a:xfrm>
            <a:off x="2767680" y="3802680"/>
            <a:ext cx="805320" cy="492120"/>
          </a:xfrm>
          <a:prstGeom prst="rect">
            <a:avLst/>
          </a:prstGeom>
          <a:noFill/>
          <a:ln w="0">
            <a:noFill/>
          </a:ln>
        </p:spPr>
        <p:style>
          <a:lnRef idx="0"/>
          <a:fillRef idx="0"/>
          <a:effectRef idx="0"/>
          <a:fontRef idx="minor"/>
        </p:style>
        <p:txBody>
          <a:bodyPr lIns="0" rIns="0" tIns="0" bIns="0" anchor="t">
            <a:spAutoFit/>
          </a:bodyPr>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成果物</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p:txBody>
      </p:sp>
      <p:sp>
        <p:nvSpPr>
          <p:cNvPr id="1411" name="Google Shape;1752;p46"/>
          <p:cNvSpPr/>
          <p:nvPr/>
        </p:nvSpPr>
        <p:spPr>
          <a:xfrm>
            <a:off x="4991760" y="3635280"/>
            <a:ext cx="462960" cy="18468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1" lang="zh-CN" sz="900" spc="-1" strike="noStrike">
                <a:solidFill>
                  <a:srgbClr val="3f3f3f"/>
                </a:solidFill>
                <a:latin typeface="Noto Sans JP"/>
                <a:ea typeface="Noto Sans JP"/>
              </a:rPr>
              <a:t>デザイン</a:t>
            </a:r>
            <a:endParaRPr b="0" lang="en-US" sz="900" spc="-1" strike="noStrike">
              <a:latin typeface="Arial"/>
            </a:endParaRPr>
          </a:p>
        </p:txBody>
      </p:sp>
      <p:sp>
        <p:nvSpPr>
          <p:cNvPr id="1412" name="Google Shape;1753;p46"/>
          <p:cNvSpPr/>
          <p:nvPr/>
        </p:nvSpPr>
        <p:spPr>
          <a:xfrm>
            <a:off x="4991760" y="3802680"/>
            <a:ext cx="805320" cy="492120"/>
          </a:xfrm>
          <a:prstGeom prst="rect">
            <a:avLst/>
          </a:prstGeom>
          <a:noFill/>
          <a:ln w="0">
            <a:noFill/>
          </a:ln>
        </p:spPr>
        <p:style>
          <a:lnRef idx="0"/>
          <a:fillRef idx="0"/>
          <a:effectRef idx="0"/>
          <a:fontRef idx="minor"/>
        </p:style>
        <p:txBody>
          <a:bodyPr lIns="0" rIns="0" tIns="0" bIns="0" anchor="t">
            <a:spAutoFit/>
          </a:bodyPr>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成果物</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a:p>
            <a:pPr marL="171360" indent="-108000">
              <a:lnSpc>
                <a:spcPct val="135000"/>
              </a:lnSpc>
              <a:buClr>
                <a:srgbClr val="000000"/>
              </a:buClr>
              <a:buFont typeface="Noto Sans JP"/>
              <a:buChar char="●"/>
            </a:pPr>
            <a:r>
              <a:rPr b="0" lang="zh-CN" sz="800" spc="-1" strike="noStrike">
                <a:solidFill>
                  <a:srgbClr val="000000"/>
                </a:solidFill>
                <a:latin typeface="Noto Sans JP"/>
                <a:ea typeface="Noto Sans JP"/>
              </a:rPr>
              <a:t>サンプル</a:t>
            </a:r>
            <a:endParaRPr b="0" lang="en-US" sz="800" spc="-1" strike="noStrike">
              <a:latin typeface="Arial"/>
            </a:endParaRPr>
          </a:p>
        </p:txBody>
      </p:sp>
      <p:sp>
        <p:nvSpPr>
          <p:cNvPr id="1413" name="Google Shape;1754;p46"/>
          <p:cNvSpPr/>
          <p:nvPr/>
        </p:nvSpPr>
        <p:spPr>
          <a:xfrm>
            <a:off x="449640" y="936720"/>
            <a:ext cx="827820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en-US" sz="1000" spc="-1" strike="noStrike">
                <a:solidFill>
                  <a:srgbClr val="3f3f3f"/>
                </a:solidFill>
                <a:latin typeface="Noto Sans JP"/>
                <a:ea typeface="Noto Sans JP"/>
              </a:rPr>
              <a:t>Creative</a:t>
            </a:r>
            <a:r>
              <a:rPr b="0" lang="zh-CN" sz="1000" spc="-1" strike="noStrike">
                <a:solidFill>
                  <a:srgbClr val="3f3f3f"/>
                </a:solidFill>
                <a:latin typeface="Noto Sans JP"/>
                <a:ea typeface="Noto Sans JP"/>
              </a:rPr>
              <a:t>と</a:t>
            </a:r>
            <a:r>
              <a:rPr b="0" lang="en-US" sz="1000" spc="-1" strike="noStrike">
                <a:solidFill>
                  <a:srgbClr val="3f3f3f"/>
                </a:solidFill>
                <a:latin typeface="Noto Sans JP"/>
                <a:ea typeface="Noto Sans JP"/>
              </a:rPr>
              <a:t>Tech</a:t>
            </a:r>
            <a:r>
              <a:rPr b="0" lang="zh-CN" sz="1000" spc="-1" strike="noStrike">
                <a:solidFill>
                  <a:srgbClr val="3f3f3f"/>
                </a:solidFill>
                <a:latin typeface="Noto Sans JP"/>
                <a:ea typeface="Noto Sans JP"/>
              </a:rPr>
              <a:t>のみのスケジュールになります。クライアントのスケジュールは入っていません。</a:t>
            </a:r>
            <a:endParaRPr b="0" lang="en-US" sz="1000" spc="-1" strike="noStrike">
              <a:latin typeface="Arial"/>
            </a:endParaRPr>
          </a:p>
        </p:txBody>
      </p:sp>
      <p:sp>
        <p:nvSpPr>
          <p:cNvPr id="1414" name="Google Shape;1755;p46"/>
          <p:cNvSpPr/>
          <p:nvPr/>
        </p:nvSpPr>
        <p:spPr>
          <a:xfrm>
            <a:off x="-985680" y="128268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415" name="Google Shape;1756;p46"/>
          <p:cNvSpPr/>
          <p:nvPr/>
        </p:nvSpPr>
        <p:spPr>
          <a:xfrm flipH="1" rot="10800000">
            <a:off x="-330480" y="1323000"/>
            <a:ext cx="262440" cy="13752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416" name="Google Shape;1757;p46"/>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417" name="Google Shape;1758;p46"/>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418" name="Google Shape;1759;p46"/>
          <p:cNvSpPr/>
          <p:nvPr/>
        </p:nvSpPr>
        <p:spPr>
          <a:xfrm>
            <a:off x="705600" y="3870000"/>
            <a:ext cx="1329480" cy="152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zh-CN" sz="1000" spc="-1" strike="noStrike">
                <a:solidFill>
                  <a:srgbClr val="ff2200"/>
                </a:solidFill>
                <a:latin typeface="Noto Sans JP"/>
                <a:ea typeface="Noto Sans JP"/>
              </a:rPr>
              <a:t>想定アウトプット</a:t>
            </a:r>
            <a:endParaRPr b="0" lang="en-US" sz="1000" spc="-1" strike="noStrike">
              <a:latin typeface="Arial"/>
            </a:endParaRPr>
          </a:p>
        </p:txBody>
      </p:sp>
      <p:sp>
        <p:nvSpPr>
          <p:cNvPr id="1419" name="Google Shape;1760;p46"/>
          <p:cNvSpPr/>
          <p:nvPr/>
        </p:nvSpPr>
        <p:spPr>
          <a:xfrm rot="10800000">
            <a:off x="2376000" y="3495960"/>
            <a:ext cx="360" cy="84744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grpSp>
        <p:nvGrpSpPr>
          <p:cNvPr id="1420" name="Google Shape;1761;p46"/>
          <p:cNvGrpSpPr/>
          <p:nvPr/>
        </p:nvGrpSpPr>
        <p:grpSpPr>
          <a:xfrm>
            <a:off x="194760" y="98640"/>
            <a:ext cx="8515440" cy="552600"/>
            <a:chOff x="194760" y="98640"/>
            <a:chExt cx="8515440" cy="552600"/>
          </a:xfrm>
        </p:grpSpPr>
        <p:sp>
          <p:nvSpPr>
            <p:cNvPr id="1421" name="Google Shape;1762;p46"/>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422" name="Google Shape;1763;p46"/>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3" name="Google Shape;1768;p47"/>
          <p:cNvSpPr/>
          <p:nvPr/>
        </p:nvSpPr>
        <p:spPr>
          <a:xfrm>
            <a:off x="5463720" y="1415880"/>
            <a:ext cx="360" cy="32158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24" name="Google Shape;1769;p47"/>
          <p:cNvSpPr/>
          <p:nvPr/>
        </p:nvSpPr>
        <p:spPr>
          <a:xfrm>
            <a:off x="7612200" y="1414800"/>
            <a:ext cx="360" cy="32166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25" name="Google Shape;1770;p47"/>
          <p:cNvSpPr/>
          <p:nvPr/>
        </p:nvSpPr>
        <p:spPr>
          <a:xfrm>
            <a:off x="6537960" y="1414800"/>
            <a:ext cx="360" cy="3216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26" name="Google Shape;1771;p47"/>
          <p:cNvSpPr/>
          <p:nvPr/>
        </p:nvSpPr>
        <p:spPr>
          <a:xfrm>
            <a:off x="8730000" y="1414800"/>
            <a:ext cx="360" cy="3216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27" name="Google Shape;1772;p47"/>
          <p:cNvSpPr/>
          <p:nvPr/>
        </p:nvSpPr>
        <p:spPr>
          <a:xfrm>
            <a:off x="4389480" y="1414800"/>
            <a:ext cx="360" cy="3216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28" name="Google Shape;1773;p47"/>
          <p:cNvSpPr/>
          <p:nvPr/>
        </p:nvSpPr>
        <p:spPr>
          <a:xfrm>
            <a:off x="3315240" y="1414800"/>
            <a:ext cx="360" cy="32166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29" name="Google Shape;1774;p47"/>
          <p:cNvSpPr/>
          <p:nvPr/>
        </p:nvSpPr>
        <p:spPr>
          <a:xfrm>
            <a:off x="2241000" y="1414800"/>
            <a:ext cx="360" cy="321660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30" name="Google Shape;1775;p47"/>
          <p:cNvSpPr/>
          <p:nvPr/>
        </p:nvSpPr>
        <p:spPr>
          <a:xfrm>
            <a:off x="1166760" y="1414800"/>
            <a:ext cx="360" cy="321660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31" name="Google Shape;1776;p47"/>
          <p:cNvSpPr/>
          <p:nvPr/>
        </p:nvSpPr>
        <p:spPr>
          <a:xfrm>
            <a:off x="449640" y="1923840"/>
            <a:ext cx="679680" cy="74556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a:t>
            </a:r>
            <a:endParaRPr b="0" lang="en-US" sz="700" spc="-1" strike="noStrike">
              <a:latin typeface="Arial"/>
            </a:endParaRPr>
          </a:p>
        </p:txBody>
      </p:sp>
      <p:sp>
        <p:nvSpPr>
          <p:cNvPr id="1432" name="Google Shape;1777;p47"/>
          <p:cNvSpPr/>
          <p:nvPr/>
        </p:nvSpPr>
        <p:spPr>
          <a:xfrm>
            <a:off x="456840" y="3856680"/>
            <a:ext cx="826488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433" name="Google Shape;1778;p47"/>
          <p:cNvSpPr/>
          <p:nvPr/>
        </p:nvSpPr>
        <p:spPr>
          <a:xfrm flipH="1" rot="10800000">
            <a:off x="449640" y="2702160"/>
            <a:ext cx="8278200" cy="468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434" name="Google Shape;1779;p47"/>
          <p:cNvSpPr/>
          <p:nvPr/>
        </p:nvSpPr>
        <p:spPr>
          <a:xfrm>
            <a:off x="449640" y="2736720"/>
            <a:ext cx="679680" cy="10882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435" name="Google Shape;1780;p47"/>
          <p:cNvSpPr/>
          <p:nvPr/>
        </p:nvSpPr>
        <p:spPr>
          <a:xfrm>
            <a:off x="2115000" y="192384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戦略キャンバス</a:t>
            </a:r>
            <a:br>
              <a:rPr sz="600"/>
            </a:br>
            <a:r>
              <a:rPr b="1" lang="zh-CN" sz="600" spc="-1" strike="noStrike">
                <a:solidFill>
                  <a:srgbClr val="ff2200"/>
                </a:solidFill>
                <a:latin typeface="Noto Sans JP"/>
                <a:ea typeface="Noto Sans JP"/>
              </a:rPr>
              <a:t>ポジショニング</a:t>
            </a:r>
            <a:endParaRPr b="0" lang="en-US" sz="600" spc="-1" strike="noStrike">
              <a:latin typeface="Arial"/>
            </a:endParaRPr>
          </a:p>
        </p:txBody>
      </p:sp>
      <p:sp>
        <p:nvSpPr>
          <p:cNvPr id="1436" name="Google Shape;1781;p47"/>
          <p:cNvSpPr/>
          <p:nvPr/>
        </p:nvSpPr>
        <p:spPr>
          <a:xfrm>
            <a:off x="4226760" y="1923840"/>
            <a:ext cx="12265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要件定義</a:t>
            </a:r>
            <a:endParaRPr b="0" lang="en-US" sz="600" spc="-1" strike="noStrike">
              <a:latin typeface="Arial"/>
            </a:endParaRPr>
          </a:p>
        </p:txBody>
      </p:sp>
      <p:sp>
        <p:nvSpPr>
          <p:cNvPr id="1437" name="Google Shape;1782;p47"/>
          <p:cNvSpPr/>
          <p:nvPr/>
        </p:nvSpPr>
        <p:spPr>
          <a:xfrm>
            <a:off x="1990800" y="352332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競合サービス</a:t>
            </a:r>
            <a:br>
              <a:rPr sz="600"/>
            </a:br>
            <a:r>
              <a:rPr b="1" lang="en-US" sz="600" spc="-1" strike="noStrike">
                <a:solidFill>
                  <a:srgbClr val="ff2200"/>
                </a:solidFill>
                <a:latin typeface="Noto Sans JP"/>
                <a:ea typeface="Noto Sans JP"/>
              </a:rPr>
              <a:t>UI/UX</a:t>
            </a:r>
            <a:r>
              <a:rPr b="1" lang="zh-CN" sz="600" spc="-1" strike="noStrike">
                <a:solidFill>
                  <a:srgbClr val="ff2200"/>
                </a:solidFill>
                <a:latin typeface="Noto Sans JP"/>
                <a:ea typeface="Noto Sans JP"/>
              </a:rPr>
              <a:t>リサーチ</a:t>
            </a:r>
            <a:endParaRPr b="0" lang="en-US" sz="600" spc="-1" strike="noStrike">
              <a:latin typeface="Arial"/>
            </a:endParaRPr>
          </a:p>
        </p:txBody>
      </p:sp>
      <p:sp>
        <p:nvSpPr>
          <p:cNvPr id="1438" name="Google Shape;1783;p47"/>
          <p:cNvSpPr/>
          <p:nvPr/>
        </p:nvSpPr>
        <p:spPr>
          <a:xfrm>
            <a:off x="3583440" y="3523320"/>
            <a:ext cx="8366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ワイヤー</a:t>
            </a:r>
            <a:br>
              <a:rPr sz="600"/>
            </a:br>
            <a:r>
              <a:rPr b="1" lang="zh-CN" sz="600" spc="-1" strike="noStrike">
                <a:solidFill>
                  <a:srgbClr val="ff2200"/>
                </a:solidFill>
                <a:latin typeface="Noto Sans JP"/>
                <a:ea typeface="Noto Sans JP"/>
              </a:rPr>
              <a:t>フレーム</a:t>
            </a:r>
            <a:endParaRPr b="0" lang="en-US" sz="600" spc="-1" strike="noStrike">
              <a:latin typeface="Arial"/>
            </a:endParaRPr>
          </a:p>
        </p:txBody>
      </p:sp>
      <p:sp>
        <p:nvSpPr>
          <p:cNvPr id="1439" name="Google Shape;1784;p47"/>
          <p:cNvSpPr/>
          <p:nvPr/>
        </p:nvSpPr>
        <p:spPr>
          <a:xfrm>
            <a:off x="4534920" y="3523320"/>
            <a:ext cx="91368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gn="ctr">
              <a:lnSpc>
                <a:spcPct val="115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440" name="Google Shape;1785;p47"/>
          <p:cNvSpPr/>
          <p:nvPr/>
        </p:nvSpPr>
        <p:spPr>
          <a:xfrm>
            <a:off x="5861880" y="3523320"/>
            <a:ext cx="99000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ブラッシュアップ</a:t>
            </a:r>
            <a:endParaRPr b="0" lang="en-US" sz="600" spc="-1" strike="noStrike">
              <a:latin typeface="Arial"/>
            </a:endParaRPr>
          </a:p>
        </p:txBody>
      </p:sp>
      <p:sp>
        <p:nvSpPr>
          <p:cNvPr id="1441" name="Google Shape;1786;p47"/>
          <p:cNvSpPr/>
          <p:nvPr/>
        </p:nvSpPr>
        <p:spPr>
          <a:xfrm>
            <a:off x="5646240" y="3886200"/>
            <a:ext cx="193536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開発</a:t>
            </a:r>
            <a:endParaRPr b="0" lang="en-US" sz="600" spc="-1" strike="noStrike">
              <a:latin typeface="Arial"/>
            </a:endParaRPr>
          </a:p>
        </p:txBody>
      </p:sp>
      <p:sp>
        <p:nvSpPr>
          <p:cNvPr id="1442" name="Google Shape;1787;p47"/>
          <p:cNvSpPr/>
          <p:nvPr/>
        </p:nvSpPr>
        <p:spPr>
          <a:xfrm>
            <a:off x="449640" y="3886200"/>
            <a:ext cx="679680" cy="74556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443" name="Google Shape;1788;p47"/>
          <p:cNvSpPr/>
          <p:nvPr/>
        </p:nvSpPr>
        <p:spPr>
          <a:xfrm>
            <a:off x="6969960" y="4330080"/>
            <a:ext cx="6116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en-US" sz="600" spc="-1" strike="noStrike">
                <a:solidFill>
                  <a:srgbClr val="ff2200"/>
                </a:solidFill>
                <a:latin typeface="Noto Sans JP"/>
                <a:ea typeface="Noto Sans JP"/>
              </a:rPr>
              <a:t>QA</a:t>
            </a:r>
            <a:endParaRPr b="0" lang="en-US" sz="600" spc="-1" strike="noStrike">
              <a:latin typeface="Arial"/>
            </a:endParaRPr>
          </a:p>
        </p:txBody>
      </p:sp>
      <p:sp>
        <p:nvSpPr>
          <p:cNvPr id="1444" name="Google Shape;1789;p47"/>
          <p:cNvSpPr/>
          <p:nvPr/>
        </p:nvSpPr>
        <p:spPr>
          <a:xfrm>
            <a:off x="3800880" y="3130560"/>
            <a:ext cx="88020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カラー</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ボイス</a:t>
            </a:r>
            <a:br>
              <a:rPr sz="600"/>
            </a:br>
            <a:r>
              <a:rPr b="1" lang="zh-CN" sz="600" spc="-1" strike="noStrike">
                <a:solidFill>
                  <a:srgbClr val="ff2200"/>
                </a:solidFill>
                <a:latin typeface="Noto Sans JP"/>
                <a:ea typeface="Noto Sans JP"/>
              </a:rPr>
              <a:t>トンマナ作成</a:t>
            </a:r>
            <a:endParaRPr b="0" lang="en-US" sz="600" spc="-1" strike="noStrike">
              <a:latin typeface="Arial"/>
            </a:endParaRPr>
          </a:p>
        </p:txBody>
      </p:sp>
      <p:sp>
        <p:nvSpPr>
          <p:cNvPr id="1445" name="Google Shape;1790;p47"/>
          <p:cNvSpPr/>
          <p:nvPr/>
        </p:nvSpPr>
        <p:spPr>
          <a:xfrm>
            <a:off x="5514840" y="313056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イラスト作成</a:t>
            </a:r>
            <a:endParaRPr b="0" lang="en-US" sz="600" spc="-1" strike="noStrike">
              <a:latin typeface="Arial"/>
            </a:endParaRPr>
          </a:p>
        </p:txBody>
      </p:sp>
      <p:sp>
        <p:nvSpPr>
          <p:cNvPr id="1446" name="Google Shape;1791;p47"/>
          <p:cNvSpPr/>
          <p:nvPr/>
        </p:nvSpPr>
        <p:spPr>
          <a:xfrm>
            <a:off x="3031560" y="1923840"/>
            <a:ext cx="132876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プロダクト戦略</a:t>
            </a:r>
            <a:endParaRPr b="0" lang="en-US" sz="600" spc="-1" strike="noStrike">
              <a:latin typeface="Arial"/>
            </a:endParaRPr>
          </a:p>
        </p:txBody>
      </p:sp>
      <p:sp>
        <p:nvSpPr>
          <p:cNvPr id="1447" name="Google Shape;1792;p47"/>
          <p:cNvSpPr/>
          <p:nvPr/>
        </p:nvSpPr>
        <p:spPr>
          <a:xfrm>
            <a:off x="5186160" y="3886200"/>
            <a:ext cx="6080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フィジビリティ検証</a:t>
            </a:r>
            <a:endParaRPr b="0" lang="en-US" sz="600" spc="-1" strike="noStrike">
              <a:latin typeface="Arial"/>
            </a:endParaRPr>
          </a:p>
        </p:txBody>
      </p:sp>
      <p:sp>
        <p:nvSpPr>
          <p:cNvPr id="1448" name="Google Shape;1793;p47"/>
          <p:cNvSpPr/>
          <p:nvPr/>
        </p:nvSpPr>
        <p:spPr>
          <a:xfrm>
            <a:off x="3031560" y="3130560"/>
            <a:ext cx="90216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2400" bIns="302400" anchor="ctr">
            <a:noAutofit/>
          </a:bodyPr>
          <a:p>
            <a:pPr algn="ctr">
              <a:lnSpc>
                <a:spcPct val="80000"/>
              </a:lnSpc>
              <a:buNone/>
              <a:tabLst>
                <a:tab algn="l" pos="0"/>
              </a:tabLst>
            </a:pPr>
            <a:r>
              <a:rPr b="1" lang="zh-CN" sz="600" spc="-1" strike="noStrike">
                <a:solidFill>
                  <a:srgbClr val="ff2200"/>
                </a:solidFill>
                <a:latin typeface="Noto Sans JP"/>
                <a:ea typeface="Noto Sans JP"/>
              </a:rPr>
              <a:t>デザインシステム</a:t>
            </a:r>
            <a:endParaRPr b="0" lang="en-US" sz="600" spc="-1" strike="noStrike">
              <a:latin typeface="Arial"/>
            </a:endParaRPr>
          </a:p>
        </p:txBody>
      </p:sp>
      <p:sp>
        <p:nvSpPr>
          <p:cNvPr id="1449" name="Google Shape;1794;p47"/>
          <p:cNvSpPr/>
          <p:nvPr/>
        </p:nvSpPr>
        <p:spPr>
          <a:xfrm>
            <a:off x="2913120" y="3523320"/>
            <a:ext cx="8366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画面遷移図</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機能</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画面一覧作成</a:t>
            </a:r>
            <a:endParaRPr b="0" lang="en-US" sz="600" spc="-1" strike="noStrike">
              <a:latin typeface="Arial"/>
            </a:endParaRPr>
          </a:p>
        </p:txBody>
      </p:sp>
      <p:sp>
        <p:nvSpPr>
          <p:cNvPr id="1450" name="Google Shape;1795;p47"/>
          <p:cNvSpPr/>
          <p:nvPr/>
        </p:nvSpPr>
        <p:spPr>
          <a:xfrm>
            <a:off x="2602080" y="2367720"/>
            <a:ext cx="6080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en-US" sz="600" spc="-1" strike="noStrike">
                <a:solidFill>
                  <a:srgbClr val="ff2200"/>
                </a:solidFill>
                <a:latin typeface="Noto Sans JP"/>
                <a:ea typeface="Noto Sans JP"/>
              </a:rPr>
              <a:t>VDS</a:t>
            </a:r>
            <a:endParaRPr b="0" lang="en-US" sz="600" spc="-1" strike="noStrike">
              <a:latin typeface="Arial"/>
            </a:endParaRPr>
          </a:p>
        </p:txBody>
      </p:sp>
      <p:sp>
        <p:nvSpPr>
          <p:cNvPr id="1451" name="Google Shape;1796;p47"/>
          <p:cNvSpPr/>
          <p:nvPr/>
        </p:nvSpPr>
        <p:spPr>
          <a:xfrm>
            <a:off x="2102760" y="3130560"/>
            <a:ext cx="99000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2400" bIns="302400" anchor="ctr">
            <a:noAutofit/>
          </a:bodyPr>
          <a:p>
            <a:pPr algn="ctr">
              <a:lnSpc>
                <a:spcPct val="80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ジャーニーマップ</a:t>
            </a:r>
            <a:br>
              <a:rPr sz="600"/>
            </a:br>
            <a:r>
              <a:rPr b="1" lang="zh-CN" sz="600" spc="-1" strike="noStrike">
                <a:solidFill>
                  <a:srgbClr val="ff2200"/>
                </a:solidFill>
                <a:latin typeface="Noto Sans JP"/>
                <a:ea typeface="Noto Sans JP"/>
              </a:rPr>
              <a:t>コンセプトボード</a:t>
            </a:r>
            <a:endParaRPr b="0" lang="en-US" sz="600" spc="-1" strike="noStrike">
              <a:latin typeface="Arial"/>
            </a:endParaRPr>
          </a:p>
        </p:txBody>
      </p:sp>
      <p:sp>
        <p:nvSpPr>
          <p:cNvPr id="1452" name="Google Shape;1797;p47"/>
          <p:cNvSpPr/>
          <p:nvPr/>
        </p:nvSpPr>
        <p:spPr>
          <a:xfrm>
            <a:off x="1198440" y="2736720"/>
            <a:ext cx="6865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nSpc>
                <a:spcPct val="115000"/>
              </a:lnSpc>
              <a:buNone/>
              <a:tabLst>
                <a:tab algn="l" pos="0"/>
              </a:tabLst>
            </a:pPr>
            <a:r>
              <a:rPr b="1" lang="zh-CN" sz="600" spc="-1" strike="noStrike">
                <a:solidFill>
                  <a:srgbClr val="ff2200"/>
                </a:solidFill>
                <a:latin typeface="Noto Sans JP"/>
                <a:ea typeface="Noto Sans JP"/>
              </a:rPr>
              <a:t>ユーザーインタビュー</a:t>
            </a:r>
            <a:endParaRPr b="0" lang="en-US" sz="600" spc="-1" strike="noStrike">
              <a:latin typeface="Arial"/>
            </a:endParaRPr>
          </a:p>
        </p:txBody>
      </p:sp>
      <p:sp>
        <p:nvSpPr>
          <p:cNvPr id="1453" name="Google Shape;1798;p47"/>
          <p:cNvSpPr/>
          <p:nvPr/>
        </p:nvSpPr>
        <p:spPr>
          <a:xfrm>
            <a:off x="3031560" y="2552040"/>
            <a:ext cx="128088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サービス名検討</a:t>
            </a:r>
            <a:br>
              <a:rPr sz="600"/>
            </a:br>
            <a:r>
              <a:rPr b="1" lang="zh-CN" sz="600" spc="-1" strike="noStrike">
                <a:solidFill>
                  <a:srgbClr val="ff2200"/>
                </a:solidFill>
                <a:latin typeface="Noto Sans JP"/>
                <a:ea typeface="Noto Sans JP"/>
              </a:rPr>
              <a:t>（商標リサーチ等）</a:t>
            </a:r>
            <a:endParaRPr b="0" lang="en-US" sz="600" spc="-1" strike="noStrike">
              <a:latin typeface="Arial"/>
            </a:endParaRPr>
          </a:p>
        </p:txBody>
      </p:sp>
      <p:sp>
        <p:nvSpPr>
          <p:cNvPr id="1454" name="Google Shape;1799;p47"/>
          <p:cNvSpPr/>
          <p:nvPr/>
        </p:nvSpPr>
        <p:spPr>
          <a:xfrm>
            <a:off x="7495200" y="1641240"/>
            <a:ext cx="12265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55" name="Google Shape;1800;p47"/>
          <p:cNvSpPr/>
          <p:nvPr/>
        </p:nvSpPr>
        <p:spPr>
          <a:xfrm>
            <a:off x="5289840" y="1641240"/>
            <a:ext cx="232020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56" name="Google Shape;1801;p47"/>
          <p:cNvSpPr/>
          <p:nvPr/>
        </p:nvSpPr>
        <p:spPr>
          <a:xfrm>
            <a:off x="3196440" y="1641240"/>
            <a:ext cx="22654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57" name="Google Shape;1802;p47"/>
          <p:cNvSpPr/>
          <p:nvPr/>
        </p:nvSpPr>
        <p:spPr>
          <a:xfrm>
            <a:off x="2115000" y="1641240"/>
            <a:ext cx="11980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58" name="Google Shape;1803;p47"/>
          <p:cNvSpPr/>
          <p:nvPr/>
        </p:nvSpPr>
        <p:spPr>
          <a:xfrm>
            <a:off x="1191600" y="1641240"/>
            <a:ext cx="104976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459" name="Google Shape;1804;p47"/>
          <p:cNvSpPr/>
          <p:nvPr/>
        </p:nvSpPr>
        <p:spPr>
          <a:xfrm>
            <a:off x="450000" y="1641600"/>
            <a:ext cx="679680" cy="219600"/>
          </a:xfrm>
          <a:prstGeom prst="rect">
            <a:avLst/>
          </a:prstGeom>
          <a:solidFill>
            <a:schemeClr val="accent1"/>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460" name="Google Shape;1805;p47"/>
          <p:cNvSpPr/>
          <p:nvPr/>
        </p:nvSpPr>
        <p:spPr>
          <a:xfrm>
            <a:off x="1198440" y="192384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競合</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トレンド</a:t>
            </a:r>
            <a:r>
              <a:rPr b="1" lang="en-US" sz="600" spc="-1" strike="noStrike">
                <a:solidFill>
                  <a:srgbClr val="ff2200"/>
                </a:solidFill>
                <a:latin typeface="Noto Sans JP"/>
                <a:ea typeface="Noto Sans JP"/>
              </a:rPr>
              <a:t>/</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市場調査</a:t>
            </a:r>
            <a:endParaRPr b="0" lang="en-US" sz="600" spc="-1" strike="noStrike">
              <a:latin typeface="Arial"/>
            </a:endParaRPr>
          </a:p>
        </p:txBody>
      </p:sp>
      <p:sp>
        <p:nvSpPr>
          <p:cNvPr id="1461" name="Google Shape;1806;p47"/>
          <p:cNvSpPr/>
          <p:nvPr/>
        </p:nvSpPr>
        <p:spPr>
          <a:xfrm>
            <a:off x="1522440" y="313056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コンセプト案</a:t>
            </a:r>
            <a:endParaRPr b="0" lang="en-US" sz="600" spc="-1" strike="noStrike">
              <a:latin typeface="Arial"/>
            </a:endParaRPr>
          </a:p>
        </p:txBody>
      </p:sp>
      <p:sp>
        <p:nvSpPr>
          <p:cNvPr id="1462" name="Google Shape;1807;p47"/>
          <p:cNvSpPr/>
          <p:nvPr/>
        </p:nvSpPr>
        <p:spPr>
          <a:xfrm>
            <a:off x="116100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463" name="Google Shape;1808;p47"/>
          <p:cNvSpPr/>
          <p:nvPr/>
        </p:nvSpPr>
        <p:spPr>
          <a:xfrm>
            <a:off x="223812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464" name="Google Shape;1809;p47"/>
          <p:cNvSpPr/>
          <p:nvPr/>
        </p:nvSpPr>
        <p:spPr>
          <a:xfrm>
            <a:off x="331524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465" name="Google Shape;1810;p47"/>
          <p:cNvSpPr/>
          <p:nvPr/>
        </p:nvSpPr>
        <p:spPr>
          <a:xfrm>
            <a:off x="438804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466" name="Google Shape;1811;p47"/>
          <p:cNvSpPr/>
          <p:nvPr/>
        </p:nvSpPr>
        <p:spPr>
          <a:xfrm>
            <a:off x="545508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467" name="Google Shape;1812;p47"/>
          <p:cNvSpPr/>
          <p:nvPr/>
        </p:nvSpPr>
        <p:spPr>
          <a:xfrm>
            <a:off x="653760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468" name="Google Shape;1813;p47"/>
          <p:cNvSpPr/>
          <p:nvPr/>
        </p:nvSpPr>
        <p:spPr>
          <a:xfrm>
            <a:off x="7620480" y="141480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469" name="Google Shape;1814;p47"/>
          <p:cNvSpPr/>
          <p:nvPr/>
        </p:nvSpPr>
        <p:spPr>
          <a:xfrm>
            <a:off x="1598040" y="2552400"/>
            <a:ext cx="60804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302400" bIns="302400" anchor="ctr">
            <a:noAutofit/>
          </a:bodyPr>
          <a:p>
            <a:pPr>
              <a:lnSpc>
                <a:spcPct val="115000"/>
              </a:lnSpc>
              <a:buNone/>
              <a:tabLst>
                <a:tab algn="l" pos="0"/>
              </a:tabLst>
            </a:pPr>
            <a:r>
              <a:rPr b="1" lang="zh-CN" sz="600" spc="-1" strike="noStrike">
                <a:solidFill>
                  <a:srgbClr val="ff2200"/>
                </a:solidFill>
                <a:latin typeface="Noto Sans JP"/>
                <a:ea typeface="Noto Sans JP"/>
              </a:rPr>
              <a:t>コンセプトメイク</a:t>
            </a:r>
            <a:endParaRPr b="0" lang="en-US" sz="600" spc="-1" strike="noStrike">
              <a:latin typeface="Arial"/>
            </a:endParaRPr>
          </a:p>
        </p:txBody>
      </p:sp>
      <p:sp>
        <p:nvSpPr>
          <p:cNvPr id="1470" name="Google Shape;1815;p47"/>
          <p:cNvSpPr/>
          <p:nvPr/>
        </p:nvSpPr>
        <p:spPr>
          <a:xfrm>
            <a:off x="1959480" y="2736720"/>
            <a:ext cx="718920" cy="30168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302400" bIns="302400" anchor="ctr">
            <a:noAutofit/>
          </a:bodyPr>
          <a:p>
            <a:pPr algn="ctr">
              <a:lnSpc>
                <a:spcPct val="115000"/>
              </a:lnSpc>
              <a:buNone/>
              <a:tabLst>
                <a:tab algn="l" pos="0"/>
              </a:tabLst>
            </a:pPr>
            <a:r>
              <a:rPr b="1" lang="zh-CN" sz="600" spc="-1" strike="noStrike">
                <a:solidFill>
                  <a:srgbClr val="ff2200"/>
                </a:solidFill>
                <a:latin typeface="Noto Sans JP"/>
                <a:ea typeface="Noto Sans JP"/>
              </a:rPr>
              <a:t>コンセプト</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プロトタイプ検証</a:t>
            </a:r>
            <a:endParaRPr b="0" lang="en-US" sz="600" spc="-1" strike="noStrike">
              <a:latin typeface="Arial"/>
            </a:endParaRPr>
          </a:p>
        </p:txBody>
      </p:sp>
      <p:sp>
        <p:nvSpPr>
          <p:cNvPr id="1471" name="Google Shape;1816;p47"/>
          <p:cNvSpPr/>
          <p:nvPr/>
        </p:nvSpPr>
        <p:spPr>
          <a:xfrm>
            <a:off x="450000" y="936720"/>
            <a:ext cx="8278200" cy="410760"/>
          </a:xfrm>
          <a:prstGeom prst="rect">
            <a:avLst/>
          </a:prstGeom>
          <a:noFill/>
          <a:ln w="0">
            <a:noFill/>
          </a:ln>
        </p:spPr>
        <p:style>
          <a:lnRef idx="0"/>
          <a:fillRef idx="0"/>
          <a:effectRef idx="0"/>
          <a:fontRef idx="minor"/>
        </p:style>
        <p:txBody>
          <a:bodyPr lIns="0" rIns="0" tIns="0" bIns="0" anchor="t">
            <a:spAutoFit/>
          </a:bodyPr>
          <a:p>
            <a:pPr>
              <a:lnSpc>
                <a:spcPct val="135000"/>
              </a:lnSpc>
              <a:buNone/>
              <a:tabLst>
                <a:tab algn="l" pos="0"/>
              </a:tabLst>
            </a:pPr>
            <a:r>
              <a:rPr b="0" lang="zh-CN" sz="1000" spc="-1" strike="noStrike">
                <a:solidFill>
                  <a:srgbClr val="3f3f3f"/>
                </a:solidFill>
                <a:latin typeface="Noto Sans JP"/>
                <a:ea typeface="Noto Sans JP"/>
              </a:rPr>
              <a:t>システム開発スケジュールについての説明を記入してください。</a:t>
            </a:r>
            <a:br>
              <a:rPr sz="1000"/>
            </a:br>
            <a:r>
              <a:rPr b="0" lang="zh-CN" sz="1000" spc="-1" strike="noStrike">
                <a:solidFill>
                  <a:srgbClr val="3f3f3f"/>
                </a:solidFill>
                <a:latin typeface="Noto Sans JP"/>
                <a:ea typeface="Noto Sans JP"/>
              </a:rPr>
              <a:t>クライアントのスケジュールは入っていません。</a:t>
            </a:r>
            <a:endParaRPr b="0" lang="en-US" sz="1000" spc="-1" strike="noStrike">
              <a:latin typeface="Arial"/>
            </a:endParaRPr>
          </a:p>
        </p:txBody>
      </p:sp>
      <p:sp>
        <p:nvSpPr>
          <p:cNvPr id="1472" name="Google Shape;1817;p47"/>
          <p:cNvSpPr/>
          <p:nvPr/>
        </p:nvSpPr>
        <p:spPr>
          <a:xfrm>
            <a:off x="-985680" y="128268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473" name="Google Shape;1818;p47"/>
          <p:cNvSpPr/>
          <p:nvPr/>
        </p:nvSpPr>
        <p:spPr>
          <a:xfrm flipH="1" rot="10800000">
            <a:off x="-330480" y="1323000"/>
            <a:ext cx="262440" cy="13752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sp>
        <p:nvSpPr>
          <p:cNvPr id="1474" name="Google Shape;1819;p47"/>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475" name="Google Shape;1820;p47"/>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476" name="Google Shape;1821;p47"/>
          <p:cNvGrpSpPr/>
          <p:nvPr/>
        </p:nvGrpSpPr>
        <p:grpSpPr>
          <a:xfrm>
            <a:off x="194760" y="98640"/>
            <a:ext cx="8515440" cy="552600"/>
            <a:chOff x="194760" y="98640"/>
            <a:chExt cx="8515440" cy="552600"/>
          </a:xfrm>
        </p:grpSpPr>
        <p:sp>
          <p:nvSpPr>
            <p:cNvPr id="1477" name="Google Shape;1822;p47"/>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システム開発スケジュール</a:t>
              </a:r>
              <a:endParaRPr b="0" lang="en-US" sz="1600" spc="-1" strike="noStrike">
                <a:latin typeface="Arial"/>
              </a:endParaRPr>
            </a:p>
          </p:txBody>
        </p:sp>
        <p:sp>
          <p:nvSpPr>
            <p:cNvPr id="1478" name="Google Shape;1823;p47"/>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9" name="Google Shape;1828;p48"/>
          <p:cNvSpPr/>
          <p:nvPr/>
        </p:nvSpPr>
        <p:spPr>
          <a:xfrm>
            <a:off x="490680" y="2944080"/>
            <a:ext cx="823248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480" name="Google Shape;1829;p48"/>
          <p:cNvSpPr/>
          <p:nvPr/>
        </p:nvSpPr>
        <p:spPr>
          <a:xfrm>
            <a:off x="761220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1" name="Google Shape;1830;p48"/>
          <p:cNvSpPr/>
          <p:nvPr/>
        </p:nvSpPr>
        <p:spPr>
          <a:xfrm>
            <a:off x="653796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2" name="Google Shape;1831;p48"/>
          <p:cNvSpPr/>
          <p:nvPr/>
        </p:nvSpPr>
        <p:spPr>
          <a:xfrm>
            <a:off x="873000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3" name="Google Shape;1832;p48"/>
          <p:cNvSpPr/>
          <p:nvPr/>
        </p:nvSpPr>
        <p:spPr>
          <a:xfrm>
            <a:off x="546372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4" name="Google Shape;1833;p48"/>
          <p:cNvSpPr/>
          <p:nvPr/>
        </p:nvSpPr>
        <p:spPr>
          <a:xfrm>
            <a:off x="438948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5" name="Google Shape;1834;p48"/>
          <p:cNvSpPr/>
          <p:nvPr/>
        </p:nvSpPr>
        <p:spPr>
          <a:xfrm>
            <a:off x="3315240" y="1668600"/>
            <a:ext cx="360" cy="29638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486" name="Google Shape;1835;p48"/>
          <p:cNvSpPr/>
          <p:nvPr/>
        </p:nvSpPr>
        <p:spPr>
          <a:xfrm>
            <a:off x="224100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7" name="Google Shape;1836;p48"/>
          <p:cNvSpPr/>
          <p:nvPr/>
        </p:nvSpPr>
        <p:spPr>
          <a:xfrm>
            <a:off x="1166760" y="1668600"/>
            <a:ext cx="360" cy="29638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488" name="Google Shape;1837;p48"/>
          <p:cNvSpPr/>
          <p:nvPr/>
        </p:nvSpPr>
        <p:spPr>
          <a:xfrm>
            <a:off x="11610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489" name="Google Shape;1838;p48"/>
          <p:cNvSpPr/>
          <p:nvPr/>
        </p:nvSpPr>
        <p:spPr>
          <a:xfrm>
            <a:off x="1191600" y="2219040"/>
            <a:ext cx="10144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490" name="Google Shape;1839;p48"/>
          <p:cNvSpPr/>
          <p:nvPr/>
        </p:nvSpPr>
        <p:spPr>
          <a:xfrm>
            <a:off x="1204200" y="2974320"/>
            <a:ext cx="800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 </a:t>
            </a:r>
            <a:r>
              <a:rPr b="1" lang="zh-CN" sz="600" spc="-1" strike="noStrike">
                <a:solidFill>
                  <a:srgbClr val="ff2200"/>
                </a:solidFill>
                <a:latin typeface="Noto Sans JP"/>
                <a:ea typeface="Noto Sans JP"/>
              </a:rPr>
              <a:t>現行システム</a:t>
            </a:r>
            <a:br>
              <a:rPr sz="600"/>
            </a:br>
            <a:r>
              <a:rPr b="1" lang="zh-CN" sz="600" spc="-1" strike="noStrike">
                <a:solidFill>
                  <a:srgbClr val="ff2200"/>
                </a:solidFill>
                <a:latin typeface="Noto Sans JP"/>
                <a:ea typeface="Noto Sans JP"/>
              </a:rPr>
              <a:t>確認</a:t>
            </a:r>
            <a:endParaRPr b="0" lang="en-US" sz="600" spc="-1" strike="noStrike">
              <a:latin typeface="Arial"/>
            </a:endParaRPr>
          </a:p>
        </p:txBody>
      </p:sp>
      <p:sp>
        <p:nvSpPr>
          <p:cNvPr id="1491" name="Google Shape;1840;p48"/>
          <p:cNvSpPr/>
          <p:nvPr/>
        </p:nvSpPr>
        <p:spPr>
          <a:xfrm>
            <a:off x="2018160" y="2974320"/>
            <a:ext cx="7578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要求定義</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マイルストーン策定</a:t>
            </a:r>
            <a:endParaRPr b="0" lang="en-US" sz="600" spc="-1" strike="noStrike">
              <a:latin typeface="Arial"/>
            </a:endParaRPr>
          </a:p>
        </p:txBody>
      </p:sp>
      <p:sp>
        <p:nvSpPr>
          <p:cNvPr id="1492" name="Google Shape;1841;p48"/>
          <p:cNvSpPr/>
          <p:nvPr/>
        </p:nvSpPr>
        <p:spPr>
          <a:xfrm>
            <a:off x="2267280" y="3356640"/>
            <a:ext cx="103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システム</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基本設計</a:t>
            </a:r>
            <a:endParaRPr b="0" lang="en-US" sz="600" spc="-1" strike="noStrike">
              <a:latin typeface="Arial"/>
            </a:endParaRPr>
          </a:p>
        </p:txBody>
      </p:sp>
      <p:sp>
        <p:nvSpPr>
          <p:cNvPr id="1493" name="Google Shape;1842;p48"/>
          <p:cNvSpPr/>
          <p:nvPr/>
        </p:nvSpPr>
        <p:spPr>
          <a:xfrm>
            <a:off x="485640" y="2974320"/>
            <a:ext cx="643320" cy="10774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494" name="Google Shape;1843;p48"/>
          <p:cNvSpPr/>
          <p:nvPr/>
        </p:nvSpPr>
        <p:spPr>
          <a:xfrm>
            <a:off x="484560" y="2219040"/>
            <a:ext cx="643320" cy="6976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495" name="Google Shape;1844;p48"/>
          <p:cNvSpPr/>
          <p:nvPr/>
        </p:nvSpPr>
        <p:spPr>
          <a:xfrm>
            <a:off x="2270160" y="3738960"/>
            <a:ext cx="1583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移行計画</a:t>
            </a:r>
            <a:endParaRPr b="0" lang="en-US" sz="600" spc="-1" strike="noStrike">
              <a:latin typeface="Arial"/>
            </a:endParaRPr>
          </a:p>
        </p:txBody>
      </p:sp>
      <p:sp>
        <p:nvSpPr>
          <p:cNvPr id="1496" name="Google Shape;1845;p48"/>
          <p:cNvSpPr/>
          <p:nvPr/>
        </p:nvSpPr>
        <p:spPr>
          <a:xfrm>
            <a:off x="4282200" y="3738960"/>
            <a:ext cx="1394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移行実装</a:t>
            </a:r>
            <a:endParaRPr b="0" lang="en-US" sz="600" spc="-1" strike="noStrike">
              <a:latin typeface="Arial"/>
            </a:endParaRPr>
          </a:p>
        </p:txBody>
      </p:sp>
      <p:sp>
        <p:nvSpPr>
          <p:cNvPr id="1497" name="Google Shape;1846;p48"/>
          <p:cNvSpPr/>
          <p:nvPr/>
        </p:nvSpPr>
        <p:spPr>
          <a:xfrm>
            <a:off x="2778120" y="2604240"/>
            <a:ext cx="516600" cy="6976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Backlog Refinement</a:t>
            </a:r>
            <a:endParaRPr b="0" lang="en-US" sz="600" spc="-1" strike="noStrike">
              <a:latin typeface="Arial"/>
            </a:endParaRPr>
          </a:p>
        </p:txBody>
      </p:sp>
      <p:sp>
        <p:nvSpPr>
          <p:cNvPr id="1498" name="Google Shape;1847;p48"/>
          <p:cNvSpPr/>
          <p:nvPr/>
        </p:nvSpPr>
        <p:spPr>
          <a:xfrm>
            <a:off x="2267280" y="2219040"/>
            <a:ext cx="10242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499" name="Google Shape;1848;p48"/>
          <p:cNvSpPr/>
          <p:nvPr/>
        </p:nvSpPr>
        <p:spPr>
          <a:xfrm>
            <a:off x="1698840" y="2604240"/>
            <a:ext cx="107784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改善方針・</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コンセプト定義</a:t>
            </a:r>
            <a:endParaRPr b="0" lang="en-US" sz="600" spc="-1" strike="noStrike">
              <a:latin typeface="Arial"/>
            </a:endParaRPr>
          </a:p>
        </p:txBody>
      </p:sp>
      <p:sp>
        <p:nvSpPr>
          <p:cNvPr id="1500" name="Google Shape;1849;p48"/>
          <p:cNvSpPr/>
          <p:nvPr/>
        </p:nvSpPr>
        <p:spPr>
          <a:xfrm>
            <a:off x="5692680" y="3738960"/>
            <a:ext cx="62928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移行実施</a:t>
            </a:r>
            <a:endParaRPr b="0" lang="en-US" sz="600" spc="-1" strike="noStrike">
              <a:latin typeface="Arial"/>
            </a:endParaRPr>
          </a:p>
        </p:txBody>
      </p:sp>
      <p:sp>
        <p:nvSpPr>
          <p:cNvPr id="1501" name="Google Shape;1850;p48"/>
          <p:cNvSpPr/>
          <p:nvPr/>
        </p:nvSpPr>
        <p:spPr>
          <a:xfrm>
            <a:off x="223812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502" name="Google Shape;1851;p48"/>
          <p:cNvSpPr/>
          <p:nvPr/>
        </p:nvSpPr>
        <p:spPr>
          <a:xfrm>
            <a:off x="33152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503" name="Google Shape;1852;p48"/>
          <p:cNvSpPr/>
          <p:nvPr/>
        </p:nvSpPr>
        <p:spPr>
          <a:xfrm>
            <a:off x="43880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504" name="Google Shape;1853;p48"/>
          <p:cNvSpPr/>
          <p:nvPr/>
        </p:nvSpPr>
        <p:spPr>
          <a:xfrm>
            <a:off x="54550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505" name="Google Shape;1854;p48"/>
          <p:cNvSpPr/>
          <p:nvPr/>
        </p:nvSpPr>
        <p:spPr>
          <a:xfrm>
            <a:off x="65376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506" name="Google Shape;1855;p48"/>
          <p:cNvSpPr/>
          <p:nvPr/>
        </p:nvSpPr>
        <p:spPr>
          <a:xfrm>
            <a:off x="76204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507" name="Google Shape;1856;p48"/>
          <p:cNvSpPr/>
          <p:nvPr/>
        </p:nvSpPr>
        <p:spPr>
          <a:xfrm>
            <a:off x="7678080" y="2553480"/>
            <a:ext cx="28800" cy="28800"/>
          </a:xfrm>
          <a:prstGeom prst="ellipse">
            <a:avLst/>
          </a:prstGeom>
          <a:solidFill>
            <a:schemeClr val="dk1"/>
          </a:solidFill>
          <a:ln w="0">
            <a:noFill/>
          </a:ln>
        </p:spPr>
        <p:style>
          <a:lnRef idx="0"/>
          <a:fillRef idx="0"/>
          <a:effectRef idx="0"/>
          <a:fontRef idx="minor"/>
        </p:style>
      </p:sp>
      <p:sp>
        <p:nvSpPr>
          <p:cNvPr id="1508" name="Google Shape;1857;p48"/>
          <p:cNvSpPr/>
          <p:nvPr/>
        </p:nvSpPr>
        <p:spPr>
          <a:xfrm>
            <a:off x="7739280" y="2553480"/>
            <a:ext cx="28800" cy="28800"/>
          </a:xfrm>
          <a:prstGeom prst="ellipse">
            <a:avLst/>
          </a:prstGeom>
          <a:solidFill>
            <a:schemeClr val="dk1"/>
          </a:solidFill>
          <a:ln w="0">
            <a:noFill/>
          </a:ln>
        </p:spPr>
        <p:style>
          <a:lnRef idx="0"/>
          <a:fillRef idx="0"/>
          <a:effectRef idx="0"/>
          <a:fontRef idx="minor"/>
        </p:style>
      </p:sp>
      <p:sp>
        <p:nvSpPr>
          <p:cNvPr id="1509" name="Google Shape;1858;p48"/>
          <p:cNvSpPr/>
          <p:nvPr/>
        </p:nvSpPr>
        <p:spPr>
          <a:xfrm>
            <a:off x="7800480" y="2553480"/>
            <a:ext cx="28800" cy="28800"/>
          </a:xfrm>
          <a:prstGeom prst="ellipse">
            <a:avLst/>
          </a:prstGeom>
          <a:solidFill>
            <a:schemeClr val="dk1"/>
          </a:solidFill>
          <a:ln w="0">
            <a:noFill/>
          </a:ln>
        </p:spPr>
        <p:style>
          <a:lnRef idx="0"/>
          <a:fillRef idx="0"/>
          <a:effectRef idx="0"/>
          <a:fontRef idx="minor"/>
        </p:style>
      </p:sp>
      <p:sp>
        <p:nvSpPr>
          <p:cNvPr id="1510" name="Google Shape;1859;p48"/>
          <p:cNvSpPr/>
          <p:nvPr/>
        </p:nvSpPr>
        <p:spPr>
          <a:xfrm>
            <a:off x="8533800" y="3116160"/>
            <a:ext cx="28800" cy="28800"/>
          </a:xfrm>
          <a:prstGeom prst="ellipse">
            <a:avLst/>
          </a:prstGeom>
          <a:solidFill>
            <a:schemeClr val="dk1"/>
          </a:solidFill>
          <a:ln w="0">
            <a:noFill/>
          </a:ln>
        </p:spPr>
        <p:style>
          <a:lnRef idx="0"/>
          <a:fillRef idx="0"/>
          <a:effectRef idx="0"/>
          <a:fontRef idx="minor"/>
        </p:style>
      </p:sp>
      <p:sp>
        <p:nvSpPr>
          <p:cNvPr id="1511" name="Google Shape;1860;p48"/>
          <p:cNvSpPr/>
          <p:nvPr/>
        </p:nvSpPr>
        <p:spPr>
          <a:xfrm>
            <a:off x="8594640" y="3116160"/>
            <a:ext cx="28800" cy="28800"/>
          </a:xfrm>
          <a:prstGeom prst="ellipse">
            <a:avLst/>
          </a:prstGeom>
          <a:solidFill>
            <a:schemeClr val="dk1"/>
          </a:solidFill>
          <a:ln w="0">
            <a:noFill/>
          </a:ln>
        </p:spPr>
        <p:style>
          <a:lnRef idx="0"/>
          <a:fillRef idx="0"/>
          <a:effectRef idx="0"/>
          <a:fontRef idx="minor"/>
        </p:style>
      </p:sp>
      <p:sp>
        <p:nvSpPr>
          <p:cNvPr id="1512" name="Google Shape;1861;p48"/>
          <p:cNvSpPr/>
          <p:nvPr/>
        </p:nvSpPr>
        <p:spPr>
          <a:xfrm>
            <a:off x="8655840" y="3116160"/>
            <a:ext cx="28800" cy="28800"/>
          </a:xfrm>
          <a:prstGeom prst="ellipse">
            <a:avLst/>
          </a:prstGeom>
          <a:solidFill>
            <a:schemeClr val="dk1"/>
          </a:solidFill>
          <a:ln w="0">
            <a:noFill/>
          </a:ln>
        </p:spPr>
        <p:style>
          <a:lnRef idx="0"/>
          <a:fillRef idx="0"/>
          <a:effectRef idx="0"/>
          <a:fontRef idx="minor"/>
        </p:style>
      </p:sp>
      <p:sp>
        <p:nvSpPr>
          <p:cNvPr id="1513" name="Google Shape;1862;p48"/>
          <p:cNvSpPr/>
          <p:nvPr/>
        </p:nvSpPr>
        <p:spPr>
          <a:xfrm>
            <a:off x="8322120" y="3498840"/>
            <a:ext cx="28800" cy="28800"/>
          </a:xfrm>
          <a:prstGeom prst="ellipse">
            <a:avLst/>
          </a:prstGeom>
          <a:solidFill>
            <a:schemeClr val="dk1"/>
          </a:solidFill>
          <a:ln w="0">
            <a:noFill/>
          </a:ln>
        </p:spPr>
        <p:style>
          <a:lnRef idx="0"/>
          <a:fillRef idx="0"/>
          <a:effectRef idx="0"/>
          <a:fontRef idx="minor"/>
        </p:style>
      </p:sp>
      <p:sp>
        <p:nvSpPr>
          <p:cNvPr id="1514" name="Google Shape;1863;p48"/>
          <p:cNvSpPr/>
          <p:nvPr/>
        </p:nvSpPr>
        <p:spPr>
          <a:xfrm>
            <a:off x="8383320" y="3498840"/>
            <a:ext cx="28800" cy="28800"/>
          </a:xfrm>
          <a:prstGeom prst="ellipse">
            <a:avLst/>
          </a:prstGeom>
          <a:solidFill>
            <a:schemeClr val="dk1"/>
          </a:solidFill>
          <a:ln w="0">
            <a:noFill/>
          </a:ln>
        </p:spPr>
        <p:style>
          <a:lnRef idx="0"/>
          <a:fillRef idx="0"/>
          <a:effectRef idx="0"/>
          <a:fontRef idx="minor"/>
        </p:style>
      </p:sp>
      <p:sp>
        <p:nvSpPr>
          <p:cNvPr id="1515" name="Google Shape;1864;p48"/>
          <p:cNvSpPr/>
          <p:nvPr/>
        </p:nvSpPr>
        <p:spPr>
          <a:xfrm>
            <a:off x="8444160" y="3498840"/>
            <a:ext cx="28800" cy="28800"/>
          </a:xfrm>
          <a:prstGeom prst="ellipse">
            <a:avLst/>
          </a:prstGeom>
          <a:solidFill>
            <a:schemeClr val="dk1"/>
          </a:solidFill>
          <a:ln w="0">
            <a:noFill/>
          </a:ln>
        </p:spPr>
        <p:style>
          <a:lnRef idx="0"/>
          <a:fillRef idx="0"/>
          <a:effectRef idx="0"/>
          <a:fontRef idx="minor"/>
        </p:style>
      </p:sp>
      <p:sp>
        <p:nvSpPr>
          <p:cNvPr id="1516" name="Google Shape;1865;p48"/>
          <p:cNvSpPr/>
          <p:nvPr/>
        </p:nvSpPr>
        <p:spPr>
          <a:xfrm>
            <a:off x="6380640" y="1946160"/>
            <a:ext cx="234216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17" name="Google Shape;1866;p48"/>
          <p:cNvSpPr/>
          <p:nvPr/>
        </p:nvSpPr>
        <p:spPr>
          <a:xfrm>
            <a:off x="3164040" y="1946160"/>
            <a:ext cx="33721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18" name="Google Shape;1867;p48"/>
          <p:cNvSpPr/>
          <p:nvPr/>
        </p:nvSpPr>
        <p:spPr>
          <a:xfrm>
            <a:off x="1191600" y="1946160"/>
            <a:ext cx="21214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19" name="Google Shape;1868;p48"/>
          <p:cNvSpPr/>
          <p:nvPr/>
        </p:nvSpPr>
        <p:spPr>
          <a:xfrm>
            <a:off x="180000" y="1946160"/>
            <a:ext cx="947880" cy="219600"/>
          </a:xfrm>
          <a:prstGeom prst="rect">
            <a:avLst/>
          </a:prstGeom>
          <a:solidFill>
            <a:schemeClr val="accent1"/>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520" name="Google Shape;1869;p48"/>
          <p:cNvSpPr/>
          <p:nvPr/>
        </p:nvSpPr>
        <p:spPr>
          <a:xfrm>
            <a:off x="1134000" y="1639440"/>
            <a:ext cx="759420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521" name="Google Shape;1870;p48"/>
          <p:cNvSpPr/>
          <p:nvPr/>
        </p:nvSpPr>
        <p:spPr>
          <a:xfrm>
            <a:off x="18352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22" name="Google Shape;1871;p48"/>
          <p:cNvGrpSpPr/>
          <p:nvPr/>
        </p:nvGrpSpPr>
        <p:grpSpPr>
          <a:xfrm>
            <a:off x="2207880" y="1069920"/>
            <a:ext cx="64080" cy="596880"/>
            <a:chOff x="2207880" y="1069920"/>
            <a:chExt cx="64080" cy="596880"/>
          </a:xfrm>
        </p:grpSpPr>
        <p:sp>
          <p:nvSpPr>
            <p:cNvPr id="1523" name="Google Shape;1872;p48"/>
            <p:cNvSpPr/>
            <p:nvPr/>
          </p:nvSpPr>
          <p:spPr>
            <a:xfrm flipH="1">
              <a:off x="223740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24" name="Google Shape;1873;p48"/>
            <p:cNvSpPr/>
            <p:nvPr/>
          </p:nvSpPr>
          <p:spPr>
            <a:xfrm>
              <a:off x="220788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525" name="Google Shape;1874;p48"/>
          <p:cNvSpPr/>
          <p:nvPr/>
        </p:nvSpPr>
        <p:spPr>
          <a:xfrm>
            <a:off x="29116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26" name="Google Shape;1875;p48"/>
          <p:cNvGrpSpPr/>
          <p:nvPr/>
        </p:nvGrpSpPr>
        <p:grpSpPr>
          <a:xfrm>
            <a:off x="3282120" y="1069920"/>
            <a:ext cx="64080" cy="596880"/>
            <a:chOff x="3282120" y="1069920"/>
            <a:chExt cx="64080" cy="596880"/>
          </a:xfrm>
        </p:grpSpPr>
        <p:sp>
          <p:nvSpPr>
            <p:cNvPr id="1527" name="Google Shape;1876;p48"/>
            <p:cNvSpPr/>
            <p:nvPr/>
          </p:nvSpPr>
          <p:spPr>
            <a:xfrm flipH="1">
              <a:off x="331164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28" name="Google Shape;1877;p48"/>
            <p:cNvSpPr/>
            <p:nvPr/>
          </p:nvSpPr>
          <p:spPr>
            <a:xfrm>
              <a:off x="328212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529" name="Google Shape;1878;p48"/>
          <p:cNvSpPr/>
          <p:nvPr/>
        </p:nvSpPr>
        <p:spPr>
          <a:xfrm>
            <a:off x="506016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530" name="Google Shape;1879;p48"/>
          <p:cNvGrpSpPr/>
          <p:nvPr/>
        </p:nvGrpSpPr>
        <p:grpSpPr>
          <a:xfrm>
            <a:off x="5430600" y="1069920"/>
            <a:ext cx="64080" cy="596880"/>
            <a:chOff x="5430600" y="1069920"/>
            <a:chExt cx="64080" cy="596880"/>
          </a:xfrm>
        </p:grpSpPr>
        <p:sp>
          <p:nvSpPr>
            <p:cNvPr id="1531" name="Google Shape;1880;p48"/>
            <p:cNvSpPr/>
            <p:nvPr/>
          </p:nvSpPr>
          <p:spPr>
            <a:xfrm flipH="1">
              <a:off x="546012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532" name="Google Shape;1881;p48"/>
            <p:cNvSpPr/>
            <p:nvPr/>
          </p:nvSpPr>
          <p:spPr>
            <a:xfrm>
              <a:off x="543060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533" name="Google Shape;1882;p48"/>
          <p:cNvSpPr/>
          <p:nvPr/>
        </p:nvSpPr>
        <p:spPr>
          <a:xfrm>
            <a:off x="180000" y="4110840"/>
            <a:ext cx="947880" cy="521280"/>
          </a:xfrm>
          <a:prstGeom prst="rect">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534" name="Google Shape;1883;p48"/>
          <p:cNvSpPr/>
          <p:nvPr/>
        </p:nvSpPr>
        <p:spPr>
          <a:xfrm>
            <a:off x="4400640" y="4383000"/>
            <a:ext cx="510120" cy="24948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249840" bIns="2498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35" name="Google Shape;1884;p48"/>
          <p:cNvSpPr/>
          <p:nvPr/>
        </p:nvSpPr>
        <p:spPr>
          <a:xfrm>
            <a:off x="4917960" y="4383000"/>
            <a:ext cx="538200" cy="249480"/>
          </a:xfrm>
          <a:prstGeom prst="homePlate">
            <a:avLst>
              <a:gd name="adj" fmla="val 21507"/>
            </a:avLst>
          </a:prstGeom>
          <a:solidFill>
            <a:schemeClr val="accent6"/>
          </a:solidFill>
          <a:ln w="0">
            <a:noFill/>
          </a:ln>
        </p:spPr>
        <p:style>
          <a:lnRef idx="0"/>
          <a:fillRef idx="0"/>
          <a:effectRef idx="0"/>
          <a:fontRef idx="minor"/>
        </p:style>
        <p:txBody>
          <a:bodyPr lIns="0" rIns="0" tIns="249840" bIns="2498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36" name="Google Shape;1885;p48"/>
          <p:cNvSpPr/>
          <p:nvPr/>
        </p:nvSpPr>
        <p:spPr>
          <a:xfrm>
            <a:off x="5472000" y="4110840"/>
            <a:ext cx="643320" cy="521280"/>
          </a:xfrm>
          <a:prstGeom prst="homePlate">
            <a:avLst>
              <a:gd name="adj" fmla="val 21507"/>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37" name="Google Shape;1886;p48"/>
          <p:cNvSpPr/>
          <p:nvPr/>
        </p:nvSpPr>
        <p:spPr>
          <a:xfrm>
            <a:off x="3732120" y="4110840"/>
            <a:ext cx="643320" cy="52128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38" name="Google Shape;1887;p48"/>
          <p:cNvSpPr/>
          <p:nvPr/>
        </p:nvSpPr>
        <p:spPr>
          <a:xfrm>
            <a:off x="180000" y="2219040"/>
            <a:ext cx="271440" cy="18324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539" name="Google Shape;1888;p48"/>
          <p:cNvSpPr/>
          <p:nvPr/>
        </p:nvSpPr>
        <p:spPr>
          <a:xfrm flipH="1" rot="10800000">
            <a:off x="179640" y="4085640"/>
            <a:ext cx="855288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40" name="Google Shape;1889;p48"/>
          <p:cNvSpPr/>
          <p:nvPr/>
        </p:nvSpPr>
        <p:spPr>
          <a:xfrm>
            <a:off x="3966120" y="2974320"/>
            <a:ext cx="6415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41" name="Google Shape;1890;p48"/>
          <p:cNvSpPr/>
          <p:nvPr/>
        </p:nvSpPr>
        <p:spPr>
          <a:xfrm>
            <a:off x="3336840" y="2974320"/>
            <a:ext cx="61992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0</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開発環境</a:t>
            </a:r>
            <a:endParaRPr b="0" lang="en-US" sz="600" spc="-1" strike="noStrike">
              <a:latin typeface="Arial"/>
            </a:endParaRPr>
          </a:p>
          <a:p>
            <a:pPr algn="ctr">
              <a:lnSpc>
                <a:spcPct val="100000"/>
              </a:lnSpc>
              <a:buNone/>
              <a:tabLst>
                <a:tab algn="l" pos="0"/>
              </a:tabLst>
            </a:pPr>
            <a:r>
              <a:rPr b="1" lang="en-US" sz="600" spc="-1" strike="noStrike">
                <a:solidFill>
                  <a:srgbClr val="ff2200"/>
                </a:solidFill>
                <a:latin typeface="Noto Sans JP"/>
                <a:ea typeface="Noto Sans JP"/>
              </a:rPr>
              <a:t>CI</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CD</a:t>
            </a:r>
            <a:r>
              <a:rPr b="1" lang="zh-CN" sz="600" spc="-1" strike="noStrike">
                <a:solidFill>
                  <a:srgbClr val="ff2200"/>
                </a:solidFill>
                <a:latin typeface="Noto Sans JP"/>
                <a:ea typeface="Noto Sans JP"/>
              </a:rPr>
              <a:t>構築</a:t>
            </a:r>
            <a:endParaRPr b="0" lang="en-US" sz="600" spc="-1" strike="noStrike">
              <a:latin typeface="Arial"/>
            </a:endParaRPr>
          </a:p>
        </p:txBody>
      </p:sp>
      <p:sp>
        <p:nvSpPr>
          <p:cNvPr id="1542" name="Google Shape;1891;p48"/>
          <p:cNvSpPr/>
          <p:nvPr/>
        </p:nvSpPr>
        <p:spPr>
          <a:xfrm>
            <a:off x="3336840" y="221904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43" name="Google Shape;1892;p48"/>
          <p:cNvSpPr/>
          <p:nvPr/>
        </p:nvSpPr>
        <p:spPr>
          <a:xfrm>
            <a:off x="387684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2nd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44" name="Google Shape;1893;p48"/>
          <p:cNvSpPr/>
          <p:nvPr/>
        </p:nvSpPr>
        <p:spPr>
          <a:xfrm>
            <a:off x="3336840" y="2604240"/>
            <a:ext cx="51660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zh-CN" sz="600" spc="-1" strike="noStrike">
                <a:solidFill>
                  <a:srgbClr val="ff2200"/>
                </a:solidFill>
                <a:latin typeface="Noto Sans JP"/>
                <a:ea typeface="Noto Sans JP"/>
              </a:rPr>
              <a:t>スタイリング定義</a:t>
            </a:r>
            <a:endParaRPr b="0" lang="en-US" sz="600" spc="-1" strike="noStrike">
              <a:latin typeface="Arial"/>
            </a:endParaRPr>
          </a:p>
        </p:txBody>
      </p:sp>
      <p:sp>
        <p:nvSpPr>
          <p:cNvPr id="1545" name="Google Shape;1894;p48"/>
          <p:cNvSpPr/>
          <p:nvPr/>
        </p:nvSpPr>
        <p:spPr>
          <a:xfrm>
            <a:off x="461736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46" name="Google Shape;1895;p48"/>
          <p:cNvSpPr/>
          <p:nvPr/>
        </p:nvSpPr>
        <p:spPr>
          <a:xfrm>
            <a:off x="526860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47" name="Google Shape;1896;p48"/>
          <p:cNvSpPr/>
          <p:nvPr/>
        </p:nvSpPr>
        <p:spPr>
          <a:xfrm>
            <a:off x="4404240" y="3356640"/>
            <a:ext cx="619560" cy="31248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1</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48" name="Google Shape;1897;p48"/>
          <p:cNvSpPr/>
          <p:nvPr/>
        </p:nvSpPr>
        <p:spPr>
          <a:xfrm>
            <a:off x="5919480" y="297432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49" name="Google Shape;1898;p48"/>
          <p:cNvSpPr/>
          <p:nvPr/>
        </p:nvSpPr>
        <p:spPr>
          <a:xfrm>
            <a:off x="6549120" y="2974320"/>
            <a:ext cx="6199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50" name="Google Shape;1899;p48"/>
          <p:cNvSpPr/>
          <p:nvPr/>
        </p:nvSpPr>
        <p:spPr>
          <a:xfrm>
            <a:off x="717876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51" name="Google Shape;1900;p48"/>
          <p:cNvSpPr/>
          <p:nvPr/>
        </p:nvSpPr>
        <p:spPr>
          <a:xfrm>
            <a:off x="5041800" y="335664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2</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2" name="Google Shape;1901;p48"/>
          <p:cNvSpPr/>
          <p:nvPr/>
        </p:nvSpPr>
        <p:spPr>
          <a:xfrm>
            <a:off x="5692680" y="335664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3</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3" name="Google Shape;1902;p48"/>
          <p:cNvSpPr/>
          <p:nvPr/>
        </p:nvSpPr>
        <p:spPr>
          <a:xfrm>
            <a:off x="6343560" y="335664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4</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4" name="Google Shape;1903;p48"/>
          <p:cNvSpPr/>
          <p:nvPr/>
        </p:nvSpPr>
        <p:spPr>
          <a:xfrm>
            <a:off x="6994440" y="3356640"/>
            <a:ext cx="61164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5</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5" name="Google Shape;1904;p48"/>
          <p:cNvSpPr/>
          <p:nvPr/>
        </p:nvSpPr>
        <p:spPr>
          <a:xfrm>
            <a:off x="7624080" y="3356640"/>
            <a:ext cx="63288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 6</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56" name="Google Shape;1905;p48"/>
          <p:cNvSpPr/>
          <p:nvPr/>
        </p:nvSpPr>
        <p:spPr>
          <a:xfrm>
            <a:off x="7829640" y="2974320"/>
            <a:ext cx="641520" cy="312480"/>
          </a:xfrm>
          <a:prstGeom prst="homePlate">
            <a:avLst>
              <a:gd name="adj" fmla="val 21507"/>
            </a:avLst>
          </a:prstGeom>
          <a:solidFill>
            <a:schemeClr val="accent5"/>
          </a:solidFill>
          <a:ln w="0">
            <a:noFill/>
          </a:ln>
        </p:spPr>
        <p:style>
          <a:lnRef idx="0"/>
          <a:fillRef idx="0"/>
          <a:effectRef idx="0"/>
          <a:fontRef idx="minor"/>
        </p:style>
        <p:txBody>
          <a:bodyPr lIns="0" rIns="0" tIns="313200" bIns="313200" anchor="ctr">
            <a:noAutofit/>
          </a:bodyPr>
          <a:p>
            <a:pPr algn="ctr">
              <a:lnSpc>
                <a:spcPct val="100000"/>
              </a:lnSpc>
              <a:buNone/>
              <a:tabLst>
                <a:tab algn="l" pos="0"/>
              </a:tabLst>
            </a:pPr>
            <a:r>
              <a:rPr b="1" lang="en-US" sz="600" spc="-1" strike="noStrike">
                <a:solidFill>
                  <a:srgbClr val="ff2200"/>
                </a:solidFill>
                <a:latin typeface="Noto Sans JP"/>
                <a:ea typeface="Noto Sans JP"/>
              </a:rPr>
              <a:t>Sprint7</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57" name="Google Shape;1906;p48"/>
          <p:cNvSpPr/>
          <p:nvPr/>
        </p:nvSpPr>
        <p:spPr>
          <a:xfrm>
            <a:off x="707868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8th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58" name="Google Shape;1907;p48"/>
          <p:cNvSpPr/>
          <p:nvPr/>
        </p:nvSpPr>
        <p:spPr>
          <a:xfrm>
            <a:off x="655236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7th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59" name="Google Shape;1908;p48"/>
          <p:cNvSpPr/>
          <p:nvPr/>
        </p:nvSpPr>
        <p:spPr>
          <a:xfrm>
            <a:off x="601128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6th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60" name="Google Shape;1909;p48"/>
          <p:cNvSpPr/>
          <p:nvPr/>
        </p:nvSpPr>
        <p:spPr>
          <a:xfrm>
            <a:off x="547776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5th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61" name="Google Shape;1910;p48"/>
          <p:cNvSpPr/>
          <p:nvPr/>
        </p:nvSpPr>
        <p:spPr>
          <a:xfrm>
            <a:off x="494424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4th</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62" name="Google Shape;1911;p48"/>
          <p:cNvSpPr/>
          <p:nvPr/>
        </p:nvSpPr>
        <p:spPr>
          <a:xfrm>
            <a:off x="4410720" y="2219040"/>
            <a:ext cx="510120" cy="697680"/>
          </a:xfrm>
          <a:prstGeom prst="homePlate">
            <a:avLst>
              <a:gd name="adj" fmla="val 21507"/>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3rd</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63" name="Google Shape;1912;p48"/>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564" name="Google Shape;1913;p48"/>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565" name="Google Shape;1914;p48"/>
          <p:cNvGrpSpPr/>
          <p:nvPr/>
        </p:nvGrpSpPr>
        <p:grpSpPr>
          <a:xfrm>
            <a:off x="194760" y="98640"/>
            <a:ext cx="8515440" cy="552600"/>
            <a:chOff x="194760" y="98640"/>
            <a:chExt cx="8515440" cy="552600"/>
          </a:xfrm>
        </p:grpSpPr>
        <p:sp>
          <p:nvSpPr>
            <p:cNvPr id="1566" name="Google Shape;1915;p48"/>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567" name="Google Shape;1916;p48"/>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8" name="Google Shape;1921;p49"/>
          <p:cNvSpPr/>
          <p:nvPr/>
        </p:nvSpPr>
        <p:spPr>
          <a:xfrm>
            <a:off x="6537960" y="1639440"/>
            <a:ext cx="360" cy="2114640"/>
          </a:xfrm>
          <a:custGeom>
            <a:avLst/>
            <a:gdLst/>
            <a:ahLst/>
            <a:rect l="l" t="t" r="r" b="b"/>
            <a:pathLst>
              <a:path w="21600" h="21600">
                <a:moveTo>
                  <a:pt x="0" y="0"/>
                </a:moveTo>
                <a:lnTo>
                  <a:pt x="21600" y="21600"/>
                </a:lnTo>
              </a:path>
            </a:pathLst>
          </a:custGeom>
          <a:noFill/>
          <a:ln w="9525">
            <a:solidFill>
              <a:srgbClr val="3f3f3f"/>
            </a:solidFill>
            <a:round/>
          </a:ln>
        </p:spPr>
        <p:style>
          <a:lnRef idx="0"/>
          <a:fillRef idx="0"/>
          <a:effectRef idx="0"/>
          <a:fontRef idx="minor"/>
        </p:style>
      </p:sp>
      <p:sp>
        <p:nvSpPr>
          <p:cNvPr id="1569" name="Google Shape;1922;p49"/>
          <p:cNvSpPr/>
          <p:nvPr/>
        </p:nvSpPr>
        <p:spPr>
          <a:xfrm>
            <a:off x="7612200" y="1676160"/>
            <a:ext cx="360" cy="2078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0" name="Google Shape;1923;p49"/>
          <p:cNvSpPr/>
          <p:nvPr/>
        </p:nvSpPr>
        <p:spPr>
          <a:xfrm>
            <a:off x="8730000" y="1676160"/>
            <a:ext cx="360" cy="2078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1" name="Google Shape;1924;p49"/>
          <p:cNvSpPr/>
          <p:nvPr/>
        </p:nvSpPr>
        <p:spPr>
          <a:xfrm>
            <a:off x="5463720" y="1639440"/>
            <a:ext cx="360" cy="211464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2" name="Google Shape;1925;p49"/>
          <p:cNvSpPr/>
          <p:nvPr/>
        </p:nvSpPr>
        <p:spPr>
          <a:xfrm>
            <a:off x="4389480" y="1676160"/>
            <a:ext cx="360" cy="2078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3" name="Google Shape;1926;p49"/>
          <p:cNvSpPr/>
          <p:nvPr/>
        </p:nvSpPr>
        <p:spPr>
          <a:xfrm>
            <a:off x="3315240" y="1676160"/>
            <a:ext cx="360" cy="20782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574" name="Google Shape;1927;p49"/>
          <p:cNvSpPr/>
          <p:nvPr/>
        </p:nvSpPr>
        <p:spPr>
          <a:xfrm>
            <a:off x="2241000" y="1676160"/>
            <a:ext cx="360" cy="2078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5" name="Google Shape;1928;p49"/>
          <p:cNvSpPr/>
          <p:nvPr/>
        </p:nvSpPr>
        <p:spPr>
          <a:xfrm>
            <a:off x="1166760" y="1676160"/>
            <a:ext cx="360" cy="20782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576" name="Google Shape;1929;p49"/>
          <p:cNvSpPr/>
          <p:nvPr/>
        </p:nvSpPr>
        <p:spPr>
          <a:xfrm>
            <a:off x="116100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577" name="Google Shape;1930;p49"/>
          <p:cNvSpPr/>
          <p:nvPr/>
        </p:nvSpPr>
        <p:spPr>
          <a:xfrm>
            <a:off x="1192680" y="221904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ユーザーヒアリング</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業務フロー整理</a:t>
            </a:r>
            <a:endParaRPr b="0" lang="en-US" sz="600" spc="-1" strike="noStrike">
              <a:latin typeface="Arial"/>
            </a:endParaRPr>
          </a:p>
        </p:txBody>
      </p:sp>
      <p:sp>
        <p:nvSpPr>
          <p:cNvPr id="1578" name="Google Shape;1931;p49"/>
          <p:cNvSpPr/>
          <p:nvPr/>
        </p:nvSpPr>
        <p:spPr>
          <a:xfrm>
            <a:off x="480600" y="2727360"/>
            <a:ext cx="647280" cy="4716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579" name="Google Shape;1932;p49"/>
          <p:cNvSpPr/>
          <p:nvPr/>
        </p:nvSpPr>
        <p:spPr>
          <a:xfrm>
            <a:off x="480600" y="2219040"/>
            <a:ext cx="647280" cy="47160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580" name="Google Shape;1933;p49"/>
          <p:cNvSpPr/>
          <p:nvPr/>
        </p:nvSpPr>
        <p:spPr>
          <a:xfrm>
            <a:off x="223812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581" name="Google Shape;1934;p49"/>
          <p:cNvSpPr/>
          <p:nvPr/>
        </p:nvSpPr>
        <p:spPr>
          <a:xfrm>
            <a:off x="331524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582" name="Google Shape;1935;p49"/>
          <p:cNvSpPr/>
          <p:nvPr/>
        </p:nvSpPr>
        <p:spPr>
          <a:xfrm>
            <a:off x="438804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583" name="Google Shape;1936;p49"/>
          <p:cNvSpPr/>
          <p:nvPr/>
        </p:nvSpPr>
        <p:spPr>
          <a:xfrm>
            <a:off x="545508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584" name="Google Shape;1937;p49"/>
          <p:cNvSpPr/>
          <p:nvPr/>
        </p:nvSpPr>
        <p:spPr>
          <a:xfrm>
            <a:off x="653760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585" name="Google Shape;1938;p49"/>
          <p:cNvSpPr/>
          <p:nvPr/>
        </p:nvSpPr>
        <p:spPr>
          <a:xfrm>
            <a:off x="7620480" y="19483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586" name="Google Shape;1939;p49"/>
          <p:cNvSpPr/>
          <p:nvPr/>
        </p:nvSpPr>
        <p:spPr>
          <a:xfrm>
            <a:off x="180000" y="2219040"/>
            <a:ext cx="268200" cy="97992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587" name="Google Shape;1940;p49"/>
          <p:cNvSpPr/>
          <p:nvPr/>
        </p:nvSpPr>
        <p:spPr>
          <a:xfrm>
            <a:off x="180000" y="3235680"/>
            <a:ext cx="947880" cy="471600"/>
          </a:xfrm>
          <a:prstGeom prst="rect">
            <a:avLst/>
          </a:prstGeom>
          <a:solidFill>
            <a:schemeClr val="accent6"/>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588" name="Google Shape;1941;p49"/>
          <p:cNvSpPr/>
          <p:nvPr/>
        </p:nvSpPr>
        <p:spPr>
          <a:xfrm>
            <a:off x="6561720" y="3235680"/>
            <a:ext cx="1024560" cy="4716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89" name="Google Shape;1942;p49"/>
          <p:cNvSpPr/>
          <p:nvPr/>
        </p:nvSpPr>
        <p:spPr>
          <a:xfrm>
            <a:off x="7657920" y="3235680"/>
            <a:ext cx="1024560" cy="4716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590" name="Google Shape;1943;p49"/>
          <p:cNvSpPr/>
          <p:nvPr/>
        </p:nvSpPr>
        <p:spPr>
          <a:xfrm>
            <a:off x="2264760" y="221904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ワイヤー</a:t>
            </a:r>
            <a:endParaRPr b="0" lang="en-US" sz="600" spc="-1" strike="noStrike">
              <a:latin typeface="Arial"/>
            </a:endParaRPr>
          </a:p>
        </p:txBody>
      </p:sp>
      <p:sp>
        <p:nvSpPr>
          <p:cNvPr id="1591" name="Google Shape;1944;p49"/>
          <p:cNvSpPr/>
          <p:nvPr/>
        </p:nvSpPr>
        <p:spPr>
          <a:xfrm>
            <a:off x="3339000" y="221904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US" sz="600" spc="-1" strike="noStrike">
                <a:solidFill>
                  <a:srgbClr val="ff2200"/>
                </a:solidFill>
                <a:latin typeface="Noto Sans JP"/>
                <a:ea typeface="Noto Sans JP"/>
              </a:rPr>
              <a:t>1st</a:t>
            </a:r>
            <a:endParaRPr b="0" lang="en-US" sz="600" spc="-1" strike="noStrike">
              <a:latin typeface="Arial"/>
            </a:endParaRPr>
          </a:p>
          <a:p>
            <a:pPr algn="ctr">
              <a:lnSpc>
                <a:spcPct val="100000"/>
              </a:lnSpc>
              <a:buNone/>
              <a:tabLst>
                <a:tab algn="l" pos="0"/>
              </a:tabLst>
            </a:pP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592" name="Google Shape;1945;p49"/>
          <p:cNvSpPr/>
          <p:nvPr/>
        </p:nvSpPr>
        <p:spPr>
          <a:xfrm>
            <a:off x="4420440" y="272736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実装</a:t>
            </a:r>
            <a:endParaRPr b="0" lang="en-US" sz="600" spc="-1" strike="noStrike">
              <a:latin typeface="Arial"/>
            </a:endParaRPr>
          </a:p>
        </p:txBody>
      </p:sp>
      <p:sp>
        <p:nvSpPr>
          <p:cNvPr id="1593" name="Google Shape;1946;p49"/>
          <p:cNvSpPr/>
          <p:nvPr/>
        </p:nvSpPr>
        <p:spPr>
          <a:xfrm>
            <a:off x="5481720" y="2727360"/>
            <a:ext cx="1024560" cy="471600"/>
          </a:xfrm>
          <a:prstGeom prst="homePlate">
            <a:avLst>
              <a:gd name="adj" fmla="val 21507"/>
            </a:avLst>
          </a:prstGeom>
          <a:solidFill>
            <a:schemeClr val="accent5"/>
          </a:solidFill>
          <a:ln w="9525">
            <a:solidFill>
              <a:srgbClr val="ff2200"/>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zh-CN" sz="600" spc="-1" strike="noStrike">
                <a:solidFill>
                  <a:srgbClr val="ff2200"/>
                </a:solidFill>
                <a:latin typeface="Noto Sans JP"/>
                <a:ea typeface="Noto Sans JP"/>
              </a:rPr>
              <a:t>テスト</a:t>
            </a:r>
            <a:endParaRPr b="0" lang="en-US" sz="600" spc="-1" strike="noStrike">
              <a:latin typeface="Arial"/>
            </a:endParaRPr>
          </a:p>
        </p:txBody>
      </p:sp>
      <p:sp>
        <p:nvSpPr>
          <p:cNvPr id="1594" name="Google Shape;1947;p49"/>
          <p:cNvSpPr/>
          <p:nvPr/>
        </p:nvSpPr>
        <p:spPr>
          <a:xfrm>
            <a:off x="1134000" y="1639440"/>
            <a:ext cx="759420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595" name="Google Shape;1948;p49"/>
          <p:cNvSpPr/>
          <p:nvPr/>
        </p:nvSpPr>
        <p:spPr>
          <a:xfrm>
            <a:off x="482400" y="2711520"/>
            <a:ext cx="826740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96" name="Google Shape;1949;p49"/>
          <p:cNvSpPr/>
          <p:nvPr/>
        </p:nvSpPr>
        <p:spPr>
          <a:xfrm>
            <a:off x="180000" y="3218760"/>
            <a:ext cx="855216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597" name="Google Shape;1950;p49"/>
          <p:cNvSpPr/>
          <p:nvPr/>
        </p:nvSpPr>
        <p:spPr>
          <a:xfrm>
            <a:off x="6380640" y="1946160"/>
            <a:ext cx="234216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98" name="Google Shape;1951;p49"/>
          <p:cNvSpPr/>
          <p:nvPr/>
        </p:nvSpPr>
        <p:spPr>
          <a:xfrm>
            <a:off x="3164040" y="1946160"/>
            <a:ext cx="33721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599" name="Google Shape;1952;p49"/>
          <p:cNvSpPr/>
          <p:nvPr/>
        </p:nvSpPr>
        <p:spPr>
          <a:xfrm>
            <a:off x="1191600" y="1946160"/>
            <a:ext cx="21214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00" name="Google Shape;1953;p49"/>
          <p:cNvSpPr/>
          <p:nvPr/>
        </p:nvSpPr>
        <p:spPr>
          <a:xfrm>
            <a:off x="180000" y="1946160"/>
            <a:ext cx="947880" cy="219600"/>
          </a:xfrm>
          <a:prstGeom prst="rect">
            <a:avLst/>
          </a:prstGeom>
          <a:solidFill>
            <a:schemeClr val="accent1"/>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601" name="Google Shape;1954;p49"/>
          <p:cNvSpPr/>
          <p:nvPr/>
        </p:nvSpPr>
        <p:spPr>
          <a:xfrm>
            <a:off x="11610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602" name="Google Shape;1955;p49"/>
          <p:cNvSpPr/>
          <p:nvPr/>
        </p:nvSpPr>
        <p:spPr>
          <a:xfrm>
            <a:off x="223812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603" name="Google Shape;1956;p49"/>
          <p:cNvSpPr/>
          <p:nvPr/>
        </p:nvSpPr>
        <p:spPr>
          <a:xfrm>
            <a:off x="33152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604" name="Google Shape;1957;p49"/>
          <p:cNvSpPr/>
          <p:nvPr/>
        </p:nvSpPr>
        <p:spPr>
          <a:xfrm>
            <a:off x="43880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605" name="Google Shape;1958;p49"/>
          <p:cNvSpPr/>
          <p:nvPr/>
        </p:nvSpPr>
        <p:spPr>
          <a:xfrm>
            <a:off x="54550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606" name="Google Shape;1959;p49"/>
          <p:cNvSpPr/>
          <p:nvPr/>
        </p:nvSpPr>
        <p:spPr>
          <a:xfrm>
            <a:off x="65376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607" name="Google Shape;1960;p49"/>
          <p:cNvSpPr/>
          <p:nvPr/>
        </p:nvSpPr>
        <p:spPr>
          <a:xfrm>
            <a:off x="76204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608" name="Google Shape;1961;p49"/>
          <p:cNvSpPr/>
          <p:nvPr/>
        </p:nvSpPr>
        <p:spPr>
          <a:xfrm>
            <a:off x="18352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09" name="Google Shape;1962;p49"/>
          <p:cNvGrpSpPr/>
          <p:nvPr/>
        </p:nvGrpSpPr>
        <p:grpSpPr>
          <a:xfrm>
            <a:off x="2207880" y="1069920"/>
            <a:ext cx="64080" cy="596880"/>
            <a:chOff x="2207880" y="1069920"/>
            <a:chExt cx="64080" cy="596880"/>
          </a:xfrm>
        </p:grpSpPr>
        <p:sp>
          <p:nvSpPr>
            <p:cNvPr id="1610" name="Google Shape;1963;p49"/>
            <p:cNvSpPr/>
            <p:nvPr/>
          </p:nvSpPr>
          <p:spPr>
            <a:xfrm flipH="1">
              <a:off x="223740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11" name="Google Shape;1964;p49"/>
            <p:cNvSpPr/>
            <p:nvPr/>
          </p:nvSpPr>
          <p:spPr>
            <a:xfrm>
              <a:off x="220788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12" name="Google Shape;1965;p49"/>
          <p:cNvSpPr/>
          <p:nvPr/>
        </p:nvSpPr>
        <p:spPr>
          <a:xfrm>
            <a:off x="29116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13" name="Google Shape;1966;p49"/>
          <p:cNvGrpSpPr/>
          <p:nvPr/>
        </p:nvGrpSpPr>
        <p:grpSpPr>
          <a:xfrm>
            <a:off x="3282120" y="1069920"/>
            <a:ext cx="64080" cy="596880"/>
            <a:chOff x="3282120" y="1069920"/>
            <a:chExt cx="64080" cy="596880"/>
          </a:xfrm>
        </p:grpSpPr>
        <p:sp>
          <p:nvSpPr>
            <p:cNvPr id="1614" name="Google Shape;1967;p49"/>
            <p:cNvSpPr/>
            <p:nvPr/>
          </p:nvSpPr>
          <p:spPr>
            <a:xfrm flipH="1">
              <a:off x="331164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15" name="Google Shape;1968;p49"/>
            <p:cNvSpPr/>
            <p:nvPr/>
          </p:nvSpPr>
          <p:spPr>
            <a:xfrm>
              <a:off x="328212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16" name="Google Shape;1969;p49"/>
          <p:cNvSpPr/>
          <p:nvPr/>
        </p:nvSpPr>
        <p:spPr>
          <a:xfrm>
            <a:off x="506016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17" name="Google Shape;1970;p49"/>
          <p:cNvGrpSpPr/>
          <p:nvPr/>
        </p:nvGrpSpPr>
        <p:grpSpPr>
          <a:xfrm>
            <a:off x="5430600" y="1069920"/>
            <a:ext cx="64080" cy="596880"/>
            <a:chOff x="5430600" y="1069920"/>
            <a:chExt cx="64080" cy="596880"/>
          </a:xfrm>
        </p:grpSpPr>
        <p:sp>
          <p:nvSpPr>
            <p:cNvPr id="1618" name="Google Shape;1971;p49"/>
            <p:cNvSpPr/>
            <p:nvPr/>
          </p:nvSpPr>
          <p:spPr>
            <a:xfrm flipH="1">
              <a:off x="546012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19" name="Google Shape;1972;p49"/>
            <p:cNvSpPr/>
            <p:nvPr/>
          </p:nvSpPr>
          <p:spPr>
            <a:xfrm>
              <a:off x="543060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20" name="Google Shape;1973;p49"/>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621" name="Google Shape;1974;p49"/>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622" name="Google Shape;1975;p49"/>
          <p:cNvGrpSpPr/>
          <p:nvPr/>
        </p:nvGrpSpPr>
        <p:grpSpPr>
          <a:xfrm>
            <a:off x="194760" y="98640"/>
            <a:ext cx="8515440" cy="552600"/>
            <a:chOff x="194760" y="98640"/>
            <a:chExt cx="8515440" cy="552600"/>
          </a:xfrm>
        </p:grpSpPr>
        <p:sp>
          <p:nvSpPr>
            <p:cNvPr id="1623" name="Google Shape;1976;p49"/>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624" name="Google Shape;1977;p49"/>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5" name="Google Shape;1982;p50"/>
          <p:cNvSpPr/>
          <p:nvPr/>
        </p:nvSpPr>
        <p:spPr>
          <a:xfrm>
            <a:off x="5463720" y="1676160"/>
            <a:ext cx="360" cy="295524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626" name="Google Shape;1983;p50"/>
          <p:cNvSpPr/>
          <p:nvPr/>
        </p:nvSpPr>
        <p:spPr>
          <a:xfrm>
            <a:off x="7612200" y="1639440"/>
            <a:ext cx="360" cy="29919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627" name="Google Shape;1984;p50"/>
          <p:cNvSpPr/>
          <p:nvPr/>
        </p:nvSpPr>
        <p:spPr>
          <a:xfrm>
            <a:off x="6537960" y="1639440"/>
            <a:ext cx="360" cy="29919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628" name="Google Shape;1985;p50"/>
          <p:cNvSpPr/>
          <p:nvPr/>
        </p:nvSpPr>
        <p:spPr>
          <a:xfrm>
            <a:off x="8730000" y="1723320"/>
            <a:ext cx="360" cy="290808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629" name="Google Shape;1986;p50"/>
          <p:cNvSpPr/>
          <p:nvPr/>
        </p:nvSpPr>
        <p:spPr>
          <a:xfrm>
            <a:off x="4389480" y="1639440"/>
            <a:ext cx="360" cy="29919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630" name="Google Shape;1987;p50"/>
          <p:cNvSpPr/>
          <p:nvPr/>
        </p:nvSpPr>
        <p:spPr>
          <a:xfrm>
            <a:off x="3315240" y="1639440"/>
            <a:ext cx="360" cy="29919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631" name="Google Shape;1988;p50"/>
          <p:cNvSpPr/>
          <p:nvPr/>
        </p:nvSpPr>
        <p:spPr>
          <a:xfrm>
            <a:off x="2241000" y="1639440"/>
            <a:ext cx="360" cy="29919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632" name="Google Shape;1989;p50"/>
          <p:cNvSpPr/>
          <p:nvPr/>
        </p:nvSpPr>
        <p:spPr>
          <a:xfrm>
            <a:off x="1166760" y="1639440"/>
            <a:ext cx="360" cy="2991960"/>
          </a:xfrm>
          <a:custGeom>
            <a:avLst/>
            <a:gdLst/>
            <a:ahLst/>
            <a:rect l="l" t="t" r="r" b="b"/>
            <a:pathLst>
              <a:path w="21600" h="21600">
                <a:moveTo>
                  <a:pt x="0" y="0"/>
                </a:moveTo>
                <a:lnTo>
                  <a:pt x="21600" y="21600"/>
                </a:lnTo>
              </a:path>
            </a:pathLst>
          </a:custGeom>
          <a:noFill/>
          <a:ln w="9525">
            <a:solidFill>
              <a:srgbClr val="595959"/>
            </a:solidFill>
            <a:prstDash val="dot"/>
            <a:round/>
          </a:ln>
        </p:spPr>
        <p:style>
          <a:lnRef idx="0"/>
          <a:fillRef idx="0"/>
          <a:effectRef idx="0"/>
          <a:fontRef idx="minor"/>
        </p:style>
      </p:sp>
      <p:sp>
        <p:nvSpPr>
          <p:cNvPr id="1633" name="Google Shape;1990;p50"/>
          <p:cNvSpPr/>
          <p:nvPr/>
        </p:nvSpPr>
        <p:spPr>
          <a:xfrm>
            <a:off x="480600" y="2223000"/>
            <a:ext cx="646200" cy="5518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Business</a:t>
            </a:r>
            <a:endParaRPr b="0" lang="en-US" sz="700" spc="-1" strike="noStrike">
              <a:latin typeface="Arial"/>
            </a:endParaRPr>
          </a:p>
        </p:txBody>
      </p:sp>
      <p:sp>
        <p:nvSpPr>
          <p:cNvPr id="1634" name="Google Shape;1991;p50"/>
          <p:cNvSpPr/>
          <p:nvPr/>
        </p:nvSpPr>
        <p:spPr>
          <a:xfrm>
            <a:off x="505080" y="3653640"/>
            <a:ext cx="820332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635" name="Google Shape;1992;p50"/>
          <p:cNvSpPr/>
          <p:nvPr/>
        </p:nvSpPr>
        <p:spPr>
          <a:xfrm flipH="1" rot="10800000">
            <a:off x="504720" y="2799720"/>
            <a:ext cx="8216280" cy="288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636" name="Google Shape;1993;p50"/>
          <p:cNvSpPr/>
          <p:nvPr/>
        </p:nvSpPr>
        <p:spPr>
          <a:xfrm>
            <a:off x="480600" y="2824560"/>
            <a:ext cx="646200" cy="8056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Creative</a:t>
            </a:r>
            <a:endParaRPr b="0" lang="en-US" sz="700" spc="-1" strike="noStrike">
              <a:latin typeface="Arial"/>
            </a:endParaRPr>
          </a:p>
        </p:txBody>
      </p:sp>
      <p:sp>
        <p:nvSpPr>
          <p:cNvPr id="1637" name="Google Shape;1994;p50"/>
          <p:cNvSpPr/>
          <p:nvPr/>
        </p:nvSpPr>
        <p:spPr>
          <a:xfrm>
            <a:off x="480600" y="3675600"/>
            <a:ext cx="646200" cy="551880"/>
          </a:xfrm>
          <a:prstGeom prst="rect">
            <a:avLst/>
          </a:prstGeom>
          <a:solidFill>
            <a:schemeClr val="accent5"/>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Tech</a:t>
            </a:r>
            <a:endParaRPr b="0" lang="en-US" sz="700" spc="-1" strike="noStrike">
              <a:latin typeface="Arial"/>
            </a:endParaRPr>
          </a:p>
        </p:txBody>
      </p:sp>
      <p:sp>
        <p:nvSpPr>
          <p:cNvPr id="1638" name="Google Shape;1995;p50"/>
          <p:cNvSpPr/>
          <p:nvPr/>
        </p:nvSpPr>
        <p:spPr>
          <a:xfrm>
            <a:off x="180000" y="4259880"/>
            <a:ext cx="8537040" cy="360"/>
          </a:xfrm>
          <a:custGeom>
            <a:avLst/>
            <a:gdLst/>
            <a:ahLst/>
            <a:rect l="l" t="t" r="r" b="b"/>
            <a:pathLst>
              <a:path w="21600" h="21600">
                <a:moveTo>
                  <a:pt x="0" y="0"/>
                </a:moveTo>
                <a:lnTo>
                  <a:pt x="21600" y="21600"/>
                </a:lnTo>
              </a:path>
            </a:pathLst>
          </a:custGeom>
          <a:noFill/>
          <a:ln w="9525">
            <a:solidFill>
              <a:srgbClr val="434343"/>
            </a:solidFill>
            <a:prstDash val="dot"/>
            <a:round/>
          </a:ln>
        </p:spPr>
        <p:style>
          <a:lnRef idx="0"/>
          <a:fillRef idx="0"/>
          <a:effectRef idx="0"/>
          <a:fontRef idx="minor"/>
        </p:style>
      </p:sp>
      <p:sp>
        <p:nvSpPr>
          <p:cNvPr id="1639" name="Google Shape;1996;p50"/>
          <p:cNvSpPr/>
          <p:nvPr/>
        </p:nvSpPr>
        <p:spPr>
          <a:xfrm>
            <a:off x="180000" y="4288680"/>
            <a:ext cx="946800" cy="343800"/>
          </a:xfrm>
          <a:prstGeom prst="rect">
            <a:avLst/>
          </a:prstGeom>
          <a:solidFill>
            <a:schemeClr val="accent6"/>
          </a:solidFill>
          <a:ln w="0">
            <a:noFill/>
          </a:ln>
        </p:spPr>
        <p:style>
          <a:lnRef idx="0"/>
          <a:fillRef idx="0"/>
          <a:effectRef idx="0"/>
          <a:fontRef idx="minor"/>
        </p:style>
        <p:txBody>
          <a:bodyPr lIns="0" rIns="0" tIns="344160" bIns="344160" anchor="ctr">
            <a:noAutofit/>
          </a:bodyPr>
          <a:p>
            <a:pPr algn="ctr">
              <a:lnSpc>
                <a:spcPct val="100000"/>
              </a:lnSpc>
              <a:buNone/>
              <a:tabLst>
                <a:tab algn="l" pos="0"/>
              </a:tabLst>
            </a:pPr>
            <a:r>
              <a:rPr b="1" lang="zh-CN" sz="700" spc="-1" strike="noStrike">
                <a:solidFill>
                  <a:srgbClr val="b69256"/>
                </a:solidFill>
                <a:latin typeface="Noto Sans JP"/>
                <a:ea typeface="Noto Sans JP"/>
              </a:rPr>
              <a:t>クライアント</a:t>
            </a:r>
            <a:endParaRPr b="0" lang="en-US" sz="700" spc="-1" strike="noStrike">
              <a:latin typeface="Arial"/>
            </a:endParaRPr>
          </a:p>
        </p:txBody>
      </p:sp>
      <p:sp>
        <p:nvSpPr>
          <p:cNvPr id="1640" name="Google Shape;1997;p50"/>
          <p:cNvSpPr/>
          <p:nvPr/>
        </p:nvSpPr>
        <p:spPr>
          <a:xfrm>
            <a:off x="180000" y="2225160"/>
            <a:ext cx="268200" cy="2004480"/>
          </a:xfrm>
          <a:prstGeom prst="rect">
            <a:avLst/>
          </a:prstGeom>
          <a:solidFill>
            <a:schemeClr val="accent5"/>
          </a:solidFill>
          <a:ln w="0">
            <a:noFill/>
          </a:ln>
        </p:spPr>
        <p:style>
          <a:lnRef idx="0"/>
          <a:fillRef idx="0"/>
          <a:effectRef idx="0"/>
          <a:fontRef idx="minor"/>
        </p:style>
        <p:txBody>
          <a:bodyPr lIns="0" rIns="0" tIns="91440" bIns="91440" anchor="ctr">
            <a:noAutofit/>
          </a:bodyPr>
          <a:p>
            <a:pPr algn="ctr">
              <a:lnSpc>
                <a:spcPct val="100000"/>
              </a:lnSpc>
              <a:buNone/>
              <a:tabLst>
                <a:tab algn="l" pos="0"/>
              </a:tabLst>
            </a:pPr>
            <a:r>
              <a:rPr b="1" lang="en-US" sz="700" spc="-1" strike="noStrike">
                <a:solidFill>
                  <a:srgbClr val="ff2200"/>
                </a:solidFill>
                <a:latin typeface="Noto Sans JP"/>
                <a:ea typeface="Noto Sans JP"/>
              </a:rPr>
              <a:t>Sun*</a:t>
            </a:r>
            <a:endParaRPr b="0" lang="en-US" sz="700" spc="-1" strike="noStrike">
              <a:latin typeface="Arial"/>
            </a:endParaRPr>
          </a:p>
        </p:txBody>
      </p:sp>
      <p:sp>
        <p:nvSpPr>
          <p:cNvPr id="1641" name="Google Shape;1998;p50"/>
          <p:cNvSpPr/>
          <p:nvPr/>
        </p:nvSpPr>
        <p:spPr>
          <a:xfrm>
            <a:off x="2115000" y="222300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戦略キャンバス</a:t>
            </a:r>
            <a:br>
              <a:rPr sz="600"/>
            </a:br>
            <a:r>
              <a:rPr b="1" lang="zh-CN" sz="600" spc="-1" strike="noStrike">
                <a:solidFill>
                  <a:srgbClr val="ff2200"/>
                </a:solidFill>
                <a:latin typeface="Noto Sans JP"/>
                <a:ea typeface="Noto Sans JP"/>
              </a:rPr>
              <a:t>ポジショニング</a:t>
            </a:r>
            <a:endParaRPr b="0" lang="en-US" sz="600" spc="-1" strike="noStrike">
              <a:latin typeface="Arial"/>
            </a:endParaRPr>
          </a:p>
        </p:txBody>
      </p:sp>
      <p:sp>
        <p:nvSpPr>
          <p:cNvPr id="1642" name="Google Shape;1999;p50"/>
          <p:cNvSpPr/>
          <p:nvPr/>
        </p:nvSpPr>
        <p:spPr>
          <a:xfrm>
            <a:off x="4226760" y="2223000"/>
            <a:ext cx="12265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要件定義</a:t>
            </a:r>
            <a:endParaRPr b="0" lang="en-US" sz="600" spc="-1" strike="noStrike">
              <a:latin typeface="Arial"/>
            </a:endParaRPr>
          </a:p>
        </p:txBody>
      </p:sp>
      <p:sp>
        <p:nvSpPr>
          <p:cNvPr id="1643" name="Google Shape;2000;p50"/>
          <p:cNvSpPr/>
          <p:nvPr/>
        </p:nvSpPr>
        <p:spPr>
          <a:xfrm>
            <a:off x="1990800" y="338112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競合サービス</a:t>
            </a:r>
            <a:br>
              <a:rPr sz="600"/>
            </a:br>
            <a:r>
              <a:rPr b="1" lang="en-US" sz="600" spc="-1" strike="noStrike">
                <a:solidFill>
                  <a:srgbClr val="ff2200"/>
                </a:solidFill>
                <a:latin typeface="Noto Sans JP"/>
                <a:ea typeface="Noto Sans JP"/>
              </a:rPr>
              <a:t>UI/UX</a:t>
            </a:r>
            <a:r>
              <a:rPr b="1" lang="zh-CN" sz="600" spc="-1" strike="noStrike">
                <a:solidFill>
                  <a:srgbClr val="ff2200"/>
                </a:solidFill>
                <a:latin typeface="Noto Sans JP"/>
                <a:ea typeface="Noto Sans JP"/>
              </a:rPr>
              <a:t>リサーチ</a:t>
            </a:r>
            <a:endParaRPr b="0" lang="en-US" sz="600" spc="-1" strike="noStrike">
              <a:latin typeface="Arial"/>
            </a:endParaRPr>
          </a:p>
        </p:txBody>
      </p:sp>
      <p:sp>
        <p:nvSpPr>
          <p:cNvPr id="1644" name="Google Shape;2001;p50"/>
          <p:cNvSpPr/>
          <p:nvPr/>
        </p:nvSpPr>
        <p:spPr>
          <a:xfrm>
            <a:off x="3583440" y="3381120"/>
            <a:ext cx="8366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ワイヤー</a:t>
            </a:r>
            <a:br>
              <a:rPr sz="600"/>
            </a:br>
            <a:r>
              <a:rPr b="1" lang="zh-CN" sz="600" spc="-1" strike="noStrike">
                <a:solidFill>
                  <a:srgbClr val="ff2200"/>
                </a:solidFill>
                <a:latin typeface="Noto Sans JP"/>
                <a:ea typeface="Noto Sans JP"/>
              </a:rPr>
              <a:t>フレーム</a:t>
            </a:r>
            <a:endParaRPr b="0" lang="en-US" sz="600" spc="-1" strike="noStrike">
              <a:latin typeface="Arial"/>
            </a:endParaRPr>
          </a:p>
        </p:txBody>
      </p:sp>
      <p:sp>
        <p:nvSpPr>
          <p:cNvPr id="1645" name="Google Shape;2002;p50"/>
          <p:cNvSpPr/>
          <p:nvPr/>
        </p:nvSpPr>
        <p:spPr>
          <a:xfrm>
            <a:off x="4534920" y="3381120"/>
            <a:ext cx="91368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gn="ctr">
              <a:lnSpc>
                <a:spcPct val="115000"/>
              </a:lnSpc>
              <a:buNone/>
              <a:tabLst>
                <a:tab algn="l" pos="0"/>
              </a:tabLst>
            </a:pPr>
            <a:r>
              <a:rPr b="1" lang="en-US" sz="600" spc="-1" strike="noStrike">
                <a:solidFill>
                  <a:srgbClr val="ff2200"/>
                </a:solidFill>
                <a:latin typeface="Noto Sans JP"/>
                <a:ea typeface="Noto Sans JP"/>
              </a:rPr>
              <a:t>UI</a:t>
            </a:r>
            <a:r>
              <a:rPr b="1" lang="zh-CN" sz="600" spc="-1" strike="noStrike">
                <a:solidFill>
                  <a:srgbClr val="ff2200"/>
                </a:solidFill>
                <a:latin typeface="Noto Sans JP"/>
                <a:ea typeface="Noto Sans JP"/>
              </a:rPr>
              <a:t>デザイン</a:t>
            </a:r>
            <a:endParaRPr b="0" lang="en-US" sz="600" spc="-1" strike="noStrike">
              <a:latin typeface="Arial"/>
            </a:endParaRPr>
          </a:p>
        </p:txBody>
      </p:sp>
      <p:sp>
        <p:nvSpPr>
          <p:cNvPr id="1646" name="Google Shape;2003;p50"/>
          <p:cNvSpPr/>
          <p:nvPr/>
        </p:nvSpPr>
        <p:spPr>
          <a:xfrm>
            <a:off x="5861880" y="3381120"/>
            <a:ext cx="99000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ブラッシュアップ</a:t>
            </a:r>
            <a:endParaRPr b="0" lang="en-US" sz="600" spc="-1" strike="noStrike">
              <a:latin typeface="Arial"/>
            </a:endParaRPr>
          </a:p>
        </p:txBody>
      </p:sp>
      <p:sp>
        <p:nvSpPr>
          <p:cNvPr id="1647" name="Google Shape;2004;p50"/>
          <p:cNvSpPr/>
          <p:nvPr/>
        </p:nvSpPr>
        <p:spPr>
          <a:xfrm>
            <a:off x="5646240" y="3675600"/>
            <a:ext cx="193536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開発</a:t>
            </a:r>
            <a:endParaRPr b="0" lang="en-US" sz="600" spc="-1" strike="noStrike">
              <a:latin typeface="Arial"/>
            </a:endParaRPr>
          </a:p>
        </p:txBody>
      </p:sp>
      <p:sp>
        <p:nvSpPr>
          <p:cNvPr id="1648" name="Google Shape;2005;p50"/>
          <p:cNvSpPr/>
          <p:nvPr/>
        </p:nvSpPr>
        <p:spPr>
          <a:xfrm>
            <a:off x="6969960" y="3978360"/>
            <a:ext cx="6116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en-US" sz="600" spc="-1" strike="noStrike">
                <a:solidFill>
                  <a:srgbClr val="ff2200"/>
                </a:solidFill>
                <a:latin typeface="Noto Sans JP"/>
                <a:ea typeface="Noto Sans JP"/>
              </a:rPr>
              <a:t>QA</a:t>
            </a:r>
            <a:endParaRPr b="0" lang="en-US" sz="600" spc="-1" strike="noStrike">
              <a:latin typeface="Arial"/>
            </a:endParaRPr>
          </a:p>
        </p:txBody>
      </p:sp>
      <p:sp>
        <p:nvSpPr>
          <p:cNvPr id="1649" name="Google Shape;2006;p50"/>
          <p:cNvSpPr/>
          <p:nvPr/>
        </p:nvSpPr>
        <p:spPr>
          <a:xfrm>
            <a:off x="3735360" y="3114000"/>
            <a:ext cx="88020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カラー</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ボイス</a:t>
            </a:r>
            <a:br>
              <a:rPr sz="600"/>
            </a:br>
            <a:r>
              <a:rPr b="1" lang="zh-CN" sz="600" spc="-1" strike="noStrike">
                <a:solidFill>
                  <a:srgbClr val="ff2200"/>
                </a:solidFill>
                <a:latin typeface="Noto Sans JP"/>
                <a:ea typeface="Noto Sans JP"/>
              </a:rPr>
              <a:t>トンマナ作成</a:t>
            </a:r>
            <a:endParaRPr b="0" lang="en-US" sz="600" spc="-1" strike="noStrike">
              <a:latin typeface="Arial"/>
            </a:endParaRPr>
          </a:p>
        </p:txBody>
      </p:sp>
      <p:sp>
        <p:nvSpPr>
          <p:cNvPr id="1650" name="Google Shape;2007;p50"/>
          <p:cNvSpPr/>
          <p:nvPr/>
        </p:nvSpPr>
        <p:spPr>
          <a:xfrm>
            <a:off x="5491800" y="311400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イラスト作成</a:t>
            </a:r>
            <a:endParaRPr b="0" lang="en-US" sz="600" spc="-1" strike="noStrike">
              <a:latin typeface="Arial"/>
            </a:endParaRPr>
          </a:p>
        </p:txBody>
      </p:sp>
      <p:sp>
        <p:nvSpPr>
          <p:cNvPr id="1651" name="Google Shape;2008;p50"/>
          <p:cNvSpPr/>
          <p:nvPr/>
        </p:nvSpPr>
        <p:spPr>
          <a:xfrm>
            <a:off x="3031560" y="2223000"/>
            <a:ext cx="132876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プロダクト戦略</a:t>
            </a:r>
            <a:endParaRPr b="0" lang="en-US" sz="600" spc="-1" strike="noStrike">
              <a:latin typeface="Arial"/>
            </a:endParaRPr>
          </a:p>
        </p:txBody>
      </p:sp>
      <p:sp>
        <p:nvSpPr>
          <p:cNvPr id="1652" name="Google Shape;2009;p50"/>
          <p:cNvSpPr/>
          <p:nvPr/>
        </p:nvSpPr>
        <p:spPr>
          <a:xfrm>
            <a:off x="5186160" y="3675600"/>
            <a:ext cx="6080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フィジビリティ検証</a:t>
            </a:r>
            <a:endParaRPr b="0" lang="en-US" sz="600" spc="-1" strike="noStrike">
              <a:latin typeface="Arial"/>
            </a:endParaRPr>
          </a:p>
        </p:txBody>
      </p:sp>
      <p:sp>
        <p:nvSpPr>
          <p:cNvPr id="1653" name="Google Shape;2010;p50"/>
          <p:cNvSpPr/>
          <p:nvPr/>
        </p:nvSpPr>
        <p:spPr>
          <a:xfrm>
            <a:off x="2966040" y="3114000"/>
            <a:ext cx="90216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120" bIns="249120" anchor="ctr">
            <a:noAutofit/>
          </a:bodyPr>
          <a:p>
            <a:pPr algn="ctr">
              <a:lnSpc>
                <a:spcPct val="80000"/>
              </a:lnSpc>
              <a:buNone/>
              <a:tabLst>
                <a:tab algn="l" pos="0"/>
              </a:tabLst>
            </a:pPr>
            <a:r>
              <a:rPr b="1" lang="zh-CN" sz="600" spc="-1" strike="noStrike">
                <a:solidFill>
                  <a:srgbClr val="ff2200"/>
                </a:solidFill>
                <a:latin typeface="Noto Sans JP"/>
                <a:ea typeface="Noto Sans JP"/>
              </a:rPr>
              <a:t>デザインシステム</a:t>
            </a:r>
            <a:endParaRPr b="0" lang="en-US" sz="600" spc="-1" strike="noStrike">
              <a:latin typeface="Arial"/>
            </a:endParaRPr>
          </a:p>
        </p:txBody>
      </p:sp>
      <p:sp>
        <p:nvSpPr>
          <p:cNvPr id="1654" name="Google Shape;2011;p50"/>
          <p:cNvSpPr/>
          <p:nvPr/>
        </p:nvSpPr>
        <p:spPr>
          <a:xfrm>
            <a:off x="2913120" y="3381120"/>
            <a:ext cx="8366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画面遷移図</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機能</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画面一覧作成</a:t>
            </a:r>
            <a:endParaRPr b="0" lang="en-US" sz="600" spc="-1" strike="noStrike">
              <a:latin typeface="Arial"/>
            </a:endParaRPr>
          </a:p>
        </p:txBody>
      </p:sp>
      <p:sp>
        <p:nvSpPr>
          <p:cNvPr id="1655" name="Google Shape;2012;p50"/>
          <p:cNvSpPr/>
          <p:nvPr/>
        </p:nvSpPr>
        <p:spPr>
          <a:xfrm>
            <a:off x="2602080" y="2525760"/>
            <a:ext cx="6080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en-US" sz="600" spc="-1" strike="noStrike">
                <a:solidFill>
                  <a:srgbClr val="ff2200"/>
                </a:solidFill>
                <a:latin typeface="Noto Sans JP"/>
                <a:ea typeface="Noto Sans JP"/>
              </a:rPr>
              <a:t>VDS</a:t>
            </a:r>
            <a:endParaRPr b="0" lang="en-US" sz="600" spc="-1" strike="noStrike">
              <a:latin typeface="Arial"/>
            </a:endParaRPr>
          </a:p>
        </p:txBody>
      </p:sp>
      <p:sp>
        <p:nvSpPr>
          <p:cNvPr id="1656" name="Google Shape;2013;p50"/>
          <p:cNvSpPr/>
          <p:nvPr/>
        </p:nvSpPr>
        <p:spPr>
          <a:xfrm>
            <a:off x="2037240" y="3114000"/>
            <a:ext cx="99000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120" bIns="249120" anchor="ctr">
            <a:noAutofit/>
          </a:bodyPr>
          <a:p>
            <a:pPr algn="ctr">
              <a:lnSpc>
                <a:spcPct val="80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ジャーニーマップ</a:t>
            </a:r>
            <a:br>
              <a:rPr sz="600"/>
            </a:br>
            <a:r>
              <a:rPr b="1" lang="zh-CN" sz="600" spc="-1" strike="noStrike">
                <a:solidFill>
                  <a:srgbClr val="ff2200"/>
                </a:solidFill>
                <a:latin typeface="Noto Sans JP"/>
                <a:ea typeface="Noto Sans JP"/>
              </a:rPr>
              <a:t>コンセプトボード</a:t>
            </a:r>
            <a:endParaRPr b="0" lang="en-US" sz="600" spc="-1" strike="noStrike">
              <a:latin typeface="Arial"/>
            </a:endParaRPr>
          </a:p>
        </p:txBody>
      </p:sp>
      <p:sp>
        <p:nvSpPr>
          <p:cNvPr id="1657" name="Google Shape;2014;p50"/>
          <p:cNvSpPr/>
          <p:nvPr/>
        </p:nvSpPr>
        <p:spPr>
          <a:xfrm>
            <a:off x="1198440" y="2824560"/>
            <a:ext cx="6865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nSpc>
                <a:spcPct val="115000"/>
              </a:lnSpc>
              <a:buNone/>
              <a:tabLst>
                <a:tab algn="l" pos="0"/>
              </a:tabLst>
            </a:pPr>
            <a:r>
              <a:rPr b="1" lang="zh-CN" sz="600" spc="-1" strike="noStrike">
                <a:solidFill>
                  <a:srgbClr val="ff2200"/>
                </a:solidFill>
                <a:latin typeface="Noto Sans JP"/>
                <a:ea typeface="Noto Sans JP"/>
              </a:rPr>
              <a:t>ユーザーインタビュー</a:t>
            </a:r>
            <a:endParaRPr b="0" lang="en-US" sz="600" spc="-1" strike="noStrike">
              <a:latin typeface="Arial"/>
            </a:endParaRPr>
          </a:p>
        </p:txBody>
      </p:sp>
      <p:sp>
        <p:nvSpPr>
          <p:cNvPr id="1658" name="Google Shape;2015;p50"/>
          <p:cNvSpPr/>
          <p:nvPr/>
        </p:nvSpPr>
        <p:spPr>
          <a:xfrm>
            <a:off x="3031560" y="2721240"/>
            <a:ext cx="128088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サービス名検討</a:t>
            </a:r>
            <a:br>
              <a:rPr sz="600"/>
            </a:br>
            <a:r>
              <a:rPr b="1" lang="zh-CN" sz="600" spc="-1" strike="noStrike">
                <a:solidFill>
                  <a:srgbClr val="ff2200"/>
                </a:solidFill>
                <a:latin typeface="Noto Sans JP"/>
                <a:ea typeface="Noto Sans JP"/>
              </a:rPr>
              <a:t>（商標リサーチ等）</a:t>
            </a:r>
            <a:endParaRPr b="0" lang="en-US" sz="600" spc="-1" strike="noStrike">
              <a:latin typeface="Arial"/>
            </a:endParaRPr>
          </a:p>
        </p:txBody>
      </p:sp>
      <p:sp>
        <p:nvSpPr>
          <p:cNvPr id="1659" name="Google Shape;2016;p50"/>
          <p:cNvSpPr/>
          <p:nvPr/>
        </p:nvSpPr>
        <p:spPr>
          <a:xfrm>
            <a:off x="1198440" y="222300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54000" rIns="54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競合</a:t>
            </a:r>
            <a:r>
              <a:rPr b="1" lang="en-US" sz="600" spc="-1" strike="noStrike">
                <a:solidFill>
                  <a:srgbClr val="ff2200"/>
                </a:solidFill>
                <a:latin typeface="Noto Sans JP"/>
                <a:ea typeface="Noto Sans JP"/>
              </a:rPr>
              <a:t>/</a:t>
            </a:r>
            <a:r>
              <a:rPr b="1" lang="zh-CN" sz="600" spc="-1" strike="noStrike">
                <a:solidFill>
                  <a:srgbClr val="ff2200"/>
                </a:solidFill>
                <a:latin typeface="Noto Sans JP"/>
                <a:ea typeface="Noto Sans JP"/>
              </a:rPr>
              <a:t>トレンド</a:t>
            </a:r>
            <a:r>
              <a:rPr b="1" lang="en-US" sz="600" spc="-1" strike="noStrike">
                <a:solidFill>
                  <a:srgbClr val="ff2200"/>
                </a:solidFill>
                <a:latin typeface="Noto Sans JP"/>
                <a:ea typeface="Noto Sans JP"/>
              </a:rPr>
              <a:t>/</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市場調査</a:t>
            </a:r>
            <a:endParaRPr b="0" lang="en-US" sz="600" spc="-1" strike="noStrike">
              <a:latin typeface="Arial"/>
            </a:endParaRPr>
          </a:p>
        </p:txBody>
      </p:sp>
      <p:sp>
        <p:nvSpPr>
          <p:cNvPr id="1660" name="Google Shape;2017;p50"/>
          <p:cNvSpPr/>
          <p:nvPr/>
        </p:nvSpPr>
        <p:spPr>
          <a:xfrm>
            <a:off x="1456920" y="311400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ペルソナ</a:t>
            </a:r>
            <a:br>
              <a:rPr sz="600"/>
            </a:br>
            <a:r>
              <a:rPr b="1" lang="zh-CN" sz="600" spc="-1" strike="noStrike">
                <a:solidFill>
                  <a:srgbClr val="ff2200"/>
                </a:solidFill>
                <a:latin typeface="Noto Sans JP"/>
                <a:ea typeface="Noto Sans JP"/>
              </a:rPr>
              <a:t>コンセプト案</a:t>
            </a:r>
            <a:endParaRPr b="0" lang="en-US" sz="600" spc="-1" strike="noStrike">
              <a:latin typeface="Arial"/>
            </a:endParaRPr>
          </a:p>
        </p:txBody>
      </p:sp>
      <p:sp>
        <p:nvSpPr>
          <p:cNvPr id="1661" name="Google Shape;2018;p50"/>
          <p:cNvSpPr/>
          <p:nvPr/>
        </p:nvSpPr>
        <p:spPr>
          <a:xfrm>
            <a:off x="7495200" y="1946160"/>
            <a:ext cx="122652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62" name="Google Shape;2019;p50"/>
          <p:cNvSpPr/>
          <p:nvPr/>
        </p:nvSpPr>
        <p:spPr>
          <a:xfrm>
            <a:off x="5289840" y="1946160"/>
            <a:ext cx="232020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63" name="Google Shape;2020;p50"/>
          <p:cNvSpPr/>
          <p:nvPr/>
        </p:nvSpPr>
        <p:spPr>
          <a:xfrm>
            <a:off x="3196440" y="1946160"/>
            <a:ext cx="22654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64" name="Google Shape;2021;p50"/>
          <p:cNvSpPr/>
          <p:nvPr/>
        </p:nvSpPr>
        <p:spPr>
          <a:xfrm>
            <a:off x="2115000" y="1946160"/>
            <a:ext cx="119808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65" name="Google Shape;2022;p50"/>
          <p:cNvSpPr/>
          <p:nvPr/>
        </p:nvSpPr>
        <p:spPr>
          <a:xfrm>
            <a:off x="1191600" y="1946160"/>
            <a:ext cx="1049760" cy="219600"/>
          </a:xfrm>
          <a:prstGeom prst="homePlate">
            <a:avLst>
              <a:gd name="adj" fmla="val 30843"/>
            </a:avLst>
          </a:prstGeom>
          <a:solidFill>
            <a:schemeClr val="accent1"/>
          </a:solidFill>
          <a:ln w="9525">
            <a:solidFill>
              <a:srgbClr val="ffffff"/>
            </a:solidFill>
            <a:round/>
          </a:ln>
        </p:spPr>
        <p:style>
          <a:lnRef idx="0"/>
          <a:fillRef idx="0"/>
          <a:effectRef idx="0"/>
          <a:fontRef idx="minor"/>
        </p:style>
        <p:txBody>
          <a:bodyPr lIns="90000" rIns="90000" tIns="21888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フェーズ</a:t>
            </a:r>
            <a:endParaRPr b="0" lang="en-US" sz="600" spc="-1" strike="noStrike">
              <a:latin typeface="Arial"/>
            </a:endParaRPr>
          </a:p>
        </p:txBody>
      </p:sp>
      <p:sp>
        <p:nvSpPr>
          <p:cNvPr id="1666" name="Google Shape;2023;p50"/>
          <p:cNvSpPr/>
          <p:nvPr/>
        </p:nvSpPr>
        <p:spPr>
          <a:xfrm>
            <a:off x="181080" y="1946160"/>
            <a:ext cx="946800" cy="219600"/>
          </a:xfrm>
          <a:prstGeom prst="rect">
            <a:avLst/>
          </a:prstGeom>
          <a:solidFill>
            <a:schemeClr val="accent1"/>
          </a:solidFill>
          <a:ln w="0">
            <a:noFill/>
          </a:ln>
        </p:spPr>
        <p:style>
          <a:lnRef idx="0"/>
          <a:fillRef idx="0"/>
          <a:effectRef idx="0"/>
          <a:fontRef idx="minor"/>
        </p:style>
        <p:txBody>
          <a:bodyPr lIns="90000" rIns="90000" tIns="220320" bIns="220320" anchor="ctr">
            <a:noAutofit/>
          </a:bodyPr>
          <a:p>
            <a:pPr algn="ctr">
              <a:lnSpc>
                <a:spcPct val="100000"/>
              </a:lnSpc>
              <a:buNone/>
              <a:tabLst>
                <a:tab algn="l" pos="0"/>
              </a:tabLst>
            </a:pPr>
            <a:r>
              <a:rPr b="1" lang="zh-CN" sz="600" spc="-1" strike="noStrike">
                <a:solidFill>
                  <a:srgbClr val="ffffff"/>
                </a:solidFill>
                <a:latin typeface="Noto Sans JP"/>
                <a:ea typeface="Noto Sans JP"/>
              </a:rPr>
              <a:t>支援フェーズ</a:t>
            </a:r>
            <a:endParaRPr b="0" lang="en-US" sz="600" spc="-1" strike="noStrike">
              <a:latin typeface="Arial"/>
            </a:endParaRPr>
          </a:p>
        </p:txBody>
      </p:sp>
      <p:sp>
        <p:nvSpPr>
          <p:cNvPr id="1667" name="Google Shape;2024;p50"/>
          <p:cNvSpPr/>
          <p:nvPr/>
        </p:nvSpPr>
        <p:spPr>
          <a:xfrm>
            <a:off x="4400640" y="4288680"/>
            <a:ext cx="510120" cy="3438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160" bIns="3441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68" name="Google Shape;2025;p50"/>
          <p:cNvSpPr/>
          <p:nvPr/>
        </p:nvSpPr>
        <p:spPr>
          <a:xfrm>
            <a:off x="4917960" y="4288680"/>
            <a:ext cx="538200" cy="3438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160" bIns="3441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69" name="Google Shape;2026;p50"/>
          <p:cNvSpPr/>
          <p:nvPr/>
        </p:nvSpPr>
        <p:spPr>
          <a:xfrm>
            <a:off x="5491800" y="4288320"/>
            <a:ext cx="643320" cy="3438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160" bIns="3441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70" name="Google Shape;2027;p50"/>
          <p:cNvSpPr/>
          <p:nvPr/>
        </p:nvSpPr>
        <p:spPr>
          <a:xfrm>
            <a:off x="3732120" y="4288320"/>
            <a:ext cx="643320" cy="343800"/>
          </a:xfrm>
          <a:prstGeom prst="homePlate">
            <a:avLst>
              <a:gd name="adj" fmla="val 21507"/>
            </a:avLst>
          </a:prstGeom>
          <a:solidFill>
            <a:schemeClr val="accent6"/>
          </a:solidFill>
          <a:ln w="9525">
            <a:solidFill>
              <a:srgbClr val="b69256"/>
            </a:solidFill>
            <a:round/>
          </a:ln>
        </p:spPr>
        <p:style>
          <a:lnRef idx="0"/>
          <a:fillRef idx="0"/>
          <a:effectRef idx="0"/>
          <a:fontRef idx="minor"/>
        </p:style>
        <p:txBody>
          <a:bodyPr lIns="0" rIns="0" tIns="344160" bIns="344160" anchor="ctr">
            <a:noAutofit/>
          </a:bodyPr>
          <a:p>
            <a:pPr algn="ctr">
              <a:lnSpc>
                <a:spcPct val="100000"/>
              </a:lnSpc>
              <a:buNone/>
              <a:tabLst>
                <a:tab algn="l" pos="0"/>
              </a:tabLst>
            </a:pPr>
            <a:r>
              <a:rPr b="1" lang="zh-CN" sz="600" spc="-1" strike="noStrike">
                <a:solidFill>
                  <a:srgbClr val="b69256"/>
                </a:solidFill>
                <a:latin typeface="Noto Sans JP"/>
                <a:ea typeface="Noto Sans JP"/>
              </a:rPr>
              <a:t>サンプル</a:t>
            </a:r>
            <a:endParaRPr b="0" lang="en-US" sz="600" spc="-1" strike="noStrike">
              <a:latin typeface="Arial"/>
            </a:endParaRPr>
          </a:p>
        </p:txBody>
      </p:sp>
      <p:sp>
        <p:nvSpPr>
          <p:cNvPr id="1671" name="Google Shape;2028;p50"/>
          <p:cNvSpPr/>
          <p:nvPr/>
        </p:nvSpPr>
        <p:spPr>
          <a:xfrm>
            <a:off x="1598040" y="2721240"/>
            <a:ext cx="60804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90000" rIns="90000" tIns="249120" bIns="249120" anchor="ctr">
            <a:noAutofit/>
          </a:bodyPr>
          <a:p>
            <a:pPr>
              <a:lnSpc>
                <a:spcPct val="115000"/>
              </a:lnSpc>
              <a:buNone/>
              <a:tabLst>
                <a:tab algn="l" pos="0"/>
              </a:tabLst>
            </a:pPr>
            <a:r>
              <a:rPr b="1" lang="zh-CN" sz="600" spc="-1" strike="noStrike">
                <a:solidFill>
                  <a:srgbClr val="ff2200"/>
                </a:solidFill>
                <a:latin typeface="Noto Sans JP"/>
                <a:ea typeface="Noto Sans JP"/>
              </a:rPr>
              <a:t>コンセプトメイク</a:t>
            </a:r>
            <a:endParaRPr b="0" lang="en-US" sz="600" spc="-1" strike="noStrike">
              <a:latin typeface="Arial"/>
            </a:endParaRPr>
          </a:p>
        </p:txBody>
      </p:sp>
      <p:sp>
        <p:nvSpPr>
          <p:cNvPr id="1672" name="Google Shape;2029;p50"/>
          <p:cNvSpPr/>
          <p:nvPr/>
        </p:nvSpPr>
        <p:spPr>
          <a:xfrm>
            <a:off x="1959480" y="2824560"/>
            <a:ext cx="718920" cy="248760"/>
          </a:xfrm>
          <a:prstGeom prst="homePlate">
            <a:avLst>
              <a:gd name="adj" fmla="val 39354"/>
            </a:avLst>
          </a:prstGeom>
          <a:solidFill>
            <a:schemeClr val="accent5"/>
          </a:solidFill>
          <a:ln w="9525">
            <a:solidFill>
              <a:srgbClr val="ff2200"/>
            </a:solidFill>
            <a:round/>
          </a:ln>
        </p:spPr>
        <p:style>
          <a:lnRef idx="0"/>
          <a:fillRef idx="0"/>
          <a:effectRef idx="0"/>
          <a:fontRef idx="minor"/>
        </p:style>
        <p:txBody>
          <a:bodyPr lIns="0" rIns="0" tIns="249120" bIns="249120" anchor="ctr">
            <a:noAutofit/>
          </a:bodyPr>
          <a:p>
            <a:pPr algn="ctr">
              <a:lnSpc>
                <a:spcPct val="115000"/>
              </a:lnSpc>
              <a:buNone/>
              <a:tabLst>
                <a:tab algn="l" pos="0"/>
              </a:tabLst>
            </a:pPr>
            <a:r>
              <a:rPr b="1" lang="zh-CN" sz="600" spc="-1" strike="noStrike">
                <a:solidFill>
                  <a:srgbClr val="ff2200"/>
                </a:solidFill>
                <a:latin typeface="Noto Sans JP"/>
                <a:ea typeface="Noto Sans JP"/>
              </a:rPr>
              <a:t>コンセプト</a:t>
            </a:r>
            <a:endParaRPr b="0" lang="en-US" sz="600" spc="-1" strike="noStrike">
              <a:latin typeface="Arial"/>
            </a:endParaRPr>
          </a:p>
          <a:p>
            <a:pPr algn="ctr">
              <a:lnSpc>
                <a:spcPct val="115000"/>
              </a:lnSpc>
              <a:buNone/>
              <a:tabLst>
                <a:tab algn="l" pos="0"/>
              </a:tabLst>
            </a:pPr>
            <a:r>
              <a:rPr b="1" lang="zh-CN" sz="600" spc="-1" strike="noStrike">
                <a:solidFill>
                  <a:srgbClr val="ff2200"/>
                </a:solidFill>
                <a:latin typeface="Noto Sans JP"/>
                <a:ea typeface="Noto Sans JP"/>
              </a:rPr>
              <a:t>プロトタイプ検証</a:t>
            </a:r>
            <a:endParaRPr b="0" lang="en-US" sz="600" spc="-1" strike="noStrike">
              <a:latin typeface="Arial"/>
            </a:endParaRPr>
          </a:p>
        </p:txBody>
      </p:sp>
      <p:sp>
        <p:nvSpPr>
          <p:cNvPr id="1673" name="Google Shape;2030;p50"/>
          <p:cNvSpPr/>
          <p:nvPr/>
        </p:nvSpPr>
        <p:spPr>
          <a:xfrm>
            <a:off x="11610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674" name="Google Shape;2031;p50"/>
          <p:cNvSpPr/>
          <p:nvPr/>
        </p:nvSpPr>
        <p:spPr>
          <a:xfrm>
            <a:off x="223812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675" name="Google Shape;2032;p50"/>
          <p:cNvSpPr/>
          <p:nvPr/>
        </p:nvSpPr>
        <p:spPr>
          <a:xfrm>
            <a:off x="33152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676" name="Google Shape;2033;p50"/>
          <p:cNvSpPr/>
          <p:nvPr/>
        </p:nvSpPr>
        <p:spPr>
          <a:xfrm>
            <a:off x="438804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677" name="Google Shape;2034;p50"/>
          <p:cNvSpPr/>
          <p:nvPr/>
        </p:nvSpPr>
        <p:spPr>
          <a:xfrm>
            <a:off x="54550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678" name="Google Shape;2035;p50"/>
          <p:cNvSpPr/>
          <p:nvPr/>
        </p:nvSpPr>
        <p:spPr>
          <a:xfrm>
            <a:off x="653760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679" name="Google Shape;2036;p50"/>
          <p:cNvSpPr/>
          <p:nvPr/>
        </p:nvSpPr>
        <p:spPr>
          <a:xfrm>
            <a:off x="7620480" y="1719720"/>
            <a:ext cx="1077840" cy="172800"/>
          </a:xfrm>
          <a:prstGeom prst="rect">
            <a:avLst/>
          </a:prstGeom>
          <a:noFill/>
          <a:ln w="0">
            <a:noFill/>
          </a:ln>
        </p:spPr>
        <p:style>
          <a:lnRef idx="0"/>
          <a:fillRef idx="0"/>
          <a:effectRef idx="0"/>
          <a:fontRef idx="minor"/>
        </p:style>
        <p:txBody>
          <a:bodyPr lIns="18000" rIns="18000" tIns="18000" bIns="18000" anchor="t">
            <a:sp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680" name="Google Shape;2037;p50"/>
          <p:cNvSpPr/>
          <p:nvPr/>
        </p:nvSpPr>
        <p:spPr>
          <a:xfrm>
            <a:off x="1134000" y="1639440"/>
            <a:ext cx="759420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681" name="Google Shape;2038;p50"/>
          <p:cNvSpPr/>
          <p:nvPr/>
        </p:nvSpPr>
        <p:spPr>
          <a:xfrm>
            <a:off x="18352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82" name="Google Shape;2039;p50"/>
          <p:cNvGrpSpPr/>
          <p:nvPr/>
        </p:nvGrpSpPr>
        <p:grpSpPr>
          <a:xfrm>
            <a:off x="2207880" y="1069920"/>
            <a:ext cx="64080" cy="596880"/>
            <a:chOff x="2207880" y="1069920"/>
            <a:chExt cx="64080" cy="596880"/>
          </a:xfrm>
        </p:grpSpPr>
        <p:sp>
          <p:nvSpPr>
            <p:cNvPr id="1683" name="Google Shape;2040;p50"/>
            <p:cNvSpPr/>
            <p:nvPr/>
          </p:nvSpPr>
          <p:spPr>
            <a:xfrm flipH="1">
              <a:off x="223740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84" name="Google Shape;2041;p50"/>
            <p:cNvSpPr/>
            <p:nvPr/>
          </p:nvSpPr>
          <p:spPr>
            <a:xfrm>
              <a:off x="220788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85" name="Google Shape;2042;p50"/>
          <p:cNvSpPr/>
          <p:nvPr/>
        </p:nvSpPr>
        <p:spPr>
          <a:xfrm>
            <a:off x="291168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86" name="Google Shape;2043;p50"/>
          <p:cNvGrpSpPr/>
          <p:nvPr/>
        </p:nvGrpSpPr>
        <p:grpSpPr>
          <a:xfrm>
            <a:off x="3282120" y="1069920"/>
            <a:ext cx="64080" cy="596880"/>
            <a:chOff x="3282120" y="1069920"/>
            <a:chExt cx="64080" cy="596880"/>
          </a:xfrm>
        </p:grpSpPr>
        <p:sp>
          <p:nvSpPr>
            <p:cNvPr id="1687" name="Google Shape;2044;p50"/>
            <p:cNvSpPr/>
            <p:nvPr/>
          </p:nvSpPr>
          <p:spPr>
            <a:xfrm flipH="1">
              <a:off x="331164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88" name="Google Shape;2045;p50"/>
            <p:cNvSpPr/>
            <p:nvPr/>
          </p:nvSpPr>
          <p:spPr>
            <a:xfrm>
              <a:off x="328212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89" name="Google Shape;2046;p50"/>
          <p:cNvSpPr/>
          <p:nvPr/>
        </p:nvSpPr>
        <p:spPr>
          <a:xfrm>
            <a:off x="5060160" y="915840"/>
            <a:ext cx="805320" cy="1573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900" spc="-1" strike="noStrike">
                <a:solidFill>
                  <a:srgbClr val="ff2200"/>
                </a:solidFill>
                <a:latin typeface="Noto Sans JP"/>
                <a:ea typeface="Noto Sans JP"/>
              </a:rPr>
              <a:t>マイルストーン</a:t>
            </a:r>
            <a:endParaRPr b="0" lang="en-US" sz="900" spc="-1" strike="noStrike">
              <a:latin typeface="Arial"/>
            </a:endParaRPr>
          </a:p>
        </p:txBody>
      </p:sp>
      <p:grpSp>
        <p:nvGrpSpPr>
          <p:cNvPr id="1690" name="Google Shape;2047;p50"/>
          <p:cNvGrpSpPr/>
          <p:nvPr/>
        </p:nvGrpSpPr>
        <p:grpSpPr>
          <a:xfrm>
            <a:off x="5430600" y="1069920"/>
            <a:ext cx="64080" cy="596880"/>
            <a:chOff x="5430600" y="1069920"/>
            <a:chExt cx="64080" cy="596880"/>
          </a:xfrm>
        </p:grpSpPr>
        <p:sp>
          <p:nvSpPr>
            <p:cNvPr id="1691" name="Google Shape;2048;p50"/>
            <p:cNvSpPr/>
            <p:nvPr/>
          </p:nvSpPr>
          <p:spPr>
            <a:xfrm flipH="1">
              <a:off x="5460120" y="1069920"/>
              <a:ext cx="360" cy="570240"/>
            </a:xfrm>
            <a:custGeom>
              <a:avLst/>
              <a:gdLst/>
              <a:ahLst/>
              <a:rect l="l" t="t" r="r" b="b"/>
              <a:pathLst>
                <a:path w="21600" h="21600">
                  <a:moveTo>
                    <a:pt x="0" y="0"/>
                  </a:moveTo>
                  <a:lnTo>
                    <a:pt x="21600" y="21600"/>
                  </a:lnTo>
                </a:path>
              </a:pathLst>
            </a:custGeom>
            <a:noFill/>
            <a:ln w="9525">
              <a:solidFill>
                <a:srgbClr val="666666"/>
              </a:solidFill>
              <a:prstDash val="dash"/>
              <a:round/>
            </a:ln>
          </p:spPr>
          <p:style>
            <a:lnRef idx="0"/>
            <a:fillRef idx="0"/>
            <a:effectRef idx="0"/>
            <a:fontRef idx="minor"/>
          </p:style>
        </p:sp>
        <p:sp>
          <p:nvSpPr>
            <p:cNvPr id="1692" name="Google Shape;2049;p50"/>
            <p:cNvSpPr/>
            <p:nvPr/>
          </p:nvSpPr>
          <p:spPr>
            <a:xfrm>
              <a:off x="5430600" y="1602720"/>
              <a:ext cx="64080" cy="64080"/>
            </a:xfrm>
            <a:prstGeom prst="ellipse">
              <a:avLst/>
            </a:prstGeom>
            <a:solidFill>
              <a:schemeClr val="accent1"/>
            </a:solidFill>
            <a:ln w="9525">
              <a:solidFill>
                <a:srgbClr val="ff2200"/>
              </a:solidFill>
              <a:round/>
            </a:ln>
          </p:spPr>
          <p:style>
            <a:lnRef idx="0"/>
            <a:fillRef idx="0"/>
            <a:effectRef idx="0"/>
            <a:fontRef idx="minor"/>
          </p:style>
        </p:sp>
      </p:grpSp>
      <p:sp>
        <p:nvSpPr>
          <p:cNvPr id="1693" name="Google Shape;2050;p50"/>
          <p:cNvSpPr/>
          <p:nvPr/>
        </p:nvSpPr>
        <p:spPr>
          <a:xfrm>
            <a:off x="-1366560" y="1893600"/>
            <a:ext cx="103428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スケジュールで使用している点線や実線の位置修正をしました</a:t>
            </a:r>
            <a:endParaRPr b="0" lang="en-US" sz="600" spc="-1" strike="noStrike">
              <a:latin typeface="Arial"/>
            </a:endParaRPr>
          </a:p>
        </p:txBody>
      </p:sp>
      <p:sp>
        <p:nvSpPr>
          <p:cNvPr id="1694" name="Google Shape;2051;p50"/>
          <p:cNvSpPr/>
          <p:nvPr/>
        </p:nvSpPr>
        <p:spPr>
          <a:xfrm>
            <a:off x="-330120" y="2071440"/>
            <a:ext cx="2656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pSp>
        <p:nvGrpSpPr>
          <p:cNvPr id="1695" name="Google Shape;2052;p50"/>
          <p:cNvGrpSpPr/>
          <p:nvPr/>
        </p:nvGrpSpPr>
        <p:grpSpPr>
          <a:xfrm>
            <a:off x="194760" y="98640"/>
            <a:ext cx="8515440" cy="552600"/>
            <a:chOff x="194760" y="98640"/>
            <a:chExt cx="8515440" cy="552600"/>
          </a:xfrm>
        </p:grpSpPr>
        <p:sp>
          <p:nvSpPr>
            <p:cNvPr id="1696" name="Google Shape;2053;p50"/>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プロジェクト全体スケジュール</a:t>
              </a:r>
              <a:endParaRPr b="0" lang="en-US" sz="1600" spc="-1" strike="noStrike">
                <a:latin typeface="Arial"/>
              </a:endParaRPr>
            </a:p>
          </p:txBody>
        </p:sp>
        <p:sp>
          <p:nvSpPr>
            <p:cNvPr id="1697" name="Google Shape;2054;p50"/>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Implementation Schedule  </a:t>
              </a:r>
              <a:r>
                <a:rPr b="1" lang="zh-CN" sz="800" spc="-1" strike="noStrike">
                  <a:solidFill>
                    <a:srgbClr val="999999"/>
                  </a:solidFill>
                  <a:latin typeface="Noto Sans JP"/>
                  <a:ea typeface="Noto Sans JP"/>
                </a:rPr>
                <a:t>｜ </a:t>
              </a:r>
              <a:r>
                <a:rPr b="0" lang="en-US" sz="800" spc="-1" strike="noStrike">
                  <a:solidFill>
                    <a:srgbClr val="999999"/>
                  </a:solidFill>
                  <a:latin typeface="Noto Sans JP"/>
                  <a:ea typeface="Noto Sans JP"/>
                </a:rPr>
                <a:t> </a:t>
              </a:r>
              <a:r>
                <a:rPr b="1" lang="zh-CN" sz="800" spc="-1" strike="noStrike">
                  <a:solidFill>
                    <a:srgbClr val="ff2200"/>
                  </a:solidFill>
                  <a:latin typeface="Noto Sans JP"/>
                  <a:ea typeface="Noto Sans JP"/>
                </a:rPr>
                <a:t>実施スケジュール</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8" name="Google Shape;2059;p51"/>
          <p:cNvSpPr/>
          <p:nvPr/>
        </p:nvSpPr>
        <p:spPr>
          <a:xfrm>
            <a:off x="1188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nSpc>
                <a:spcPct val="100000"/>
              </a:lnSpc>
              <a:buNone/>
              <a:tabLst>
                <a:tab algn="l" pos="0"/>
              </a:tabLst>
            </a:pPr>
            <a:r>
              <a:rPr b="1" lang="en-US" sz="2600" spc="-1" strike="noStrike">
                <a:solidFill>
                  <a:srgbClr val="000000"/>
                </a:solidFill>
                <a:latin typeface="Noto Sans JP"/>
                <a:ea typeface="Noto Sans JP"/>
              </a:rPr>
              <a:t>Cost</a:t>
            </a:r>
            <a:endParaRPr b="0" lang="en-US" sz="2600" spc="-1" strike="noStrike">
              <a:latin typeface="Arial"/>
            </a:endParaRPr>
          </a:p>
        </p:txBody>
      </p:sp>
      <p:sp>
        <p:nvSpPr>
          <p:cNvPr id="1699" name="Google Shape;2060;p51"/>
          <p:cNvSpPr/>
          <p:nvPr/>
        </p:nvSpPr>
        <p:spPr>
          <a:xfrm>
            <a:off x="1188000" y="2429280"/>
            <a:ext cx="5132520" cy="425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lang="zh-CN" sz="1600" spc="-1" strike="noStrike">
                <a:solidFill>
                  <a:srgbClr val="3f3f3f"/>
                </a:solidFill>
                <a:latin typeface="Noto Sans JP"/>
                <a:ea typeface="Noto Sans JP"/>
              </a:rPr>
              <a:t>費用</a:t>
            </a:r>
            <a:endParaRPr b="0" lang="en-US" sz="1600" spc="-1" strike="noStrike">
              <a:latin typeface="Arial"/>
            </a:endParaRPr>
          </a:p>
        </p:txBody>
      </p:sp>
      <p:sp>
        <p:nvSpPr>
          <p:cNvPr id="1700" name="Google Shape;2061;p51"/>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Chi phí, bao gồm chi phí phát triển, chi phí maintain, chi phí infra</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1" name="Google Shape;2066;p52"/>
          <p:cNvSpPr/>
          <p:nvPr/>
        </p:nvSpPr>
        <p:spPr>
          <a:xfrm>
            <a:off x="594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2600" spc="-1" strike="noStrike">
                <a:solidFill>
                  <a:srgbClr val="000000"/>
                </a:solidFill>
                <a:latin typeface="Noto Sans JP"/>
                <a:ea typeface="Noto Sans JP"/>
              </a:rPr>
              <a:t>開発費用</a:t>
            </a:r>
            <a:endParaRPr b="0" lang="en-US" sz="2600" spc="-1" strike="noStrike">
              <a:latin typeface="Arial"/>
            </a:endParaRPr>
          </a:p>
        </p:txBody>
      </p:sp>
      <p:sp>
        <p:nvSpPr>
          <p:cNvPr id="1702" name="Google Shape;2067;p52"/>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Chi phí phát triển</a:t>
            </a:r>
            <a:endParaRPr b="0" lang="en-US" sz="1400" spc="-1" strike="noStrike">
              <a:latin typeface="Arial"/>
            </a:endParaRPr>
          </a:p>
          <a:p>
            <a:pPr algn="ctr">
              <a:lnSpc>
                <a:spcPct val="100000"/>
              </a:lnSpc>
              <a:buNone/>
              <a:tabLst>
                <a:tab algn="l" pos="0"/>
              </a:tabLst>
            </a:pPr>
            <a:r>
              <a:rPr b="0" lang="en-US" sz="1400" spc="-1" strike="noStrike">
                <a:solidFill>
                  <a:srgbClr val="000000"/>
                </a:solidFill>
                <a:latin typeface="Arial"/>
                <a:ea typeface="Arial"/>
              </a:rPr>
              <a:t>Có thể phân chia thành các Option, tách thành chi tiết các phase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3" name="Google Shape;2072;p53"/>
          <p:cNvSpPr/>
          <p:nvPr/>
        </p:nvSpPr>
        <p:spPr>
          <a:xfrm>
            <a:off x="2346840" y="84312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04" name="Google Shape;2073;p53"/>
          <p:cNvSpPr/>
          <p:nvPr/>
        </p:nvSpPr>
        <p:spPr>
          <a:xfrm>
            <a:off x="2679120" y="1002600"/>
            <a:ext cx="326052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a:t>
            </a:r>
            <a:r>
              <a:rPr b="1" lang="zh-CN" sz="1200" spc="-1" strike="noStrike">
                <a:solidFill>
                  <a:srgbClr val="ff2200"/>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f2200"/>
                </a:solidFill>
                <a:latin typeface="Noto Sans JP"/>
                <a:ea typeface="Noto Sans JP"/>
              </a:rPr>
              <a:t>Android</a:t>
            </a:r>
            <a:r>
              <a:rPr b="1" lang="zh-CN" sz="1200" spc="-1" strike="noStrike">
                <a:solidFill>
                  <a:srgbClr val="ff2200"/>
                </a:solidFill>
                <a:latin typeface="Noto Sans JP"/>
                <a:ea typeface="Noto Sans JP"/>
              </a:rPr>
              <a:t>版</a:t>
            </a:r>
            <a:r>
              <a:rPr b="1" lang="en-US" sz="1200" spc="-1" strike="noStrike">
                <a:solidFill>
                  <a:srgbClr val="ff2200"/>
                </a:solidFill>
                <a:latin typeface="Noto Sans JP"/>
                <a:ea typeface="Noto Sans JP"/>
              </a:rPr>
              <a:t>SDK</a:t>
            </a:r>
            <a:r>
              <a:rPr b="1" lang="zh-CN" sz="1200" spc="-1" strike="noStrike">
                <a:solidFill>
                  <a:srgbClr val="ff2200"/>
                </a:solidFill>
                <a:latin typeface="Noto Sans JP"/>
                <a:ea typeface="Noto Sans JP"/>
              </a:rPr>
              <a:t>バージョンアップ </a:t>
            </a:r>
            <a:r>
              <a:rPr b="1" lang="en-US" sz="1200" spc="-1" strike="noStrike">
                <a:solidFill>
                  <a:srgbClr val="ff2200"/>
                </a:solidFill>
                <a:latin typeface="Noto Sans JP"/>
                <a:ea typeface="Noto Sans JP"/>
              </a:rPr>
              <a:t>+ iOS</a:t>
            </a:r>
            <a:r>
              <a:rPr b="1" lang="zh-CN" sz="1200" spc="-1" strike="noStrike">
                <a:solidFill>
                  <a:srgbClr val="ff2200"/>
                </a:solidFill>
                <a:latin typeface="Noto Sans JP"/>
                <a:ea typeface="Noto Sans JP"/>
              </a:rPr>
              <a:t>版開発</a:t>
            </a:r>
            <a:endParaRPr b="0" lang="en-US" sz="1200" spc="-1" strike="noStrike">
              <a:latin typeface="Arial"/>
            </a:endParaRPr>
          </a:p>
        </p:txBody>
      </p:sp>
      <p:sp>
        <p:nvSpPr>
          <p:cNvPr id="1705" name="Google Shape;2074;p53"/>
          <p:cNvSpPr/>
          <p:nvPr/>
        </p:nvSpPr>
        <p:spPr>
          <a:xfrm>
            <a:off x="2679120" y="152640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06" name="Google Shape;2075;p53"/>
          <p:cNvSpPr/>
          <p:nvPr/>
        </p:nvSpPr>
        <p:spPr>
          <a:xfrm>
            <a:off x="3945240" y="150984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07" name="Google Shape;2076;p53"/>
          <p:cNvSpPr/>
          <p:nvPr/>
        </p:nvSpPr>
        <p:spPr>
          <a:xfrm>
            <a:off x="2646720" y="139644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708" name="Google Shape;2077;p53"/>
          <p:cNvSpPr/>
          <p:nvPr/>
        </p:nvSpPr>
        <p:spPr>
          <a:xfrm>
            <a:off x="2346840" y="211572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09" name="Google Shape;2078;p53"/>
          <p:cNvSpPr/>
          <p:nvPr/>
        </p:nvSpPr>
        <p:spPr>
          <a:xfrm>
            <a:off x="2679120" y="2274840"/>
            <a:ext cx="3260520" cy="36468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b69256"/>
                </a:solidFill>
                <a:latin typeface="Noto Sans JP"/>
                <a:ea typeface="Noto Sans JP"/>
              </a:rPr>
              <a:t>B</a:t>
            </a:r>
            <a:r>
              <a:rPr b="1" lang="zh-CN" sz="1200" spc="-1" strike="noStrike">
                <a:solidFill>
                  <a:srgbClr val="b69256"/>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b69256"/>
                </a:solidFill>
                <a:latin typeface="Noto Sans JP"/>
                <a:ea typeface="Noto Sans JP"/>
              </a:rPr>
              <a:t>Android</a:t>
            </a:r>
            <a:r>
              <a:rPr b="1" lang="zh-CN" sz="1200" spc="-1" strike="noStrike">
                <a:solidFill>
                  <a:srgbClr val="b69256"/>
                </a:solidFill>
                <a:latin typeface="Noto Sans JP"/>
                <a:ea typeface="Noto Sans JP"/>
              </a:rPr>
              <a:t>版リニューアル </a:t>
            </a:r>
            <a:r>
              <a:rPr b="1" lang="en-US" sz="1200" spc="-1" strike="noStrike">
                <a:solidFill>
                  <a:srgbClr val="b69256"/>
                </a:solidFill>
                <a:latin typeface="Noto Sans JP"/>
                <a:ea typeface="Noto Sans JP"/>
              </a:rPr>
              <a:t>+ iOS</a:t>
            </a:r>
            <a:r>
              <a:rPr b="1" lang="zh-CN" sz="1200" spc="-1" strike="noStrike">
                <a:solidFill>
                  <a:srgbClr val="b69256"/>
                </a:solidFill>
                <a:latin typeface="Noto Sans JP"/>
                <a:ea typeface="Noto Sans JP"/>
              </a:rPr>
              <a:t>版開発</a:t>
            </a:r>
            <a:endParaRPr b="0" lang="en-US" sz="1200" spc="-1" strike="noStrike">
              <a:latin typeface="Arial"/>
            </a:endParaRPr>
          </a:p>
        </p:txBody>
      </p:sp>
      <p:sp>
        <p:nvSpPr>
          <p:cNvPr id="1710" name="Google Shape;2079;p53"/>
          <p:cNvSpPr/>
          <p:nvPr/>
        </p:nvSpPr>
        <p:spPr>
          <a:xfrm>
            <a:off x="2679120" y="279900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11" name="Google Shape;2080;p53"/>
          <p:cNvSpPr/>
          <p:nvPr/>
        </p:nvSpPr>
        <p:spPr>
          <a:xfrm>
            <a:off x="3944880" y="278208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12" name="Google Shape;2081;p53"/>
          <p:cNvSpPr/>
          <p:nvPr/>
        </p:nvSpPr>
        <p:spPr>
          <a:xfrm>
            <a:off x="2646720" y="266868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713" name="Google Shape;2082;p53"/>
          <p:cNvSpPr/>
          <p:nvPr/>
        </p:nvSpPr>
        <p:spPr>
          <a:xfrm>
            <a:off x="432000" y="4638240"/>
            <a:ext cx="8311680" cy="18216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詳細の体制や各月の概算、開発工数については別紙「</a:t>
            </a:r>
            <a:r>
              <a:rPr b="0" lang="en-US" sz="800" spc="-1" strike="noStrike">
                <a:solidFill>
                  <a:srgbClr val="434343"/>
                </a:solidFill>
                <a:latin typeface="Noto Sans JP"/>
                <a:ea typeface="Noto Sans JP"/>
              </a:rPr>
              <a:t>A</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B</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C</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」を参照ください。</a:t>
            </a:r>
            <a:endParaRPr b="0" lang="en-US" sz="800" spc="-1" strike="noStrike">
              <a:latin typeface="Arial"/>
            </a:endParaRPr>
          </a:p>
        </p:txBody>
      </p:sp>
      <p:sp>
        <p:nvSpPr>
          <p:cNvPr id="1714" name="Google Shape;2083;p53"/>
          <p:cNvSpPr/>
          <p:nvPr/>
        </p:nvSpPr>
        <p:spPr>
          <a:xfrm>
            <a:off x="2346840" y="338400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15" name="Google Shape;2084;p53"/>
          <p:cNvSpPr/>
          <p:nvPr/>
        </p:nvSpPr>
        <p:spPr>
          <a:xfrm>
            <a:off x="2527920" y="3543120"/>
            <a:ext cx="363456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ed7d31"/>
                </a:solidFill>
                <a:latin typeface="Noto Sans JP"/>
                <a:ea typeface="Noto Sans JP"/>
              </a:rPr>
              <a:t>C</a:t>
            </a:r>
            <a:r>
              <a:rPr b="1" lang="zh-CN" sz="1200" spc="-1" strike="noStrike">
                <a:solidFill>
                  <a:srgbClr val="ed7d31"/>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ed7d31"/>
                </a:solidFill>
                <a:latin typeface="Noto Sans JP"/>
                <a:ea typeface="Noto Sans JP"/>
              </a:rPr>
              <a:t>Android</a:t>
            </a:r>
            <a:r>
              <a:rPr b="1" lang="zh-CN" sz="1200" spc="-1" strike="noStrike">
                <a:solidFill>
                  <a:srgbClr val="ed7d31"/>
                </a:solidFill>
                <a:latin typeface="Noto Sans JP"/>
                <a:ea typeface="Noto Sans JP"/>
              </a:rPr>
              <a:t>版リニューアル </a:t>
            </a:r>
            <a:r>
              <a:rPr b="1" lang="en-US" sz="1200" spc="-1" strike="noStrike">
                <a:solidFill>
                  <a:srgbClr val="ed7d31"/>
                </a:solidFill>
                <a:latin typeface="Noto Sans JP"/>
                <a:ea typeface="Noto Sans JP"/>
              </a:rPr>
              <a:t>+ iOS</a:t>
            </a:r>
            <a:r>
              <a:rPr b="1" lang="zh-CN" sz="1200" spc="-1" strike="noStrike">
                <a:solidFill>
                  <a:srgbClr val="ed7d31"/>
                </a:solidFill>
                <a:latin typeface="Noto Sans JP"/>
                <a:ea typeface="Noto Sans JP"/>
              </a:rPr>
              <a:t>版開発 </a:t>
            </a:r>
            <a:r>
              <a:rPr b="1" lang="en-US" sz="1200" spc="-1" strike="noStrike">
                <a:solidFill>
                  <a:srgbClr val="ed7d31"/>
                </a:solidFill>
                <a:latin typeface="Noto Sans JP"/>
                <a:ea typeface="Noto Sans JP"/>
              </a:rPr>
              <a:t>+ API</a:t>
            </a:r>
            <a:r>
              <a:rPr b="1" lang="zh-CN" sz="1200" spc="-1" strike="noStrike">
                <a:solidFill>
                  <a:srgbClr val="ed7d31"/>
                </a:solidFill>
                <a:latin typeface="Noto Sans JP"/>
                <a:ea typeface="Noto Sans JP"/>
              </a:rPr>
              <a:t>再構築</a:t>
            </a:r>
            <a:endParaRPr b="0" lang="en-US" sz="1200" spc="-1" strike="noStrike">
              <a:latin typeface="Arial"/>
            </a:endParaRPr>
          </a:p>
        </p:txBody>
      </p:sp>
      <p:sp>
        <p:nvSpPr>
          <p:cNvPr id="1716" name="Google Shape;2085;p53"/>
          <p:cNvSpPr/>
          <p:nvPr/>
        </p:nvSpPr>
        <p:spPr>
          <a:xfrm>
            <a:off x="2679120" y="406728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17" name="Google Shape;2086;p53"/>
          <p:cNvSpPr/>
          <p:nvPr/>
        </p:nvSpPr>
        <p:spPr>
          <a:xfrm>
            <a:off x="3944880" y="405036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18" name="Google Shape;2087;p53"/>
          <p:cNvSpPr/>
          <p:nvPr/>
        </p:nvSpPr>
        <p:spPr>
          <a:xfrm>
            <a:off x="2646720" y="393696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grpSp>
        <p:nvGrpSpPr>
          <p:cNvPr id="1719" name="Google Shape;2088;p53"/>
          <p:cNvGrpSpPr/>
          <p:nvPr/>
        </p:nvGrpSpPr>
        <p:grpSpPr>
          <a:xfrm>
            <a:off x="194760" y="98640"/>
            <a:ext cx="8515440" cy="552600"/>
            <a:chOff x="194760" y="98640"/>
            <a:chExt cx="8515440" cy="552600"/>
          </a:xfrm>
        </p:grpSpPr>
        <p:sp>
          <p:nvSpPr>
            <p:cNvPr id="1720" name="Google Shape;2089;p53"/>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開発費用の概算見積り（体制費用）</a:t>
              </a:r>
              <a:endParaRPr b="0" lang="en-US" sz="1600" spc="-1" strike="noStrike">
                <a:latin typeface="Arial"/>
              </a:endParaRPr>
            </a:p>
          </p:txBody>
        </p:sp>
        <p:sp>
          <p:nvSpPr>
            <p:cNvPr id="1721" name="Google Shape;2090;p53"/>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2" name="Google Shape;2095;p54"/>
          <p:cNvSpPr/>
          <p:nvPr/>
        </p:nvSpPr>
        <p:spPr>
          <a:xfrm>
            <a:off x="432000" y="114876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23" name="Google Shape;2096;p54"/>
          <p:cNvSpPr/>
          <p:nvPr/>
        </p:nvSpPr>
        <p:spPr>
          <a:xfrm>
            <a:off x="764280" y="1307880"/>
            <a:ext cx="326052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A</a:t>
            </a:r>
            <a:r>
              <a:rPr b="1" lang="zh-CN" sz="1200" spc="-1" strike="noStrike">
                <a:solidFill>
                  <a:srgbClr val="ff2200"/>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f2200"/>
                </a:solidFill>
                <a:latin typeface="Noto Sans JP"/>
                <a:ea typeface="Noto Sans JP"/>
              </a:rPr>
              <a:t>Android</a:t>
            </a:r>
            <a:r>
              <a:rPr b="1" lang="zh-CN" sz="1200" spc="-1" strike="noStrike">
                <a:solidFill>
                  <a:srgbClr val="ff2200"/>
                </a:solidFill>
                <a:latin typeface="Noto Sans JP"/>
                <a:ea typeface="Noto Sans JP"/>
              </a:rPr>
              <a:t>版</a:t>
            </a:r>
            <a:r>
              <a:rPr b="1" lang="en-US" sz="1200" spc="-1" strike="noStrike">
                <a:solidFill>
                  <a:srgbClr val="ff2200"/>
                </a:solidFill>
                <a:latin typeface="Noto Sans JP"/>
                <a:ea typeface="Noto Sans JP"/>
              </a:rPr>
              <a:t>SDK</a:t>
            </a:r>
            <a:r>
              <a:rPr b="1" lang="zh-CN" sz="1200" spc="-1" strike="noStrike">
                <a:solidFill>
                  <a:srgbClr val="ff2200"/>
                </a:solidFill>
                <a:latin typeface="Noto Sans JP"/>
                <a:ea typeface="Noto Sans JP"/>
              </a:rPr>
              <a:t>バージョンアップ </a:t>
            </a:r>
            <a:r>
              <a:rPr b="1" lang="en-US" sz="1200" spc="-1" strike="noStrike">
                <a:solidFill>
                  <a:srgbClr val="ff2200"/>
                </a:solidFill>
                <a:latin typeface="Noto Sans JP"/>
                <a:ea typeface="Noto Sans JP"/>
              </a:rPr>
              <a:t>+ iOS</a:t>
            </a:r>
            <a:r>
              <a:rPr b="1" lang="zh-CN" sz="1200" spc="-1" strike="noStrike">
                <a:solidFill>
                  <a:srgbClr val="ff2200"/>
                </a:solidFill>
                <a:latin typeface="Noto Sans JP"/>
                <a:ea typeface="Noto Sans JP"/>
              </a:rPr>
              <a:t>版開発</a:t>
            </a:r>
            <a:endParaRPr b="0" lang="en-US" sz="1200" spc="-1" strike="noStrike">
              <a:latin typeface="Arial"/>
            </a:endParaRPr>
          </a:p>
        </p:txBody>
      </p:sp>
      <p:sp>
        <p:nvSpPr>
          <p:cNvPr id="1724" name="Google Shape;2097;p54"/>
          <p:cNvSpPr/>
          <p:nvPr/>
        </p:nvSpPr>
        <p:spPr>
          <a:xfrm>
            <a:off x="764280" y="183204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25" name="Google Shape;2098;p54"/>
          <p:cNvSpPr/>
          <p:nvPr/>
        </p:nvSpPr>
        <p:spPr>
          <a:xfrm>
            <a:off x="2030400" y="181512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26" name="Google Shape;2099;p54"/>
          <p:cNvSpPr/>
          <p:nvPr/>
        </p:nvSpPr>
        <p:spPr>
          <a:xfrm>
            <a:off x="731880" y="170172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727" name="Google Shape;2100;p54"/>
          <p:cNvSpPr/>
          <p:nvPr/>
        </p:nvSpPr>
        <p:spPr>
          <a:xfrm>
            <a:off x="432000" y="236772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28" name="Google Shape;2101;p54"/>
          <p:cNvSpPr/>
          <p:nvPr/>
        </p:nvSpPr>
        <p:spPr>
          <a:xfrm>
            <a:off x="764280" y="2526840"/>
            <a:ext cx="3260520" cy="36468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3b51c"/>
                </a:solidFill>
                <a:latin typeface="Noto Sans JP"/>
                <a:ea typeface="Noto Sans JP"/>
              </a:rPr>
              <a:t>B</a:t>
            </a:r>
            <a:r>
              <a:rPr b="1" lang="zh-CN" sz="1200" spc="-1" strike="noStrike">
                <a:solidFill>
                  <a:srgbClr val="f3b51c"/>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f3b51c"/>
                </a:solidFill>
                <a:latin typeface="Noto Sans JP"/>
                <a:ea typeface="Noto Sans JP"/>
              </a:rPr>
              <a:t>Android</a:t>
            </a:r>
            <a:r>
              <a:rPr b="1" lang="zh-CN" sz="1200" spc="-1" strike="noStrike">
                <a:solidFill>
                  <a:srgbClr val="f3b51c"/>
                </a:solidFill>
                <a:latin typeface="Noto Sans JP"/>
                <a:ea typeface="Noto Sans JP"/>
              </a:rPr>
              <a:t>版リニューアル </a:t>
            </a:r>
            <a:r>
              <a:rPr b="1" lang="en-US" sz="1200" spc="-1" strike="noStrike">
                <a:solidFill>
                  <a:srgbClr val="f3b51c"/>
                </a:solidFill>
                <a:latin typeface="Noto Sans JP"/>
                <a:ea typeface="Noto Sans JP"/>
              </a:rPr>
              <a:t>+ iOS</a:t>
            </a:r>
            <a:r>
              <a:rPr b="1" lang="zh-CN" sz="1200" spc="-1" strike="noStrike">
                <a:solidFill>
                  <a:srgbClr val="f3b51c"/>
                </a:solidFill>
                <a:latin typeface="Noto Sans JP"/>
                <a:ea typeface="Noto Sans JP"/>
              </a:rPr>
              <a:t>版開発</a:t>
            </a:r>
            <a:endParaRPr b="0" lang="en-US" sz="1200" spc="-1" strike="noStrike">
              <a:latin typeface="Arial"/>
            </a:endParaRPr>
          </a:p>
        </p:txBody>
      </p:sp>
      <p:sp>
        <p:nvSpPr>
          <p:cNvPr id="1729" name="Google Shape;2102;p54"/>
          <p:cNvSpPr/>
          <p:nvPr/>
        </p:nvSpPr>
        <p:spPr>
          <a:xfrm>
            <a:off x="764280" y="305100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30" name="Google Shape;2103;p54"/>
          <p:cNvSpPr/>
          <p:nvPr/>
        </p:nvSpPr>
        <p:spPr>
          <a:xfrm>
            <a:off x="2030040" y="303408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31" name="Google Shape;2104;p54"/>
          <p:cNvSpPr/>
          <p:nvPr/>
        </p:nvSpPr>
        <p:spPr>
          <a:xfrm>
            <a:off x="731880" y="292104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732" name="Google Shape;2105;p54"/>
          <p:cNvSpPr/>
          <p:nvPr/>
        </p:nvSpPr>
        <p:spPr>
          <a:xfrm>
            <a:off x="432000" y="4735440"/>
            <a:ext cx="8311680" cy="18216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詳細の体制や各月の概算、開発工数については別紙「</a:t>
            </a:r>
            <a:r>
              <a:rPr b="0" lang="en-US" sz="800" spc="-1" strike="noStrike">
                <a:solidFill>
                  <a:srgbClr val="434343"/>
                </a:solidFill>
                <a:latin typeface="Noto Sans JP"/>
                <a:ea typeface="Noto Sans JP"/>
              </a:rPr>
              <a:t>A</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B</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a:t>
            </a:r>
            <a:r>
              <a:rPr b="0" lang="en-US" sz="800" spc="-1" strike="noStrike">
                <a:solidFill>
                  <a:srgbClr val="434343"/>
                </a:solidFill>
                <a:latin typeface="Noto Sans JP"/>
                <a:ea typeface="Noto Sans JP"/>
              </a:rPr>
              <a:t>C</a:t>
            </a:r>
            <a:r>
              <a:rPr b="0" lang="zh-CN" sz="800" spc="-1" strike="noStrike">
                <a:solidFill>
                  <a:srgbClr val="434343"/>
                </a:solidFill>
                <a:latin typeface="Noto Sans JP"/>
                <a:ea typeface="Noto Sans JP"/>
              </a:rPr>
              <a:t>案体制</a:t>
            </a:r>
            <a:r>
              <a:rPr b="0" lang="en-US" sz="800" spc="-1" strike="noStrike">
                <a:solidFill>
                  <a:srgbClr val="434343"/>
                </a:solidFill>
                <a:latin typeface="Noto Sans JP"/>
                <a:ea typeface="Noto Sans JP"/>
              </a:rPr>
              <a:t>.pdf</a:t>
            </a:r>
            <a:r>
              <a:rPr b="0" lang="zh-CN" sz="800" spc="-1" strike="noStrike">
                <a:solidFill>
                  <a:srgbClr val="434343"/>
                </a:solidFill>
                <a:latin typeface="Noto Sans JP"/>
                <a:ea typeface="Noto Sans JP"/>
              </a:rPr>
              <a:t>」を参照ください。</a:t>
            </a:r>
            <a:endParaRPr b="0" lang="en-US" sz="800" spc="-1" strike="noStrike">
              <a:latin typeface="Arial"/>
            </a:endParaRPr>
          </a:p>
        </p:txBody>
      </p:sp>
      <p:sp>
        <p:nvSpPr>
          <p:cNvPr id="1733" name="Google Shape;2106;p54"/>
          <p:cNvSpPr/>
          <p:nvPr/>
        </p:nvSpPr>
        <p:spPr>
          <a:xfrm>
            <a:off x="432000" y="3557520"/>
            <a:ext cx="397440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1734" name="Google Shape;2107;p54"/>
          <p:cNvSpPr/>
          <p:nvPr/>
        </p:nvSpPr>
        <p:spPr>
          <a:xfrm>
            <a:off x="613080" y="3716640"/>
            <a:ext cx="3634560" cy="54720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ed7d31"/>
                </a:solidFill>
                <a:latin typeface="Noto Sans JP"/>
                <a:ea typeface="Noto Sans JP"/>
              </a:rPr>
              <a:t>C</a:t>
            </a:r>
            <a:r>
              <a:rPr b="1" lang="zh-CN" sz="1200" spc="-1" strike="noStrike">
                <a:solidFill>
                  <a:srgbClr val="ed7d31"/>
                </a:solidFill>
                <a:latin typeface="Noto Sans JP"/>
                <a:ea typeface="Noto Sans JP"/>
              </a:rPr>
              <a:t>案</a:t>
            </a:r>
            <a:endParaRPr b="0" lang="en-US" sz="1200" spc="-1" strike="noStrike">
              <a:latin typeface="Arial"/>
            </a:endParaRPr>
          </a:p>
          <a:p>
            <a:pPr algn="ctr">
              <a:lnSpc>
                <a:spcPct val="100000"/>
              </a:lnSpc>
              <a:buNone/>
              <a:tabLst>
                <a:tab algn="l" pos="0"/>
              </a:tabLst>
            </a:pPr>
            <a:r>
              <a:rPr b="1" lang="en-US" sz="1200" spc="-1" strike="noStrike">
                <a:solidFill>
                  <a:srgbClr val="ed7d31"/>
                </a:solidFill>
                <a:latin typeface="Noto Sans JP"/>
                <a:ea typeface="Noto Sans JP"/>
              </a:rPr>
              <a:t>Android</a:t>
            </a:r>
            <a:r>
              <a:rPr b="1" lang="zh-CN" sz="1200" spc="-1" strike="noStrike">
                <a:solidFill>
                  <a:srgbClr val="ed7d31"/>
                </a:solidFill>
                <a:latin typeface="Noto Sans JP"/>
                <a:ea typeface="Noto Sans JP"/>
              </a:rPr>
              <a:t>版リニューアル </a:t>
            </a:r>
            <a:r>
              <a:rPr b="1" lang="en-US" sz="1200" spc="-1" strike="noStrike">
                <a:solidFill>
                  <a:srgbClr val="ed7d31"/>
                </a:solidFill>
                <a:latin typeface="Noto Sans JP"/>
                <a:ea typeface="Noto Sans JP"/>
              </a:rPr>
              <a:t>+ iOS</a:t>
            </a:r>
            <a:r>
              <a:rPr b="1" lang="zh-CN" sz="1200" spc="-1" strike="noStrike">
                <a:solidFill>
                  <a:srgbClr val="ed7d31"/>
                </a:solidFill>
                <a:latin typeface="Noto Sans JP"/>
                <a:ea typeface="Noto Sans JP"/>
              </a:rPr>
              <a:t>版開発 </a:t>
            </a:r>
            <a:r>
              <a:rPr b="1" lang="en-US" sz="1200" spc="-1" strike="noStrike">
                <a:solidFill>
                  <a:srgbClr val="ed7d31"/>
                </a:solidFill>
                <a:latin typeface="Noto Sans JP"/>
                <a:ea typeface="Noto Sans JP"/>
              </a:rPr>
              <a:t>+ API</a:t>
            </a:r>
            <a:r>
              <a:rPr b="1" lang="zh-CN" sz="1200" spc="-1" strike="noStrike">
                <a:solidFill>
                  <a:srgbClr val="ed7d31"/>
                </a:solidFill>
                <a:latin typeface="Noto Sans JP"/>
                <a:ea typeface="Noto Sans JP"/>
              </a:rPr>
              <a:t>再構築</a:t>
            </a:r>
            <a:endParaRPr b="0" lang="en-US" sz="1200" spc="-1" strike="noStrike">
              <a:latin typeface="Arial"/>
            </a:endParaRPr>
          </a:p>
        </p:txBody>
      </p:sp>
      <p:sp>
        <p:nvSpPr>
          <p:cNvPr id="1735" name="Google Shape;2108;p54"/>
          <p:cNvSpPr/>
          <p:nvPr/>
        </p:nvSpPr>
        <p:spPr>
          <a:xfrm>
            <a:off x="764280" y="4240800"/>
            <a:ext cx="109116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対応費用概算</a:t>
            </a:r>
            <a:endParaRPr b="0" lang="en-US" sz="1000" spc="-1" strike="noStrike">
              <a:latin typeface="Arial"/>
            </a:endParaRPr>
          </a:p>
        </p:txBody>
      </p:sp>
      <p:sp>
        <p:nvSpPr>
          <p:cNvPr id="1736" name="Google Shape;2109;p54"/>
          <p:cNvSpPr/>
          <p:nvPr/>
        </p:nvSpPr>
        <p:spPr>
          <a:xfrm>
            <a:off x="2030040" y="4223880"/>
            <a:ext cx="20764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900" spc="-1" strike="noStrike">
                <a:solidFill>
                  <a:srgbClr val="ff2200"/>
                </a:solidFill>
                <a:latin typeface="Noto Sans JP"/>
                <a:ea typeface="Noto Sans JP"/>
              </a:rPr>
              <a:t>000,000,000</a:t>
            </a:r>
            <a:r>
              <a:rPr b="1" lang="zh-CN" sz="1100" spc="-1" strike="noStrike">
                <a:solidFill>
                  <a:srgbClr val="000000"/>
                </a:solidFill>
                <a:latin typeface="Noto Sans JP"/>
                <a:ea typeface="Noto Sans JP"/>
              </a:rPr>
              <a:t>円 </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1737" name="Google Shape;2110;p54"/>
          <p:cNvSpPr/>
          <p:nvPr/>
        </p:nvSpPr>
        <p:spPr>
          <a:xfrm>
            <a:off x="731880" y="4110840"/>
            <a:ext cx="332568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1738" name="Google Shape;2111;p54"/>
          <p:cNvSpPr/>
          <p:nvPr/>
        </p:nvSpPr>
        <p:spPr>
          <a:xfrm>
            <a:off x="5299200" y="1148760"/>
            <a:ext cx="3325680" cy="108972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zh-CN" sz="1200" spc="-1" strike="noStrike">
                <a:solidFill>
                  <a:srgbClr val="000000"/>
                </a:solidFill>
                <a:latin typeface="Noto Sans JP"/>
                <a:ea typeface="Noto Sans JP"/>
              </a:rPr>
              <a:t>短期での提供重視</a:t>
            </a:r>
            <a:endParaRPr b="0" lang="en-US" sz="1200" spc="-1" strike="noStrike">
              <a:latin typeface="Arial"/>
            </a:endParaRPr>
          </a:p>
        </p:txBody>
      </p:sp>
      <p:sp>
        <p:nvSpPr>
          <p:cNvPr id="1739" name="Google Shape;2112;p54"/>
          <p:cNvSpPr/>
          <p:nvPr/>
        </p:nvSpPr>
        <p:spPr>
          <a:xfrm>
            <a:off x="5299200" y="2365920"/>
            <a:ext cx="3325680" cy="108972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en-US" sz="1200" spc="-1" strike="noStrike">
                <a:solidFill>
                  <a:srgbClr val="000000"/>
                </a:solidFill>
                <a:latin typeface="Noto Sans JP"/>
                <a:ea typeface="Noto Sans JP"/>
              </a:rPr>
              <a:t>UI</a:t>
            </a:r>
            <a:r>
              <a:rPr b="0" lang="zh-CN" sz="1200" spc="-1" strike="noStrike">
                <a:solidFill>
                  <a:srgbClr val="000000"/>
                </a:solidFill>
                <a:latin typeface="Noto Sans JP"/>
                <a:ea typeface="Noto Sans JP"/>
              </a:rPr>
              <a:t>統一と保守性向上を狙う</a:t>
            </a:r>
            <a:endParaRPr b="0" lang="en-US" sz="1200" spc="-1" strike="noStrike">
              <a:latin typeface="Arial"/>
            </a:endParaRPr>
          </a:p>
        </p:txBody>
      </p:sp>
      <p:sp>
        <p:nvSpPr>
          <p:cNvPr id="1740" name="Google Shape;2113;p54"/>
          <p:cNvSpPr/>
          <p:nvPr/>
        </p:nvSpPr>
        <p:spPr>
          <a:xfrm>
            <a:off x="5299200" y="3549600"/>
            <a:ext cx="3325680" cy="1089720"/>
          </a:xfrm>
          <a:prstGeom prst="roundRect">
            <a:avLst>
              <a:gd name="adj" fmla="val 5603"/>
            </a:avLst>
          </a:prstGeom>
          <a:solidFill>
            <a:srgbClr val="ffffff"/>
          </a:solidFill>
          <a:ln w="9525">
            <a:solidFill>
              <a:srgbClr val="ececec"/>
            </a:solidFill>
            <a:round/>
          </a:ln>
        </p:spPr>
        <p:style>
          <a:lnRef idx="0"/>
          <a:fillRef idx="0"/>
          <a:effectRef idx="0"/>
          <a:fontRef idx="minor"/>
        </p:style>
        <p:txBody>
          <a:bodyPr lIns="90000" rIns="90000" tIns="91440" bIns="91440" anchor="ctr">
            <a:noAutofit/>
          </a:bodyPr>
          <a:p>
            <a:pPr algn="ctr">
              <a:lnSpc>
                <a:spcPct val="130000"/>
              </a:lnSpc>
              <a:buNone/>
              <a:tabLst>
                <a:tab algn="l" pos="0"/>
              </a:tabLst>
            </a:pPr>
            <a:r>
              <a:rPr b="0" lang="zh-CN" sz="1200" spc="-1" strike="noStrike">
                <a:solidFill>
                  <a:srgbClr val="000000"/>
                </a:solidFill>
                <a:latin typeface="Noto Sans JP"/>
                <a:ea typeface="Noto Sans JP"/>
              </a:rPr>
              <a:t>長期的視点での安定性と拡張性重視</a:t>
            </a:r>
            <a:endParaRPr b="0" lang="en-US" sz="1200" spc="-1" strike="noStrike">
              <a:latin typeface="Arial"/>
            </a:endParaRPr>
          </a:p>
        </p:txBody>
      </p:sp>
      <p:sp>
        <p:nvSpPr>
          <p:cNvPr id="1741" name="Google Shape;2114;p54"/>
          <p:cNvSpPr/>
          <p:nvPr/>
        </p:nvSpPr>
        <p:spPr>
          <a:xfrm>
            <a:off x="4604040" y="1476360"/>
            <a:ext cx="49788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42" name="Google Shape;2115;p54"/>
          <p:cNvSpPr/>
          <p:nvPr/>
        </p:nvSpPr>
        <p:spPr>
          <a:xfrm>
            <a:off x="4604040" y="2680560"/>
            <a:ext cx="49788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43" name="Google Shape;2116;p54"/>
          <p:cNvSpPr/>
          <p:nvPr/>
        </p:nvSpPr>
        <p:spPr>
          <a:xfrm>
            <a:off x="4604040" y="3859560"/>
            <a:ext cx="497880" cy="456840"/>
          </a:xfrm>
          <a:prstGeom prst="rect">
            <a:avLst/>
          </a:prstGeom>
          <a:noFill/>
          <a:ln w="0">
            <a:noFill/>
          </a:ln>
        </p:spPr>
        <p:style>
          <a:lnRef idx="0"/>
          <a:fillRef idx="0"/>
          <a:effectRef idx="0"/>
          <a:fontRef idx="minor"/>
        </p:style>
        <p:txBody>
          <a:bodyPr lIns="90000" rIns="90000" tIns="91440" bIns="91440" anchor="t">
            <a:spAutoFit/>
          </a:bodyPr>
          <a:p>
            <a:pPr algn="ctr">
              <a:lnSpc>
                <a:spcPct val="100000"/>
              </a:lnSpc>
              <a:buNone/>
              <a:tabLst>
                <a:tab algn="l" pos="0"/>
              </a:tabLst>
            </a:pPr>
            <a:r>
              <a:rPr b="0" lang="en-US" sz="1800" spc="-1" strike="noStrike">
                <a:solidFill>
                  <a:srgbClr val="3f3f3f"/>
                </a:solidFill>
                <a:latin typeface="Arial"/>
                <a:ea typeface="Arial"/>
              </a:rPr>
              <a:t>→</a:t>
            </a:r>
            <a:endParaRPr b="0" lang="en-US" sz="1800" spc="-1" strike="noStrike">
              <a:latin typeface="Arial"/>
            </a:endParaRPr>
          </a:p>
        </p:txBody>
      </p:sp>
      <p:sp>
        <p:nvSpPr>
          <p:cNvPr id="1744" name="Google Shape;2117;p54"/>
          <p:cNvSpPr/>
          <p:nvPr/>
        </p:nvSpPr>
        <p:spPr>
          <a:xfrm>
            <a:off x="450000" y="719280"/>
            <a:ext cx="3974400" cy="299880"/>
          </a:xfrm>
          <a:prstGeom prst="roundRect">
            <a:avLst>
              <a:gd name="adj" fmla="val 16667"/>
            </a:avLst>
          </a:prstGeom>
          <a:solidFill>
            <a:srgbClr val="d3b03a"/>
          </a:solidFill>
          <a:ln w="0">
            <a:noFill/>
          </a:ln>
        </p:spPr>
        <p:style>
          <a:lnRef idx="0"/>
          <a:fillRef idx="0"/>
          <a:effectRef idx="0"/>
          <a:fontRef idx="minor"/>
        </p:style>
        <p:txBody>
          <a:bodyPr lIns="90000" rIns="90000" tIns="271440" bIns="271440" anchor="ctr">
            <a:noAutofit/>
          </a:bodyPr>
          <a:p>
            <a:pPr algn="ctr">
              <a:lnSpc>
                <a:spcPct val="100000"/>
              </a:lnSpc>
              <a:buNone/>
              <a:tabLst>
                <a:tab algn="l" pos="0"/>
              </a:tabLst>
            </a:pPr>
            <a:r>
              <a:rPr b="1" lang="zh-CN" sz="1000" spc="-1" strike="noStrike">
                <a:solidFill>
                  <a:srgbClr val="ffffff"/>
                </a:solidFill>
                <a:latin typeface="Noto Sans JP"/>
                <a:ea typeface="Noto Sans JP"/>
              </a:rPr>
              <a:t>提案</a:t>
            </a:r>
            <a:endParaRPr b="0" lang="en-US" sz="1000" spc="-1" strike="noStrike">
              <a:latin typeface="Arial"/>
            </a:endParaRPr>
          </a:p>
        </p:txBody>
      </p:sp>
      <p:sp>
        <p:nvSpPr>
          <p:cNvPr id="1745" name="Google Shape;2118;p54"/>
          <p:cNvSpPr/>
          <p:nvPr/>
        </p:nvSpPr>
        <p:spPr>
          <a:xfrm>
            <a:off x="5299200" y="719280"/>
            <a:ext cx="3325680" cy="299880"/>
          </a:xfrm>
          <a:prstGeom prst="roundRect">
            <a:avLst>
              <a:gd name="adj" fmla="val 16667"/>
            </a:avLst>
          </a:prstGeom>
          <a:solidFill>
            <a:srgbClr val="ed7d31"/>
          </a:solidFill>
          <a:ln w="0">
            <a:noFill/>
          </a:ln>
        </p:spPr>
        <p:style>
          <a:lnRef idx="0"/>
          <a:fillRef idx="0"/>
          <a:effectRef idx="0"/>
          <a:fontRef idx="minor"/>
        </p:style>
        <p:txBody>
          <a:bodyPr lIns="90000" rIns="90000" tIns="271440" bIns="271440" anchor="ctr">
            <a:noAutofit/>
          </a:bodyPr>
          <a:p>
            <a:pPr algn="ctr">
              <a:lnSpc>
                <a:spcPct val="100000"/>
              </a:lnSpc>
              <a:buNone/>
              <a:tabLst>
                <a:tab algn="l" pos="0"/>
              </a:tabLst>
            </a:pPr>
            <a:r>
              <a:rPr b="1" lang="zh-CN" sz="1000" spc="-1" strike="noStrike">
                <a:solidFill>
                  <a:srgbClr val="ffffff"/>
                </a:solidFill>
                <a:latin typeface="Noto Sans JP"/>
                <a:ea typeface="Noto Sans JP"/>
              </a:rPr>
              <a:t>メリット</a:t>
            </a:r>
            <a:endParaRPr b="0" lang="en-US" sz="1000" spc="-1" strike="noStrike">
              <a:latin typeface="Arial"/>
            </a:endParaRPr>
          </a:p>
        </p:txBody>
      </p:sp>
      <p:grpSp>
        <p:nvGrpSpPr>
          <p:cNvPr id="1746" name="Google Shape;2119;p54"/>
          <p:cNvGrpSpPr/>
          <p:nvPr/>
        </p:nvGrpSpPr>
        <p:grpSpPr>
          <a:xfrm>
            <a:off x="194760" y="98640"/>
            <a:ext cx="8515440" cy="552600"/>
            <a:chOff x="194760" y="98640"/>
            <a:chExt cx="8515440" cy="552600"/>
          </a:xfrm>
        </p:grpSpPr>
        <p:sp>
          <p:nvSpPr>
            <p:cNvPr id="1747" name="Google Shape;2120;p54"/>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開発費用の概算見積り（体制費用）</a:t>
              </a:r>
              <a:endParaRPr b="0" lang="en-US" sz="1600" spc="-1" strike="noStrike">
                <a:latin typeface="Arial"/>
              </a:endParaRPr>
            </a:p>
          </p:txBody>
        </p:sp>
        <p:sp>
          <p:nvSpPr>
            <p:cNvPr id="1748" name="Google Shape;2121;p54"/>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9" name="Google Shape;2126;p55"/>
          <p:cNvSpPr/>
          <p:nvPr/>
        </p:nvSpPr>
        <p:spPr>
          <a:xfrm>
            <a:off x="-1174680" y="450324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750" name="Google Shape;2127;p55"/>
          <p:cNvSpPr/>
          <p:nvPr/>
        </p:nvSpPr>
        <p:spPr>
          <a:xfrm flipH="1" rot="10800000">
            <a:off x="-519480" y="4680720"/>
            <a:ext cx="4870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1751" name="Google Shape;2128;p55"/>
          <p:cNvGraphicFramePr/>
          <p:nvPr/>
        </p:nvGraphicFramePr>
        <p:xfrm>
          <a:off x="461520" y="832320"/>
          <a:ext cx="8132400" cy="2079720"/>
        </p:xfrm>
        <a:graphic>
          <a:graphicData uri="http://schemas.openxmlformats.org/drawingml/2006/table">
            <a:tbl>
              <a:tblPr/>
              <a:tblGrid>
                <a:gridCol w="942120"/>
                <a:gridCol w="1962720"/>
                <a:gridCol w="1742400"/>
                <a:gridCol w="1742400"/>
                <a:gridCol w="1743120"/>
              </a:tblGrid>
              <a:tr h="53352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以降も継続想定</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2026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164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想定作業</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r>
                        <a:rPr b="0" lang="zh-CN" sz="1000" spc="-1" strike="noStrike">
                          <a:solidFill>
                            <a:srgbClr val="000000"/>
                          </a:solidFill>
                          <a:latin typeface="Noto Sans JP"/>
                          <a:ea typeface="Noto Sans JP"/>
                        </a:rPr>
                        <a:t>（</a:t>
                      </a:r>
                      <a:r>
                        <a:rPr b="0" lang="en-US" sz="1000" spc="-1" strike="noStrike">
                          <a:solidFill>
                            <a:srgbClr val="000000"/>
                          </a:solidFill>
                          <a:latin typeface="Noto Sans JP"/>
                          <a:ea typeface="Noto Sans JP"/>
                        </a:rPr>
                        <a:t>50</a:t>
                      </a:r>
                      <a:r>
                        <a:rPr b="0" lang="zh-CN" sz="1000" spc="-1" strike="noStrike">
                          <a:solidFill>
                            <a:srgbClr val="000000"/>
                          </a:solidFill>
                          <a:latin typeface="Noto Sans JP"/>
                          <a:ea typeface="Noto Sans JP"/>
                        </a:rPr>
                        <a:t>機能）</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Phase2</a:t>
                      </a:r>
                      <a:r>
                        <a:rPr b="0" lang="zh-CN" sz="1000" spc="-1" strike="noStrike">
                          <a:solidFill>
                            <a:srgbClr val="000000"/>
                          </a:solidFill>
                          <a:latin typeface="Noto Sans JP"/>
                          <a:ea typeface="Noto Sans JP"/>
                        </a:rPr>
                        <a:t>（</a:t>
                      </a:r>
                      <a:r>
                        <a:rPr b="0" lang="en-US" sz="1000" spc="-1" strike="noStrike">
                          <a:solidFill>
                            <a:srgbClr val="000000"/>
                          </a:solidFill>
                          <a:latin typeface="Noto Sans JP"/>
                          <a:ea typeface="Noto Sans JP"/>
                        </a:rPr>
                        <a:t>20</a:t>
                      </a:r>
                      <a:r>
                        <a:rPr b="0" lang="zh-CN" sz="1000" spc="-1" strike="noStrike">
                          <a:solidFill>
                            <a:srgbClr val="000000"/>
                          </a:solidFill>
                          <a:latin typeface="Noto Sans JP"/>
                          <a:ea typeface="Noto Sans JP"/>
                        </a:rPr>
                        <a:t>機能）</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ビズ支援・検証支設計支援</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運用保守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3016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概算費用</a:t>
                      </a:r>
                      <a:endParaRPr b="0" lang="en-US" sz="1000" spc="-1" strike="noStrike">
                        <a:latin typeface="Arial"/>
                      </a:endParaRPr>
                    </a:p>
                    <a:p>
                      <a:pPr algn="ctr">
                        <a:lnSpc>
                          <a:spcPct val="100000"/>
                        </a:lnSpc>
                        <a:buNone/>
                        <a:tabLst>
                          <a:tab algn="l" pos="0"/>
                        </a:tabLst>
                      </a:pPr>
                      <a:r>
                        <a:rPr b="1" lang="zh-CN" sz="1000" spc="-1" strike="noStrike">
                          <a:solidFill>
                            <a:srgbClr val="ffffff"/>
                          </a:solidFill>
                          <a:latin typeface="Noto Sans JP"/>
                          <a:ea typeface="Noto Sans JP"/>
                        </a:rPr>
                        <a:t>（税抜）</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aphicFrame>
        <p:nvGraphicFramePr>
          <p:cNvPr id="1752" name="Google Shape;2129;p55"/>
          <p:cNvGraphicFramePr/>
          <p:nvPr/>
        </p:nvGraphicFramePr>
        <p:xfrm>
          <a:off x="461520" y="3008520"/>
          <a:ext cx="8132400" cy="2262600"/>
        </p:xfrm>
        <a:graphic>
          <a:graphicData uri="http://schemas.openxmlformats.org/drawingml/2006/table">
            <a:tbl>
              <a:tblPr/>
              <a:tblGrid>
                <a:gridCol w="942120"/>
                <a:gridCol w="1962720"/>
                <a:gridCol w="1742400"/>
                <a:gridCol w="1742400"/>
                <a:gridCol w="1743120"/>
              </a:tblGrid>
              <a:tr h="53352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以降も継続想定</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2025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x</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2026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y</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9964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想定作業</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設計〜開発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Phase1</a:t>
                      </a:r>
                      <a:r>
                        <a:rPr b="0" lang="zh-CN" sz="1000" spc="-1" strike="noStrike">
                          <a:solidFill>
                            <a:srgbClr val="000000"/>
                          </a:solidFill>
                          <a:latin typeface="Noto Sans JP"/>
                          <a:ea typeface="Noto Sans JP"/>
                        </a:rPr>
                        <a:t>で吸収しきれなかった追加、改善要望に対する</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要件定義、開発</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ビズ支援・検証設計支援</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zh-CN" sz="1000" spc="-1" strike="noStrike">
                          <a:solidFill>
                            <a:srgbClr val="000000"/>
                          </a:solidFill>
                          <a:latin typeface="Noto Sans JP"/>
                          <a:ea typeface="Noto Sans JP"/>
                        </a:rPr>
                        <a:t>運用保守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8298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概算費用</a:t>
                      </a:r>
                      <a:endParaRPr b="0" lang="en-US" sz="1000" spc="-1" strike="noStrike">
                        <a:latin typeface="Arial"/>
                      </a:endParaRPr>
                    </a:p>
                    <a:p>
                      <a:pPr algn="ctr">
                        <a:lnSpc>
                          <a:spcPct val="100000"/>
                        </a:lnSpc>
                        <a:buNone/>
                        <a:tabLst>
                          <a:tab algn="l" pos="0"/>
                        </a:tabLst>
                      </a:pPr>
                      <a:r>
                        <a:rPr b="1" lang="zh-CN" sz="1000" spc="-1" strike="noStrike">
                          <a:solidFill>
                            <a:srgbClr val="ffffff"/>
                          </a:solidFill>
                          <a:latin typeface="Noto Sans JP"/>
                          <a:ea typeface="Noto Sans JP"/>
                        </a:rPr>
                        <a:t>（税抜）</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¥xx,xxx,xxx</a:t>
                      </a:r>
                      <a:endParaRPr b="0" lang="en-US" sz="1000" spc="-1" strike="noStrike">
                        <a:latin typeface="Arial"/>
                      </a:endParaRPr>
                    </a:p>
                    <a:p>
                      <a:pPr algn="ctr">
                        <a:lnSpc>
                          <a:spcPct val="100000"/>
                        </a:lnSpc>
                        <a:buNone/>
                        <a:tabLst>
                          <a:tab algn="l" pos="0"/>
                        </a:tabLst>
                      </a:pPr>
                      <a:r>
                        <a:rPr b="0" lang="zh-CN" sz="1000" spc="-1" strike="noStrike">
                          <a:solidFill>
                            <a:srgbClr val="000000"/>
                          </a:solidFill>
                          <a:latin typeface="Noto Sans JP"/>
                          <a:ea typeface="Noto Sans JP"/>
                        </a:rPr>
                        <a:t>お値引き（</a:t>
                      </a:r>
                      <a:r>
                        <a:rPr b="0" lang="en-US" sz="1000" spc="-1" strike="noStrike">
                          <a:solidFill>
                            <a:srgbClr val="000000"/>
                          </a:solidFill>
                          <a:latin typeface="Noto Sans JP"/>
                          <a:ea typeface="Noto Sans JP"/>
                        </a:rPr>
                        <a:t>-¥xx,xxx,xxx</a:t>
                      </a:r>
                      <a:r>
                        <a:rPr b="0" lang="zh-CN" sz="1000" spc="-1" strike="noStrike">
                          <a:solidFill>
                            <a:srgbClr val="000000"/>
                          </a:solidFill>
                          <a:latin typeface="Noto Sans JP"/>
                          <a:ea typeface="Noto Sans JP"/>
                        </a:rPr>
                        <a:t>）</a:t>
                      </a:r>
                      <a:endParaRPr b="0" lang="en-US" sz="1000" spc="-1" strike="noStrike">
                        <a:latin typeface="Arial"/>
                      </a:endParaRPr>
                    </a:p>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1" lang="en-US" sz="1000" spc="-1" strike="noStrike">
                          <a:solidFill>
                            <a:srgbClr val="000000"/>
                          </a:solidFill>
                          <a:latin typeface="Noto Sans JP"/>
                          <a:ea typeface="Noto Sans JP"/>
                        </a:rPr>
                        <a:t>¥YY,YYY,YYY</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sp>
        <p:nvSpPr>
          <p:cNvPr id="1753" name="Google Shape;2130;p55"/>
          <p:cNvSpPr/>
          <p:nvPr/>
        </p:nvSpPr>
        <p:spPr>
          <a:xfrm>
            <a:off x="227520" y="479160"/>
            <a:ext cx="8687520" cy="351720"/>
          </a:xfrm>
          <a:prstGeom prst="rect">
            <a:avLst/>
          </a:prstGeom>
          <a:noFill/>
          <a:ln w="0">
            <a:noFill/>
          </a:ln>
        </p:spPr>
        <p:style>
          <a:lnRef idx="0"/>
          <a:fillRef idx="0"/>
          <a:effectRef idx="0"/>
          <a:fontRef idx="minor"/>
        </p:style>
        <p:txBody>
          <a:bodyPr lIns="68400" rIns="68400" tIns="34200" bIns="34200" anchor="ctr">
            <a:noAutofit/>
          </a:bodyPr>
          <a:p>
            <a:pPr algn="ctr">
              <a:lnSpc>
                <a:spcPct val="115000"/>
              </a:lnSpc>
              <a:buNone/>
              <a:tabLst>
                <a:tab algn="l" pos="0"/>
              </a:tabLst>
            </a:pPr>
            <a:r>
              <a:rPr b="1" lang="zh-CN" sz="1000" spc="-1" strike="noStrike">
                <a:solidFill>
                  <a:srgbClr val="ff2200"/>
                </a:solidFill>
                <a:latin typeface="Noto Sans JP"/>
                <a:ea typeface="Noto Sans JP"/>
              </a:rPr>
              <a:t>プラン</a:t>
            </a:r>
            <a:r>
              <a:rPr b="1" lang="en-US" sz="1000" spc="-1" strike="noStrike">
                <a:solidFill>
                  <a:srgbClr val="ff2200"/>
                </a:solidFill>
                <a:latin typeface="Noto Sans JP"/>
                <a:ea typeface="Noto Sans JP"/>
              </a:rPr>
              <a:t>A</a:t>
            </a:r>
            <a:endParaRPr b="0" lang="en-US" sz="1000" spc="-1" strike="noStrike">
              <a:latin typeface="Arial"/>
            </a:endParaRPr>
          </a:p>
        </p:txBody>
      </p:sp>
      <p:sp>
        <p:nvSpPr>
          <p:cNvPr id="1754" name="Google Shape;2131;p55"/>
          <p:cNvSpPr/>
          <p:nvPr/>
        </p:nvSpPr>
        <p:spPr>
          <a:xfrm>
            <a:off x="227520" y="2719440"/>
            <a:ext cx="8687520" cy="351720"/>
          </a:xfrm>
          <a:prstGeom prst="rect">
            <a:avLst/>
          </a:prstGeom>
          <a:noFill/>
          <a:ln w="0">
            <a:noFill/>
          </a:ln>
        </p:spPr>
        <p:style>
          <a:lnRef idx="0"/>
          <a:fillRef idx="0"/>
          <a:effectRef idx="0"/>
          <a:fontRef idx="minor"/>
        </p:style>
        <p:txBody>
          <a:bodyPr lIns="68400" rIns="68400" tIns="34200" bIns="34200" anchor="ctr">
            <a:noAutofit/>
          </a:bodyPr>
          <a:p>
            <a:pPr algn="ctr">
              <a:lnSpc>
                <a:spcPct val="115000"/>
              </a:lnSpc>
              <a:buNone/>
              <a:tabLst>
                <a:tab algn="l" pos="0"/>
              </a:tabLst>
            </a:pPr>
            <a:r>
              <a:rPr b="1" lang="zh-CN" sz="1000" spc="-1" strike="noStrike">
                <a:solidFill>
                  <a:srgbClr val="ff2200"/>
                </a:solidFill>
                <a:latin typeface="Noto Sans JP"/>
                <a:ea typeface="Noto Sans JP"/>
              </a:rPr>
              <a:t>プラン</a:t>
            </a:r>
            <a:r>
              <a:rPr b="1" lang="en-US" sz="1000" spc="-1" strike="noStrike">
                <a:solidFill>
                  <a:srgbClr val="ff2200"/>
                </a:solidFill>
                <a:latin typeface="Noto Sans JP"/>
                <a:ea typeface="Noto Sans JP"/>
              </a:rPr>
              <a:t>B</a:t>
            </a:r>
            <a:endParaRPr b="0" lang="en-US" sz="1000" spc="-1" strike="noStrike">
              <a:latin typeface="Arial"/>
            </a:endParaRPr>
          </a:p>
        </p:txBody>
      </p:sp>
      <p:grpSp>
        <p:nvGrpSpPr>
          <p:cNvPr id="1755" name="Google Shape;2132;p55"/>
          <p:cNvGrpSpPr/>
          <p:nvPr/>
        </p:nvGrpSpPr>
        <p:grpSpPr>
          <a:xfrm>
            <a:off x="194760" y="98640"/>
            <a:ext cx="8515440" cy="552600"/>
            <a:chOff x="194760" y="98640"/>
            <a:chExt cx="8515440" cy="552600"/>
          </a:xfrm>
        </p:grpSpPr>
        <p:sp>
          <p:nvSpPr>
            <p:cNvPr id="1756" name="Google Shape;2133;p55"/>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お見積もりサマリ</a:t>
              </a:r>
              <a:endParaRPr b="0" lang="en-US" sz="1600" spc="-1" strike="noStrike">
                <a:latin typeface="Arial"/>
              </a:endParaRPr>
            </a:p>
          </p:txBody>
        </p:sp>
        <p:sp>
          <p:nvSpPr>
            <p:cNvPr id="1757" name="Google Shape;2134;p55"/>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8" name="Google Shape;2139;p56"/>
          <p:cNvSpPr/>
          <p:nvPr/>
        </p:nvSpPr>
        <p:spPr>
          <a:xfrm>
            <a:off x="-1174680" y="450324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759" name="Google Shape;2140;p56"/>
          <p:cNvSpPr/>
          <p:nvPr/>
        </p:nvSpPr>
        <p:spPr>
          <a:xfrm flipH="1" rot="10800000">
            <a:off x="-519480" y="4680720"/>
            <a:ext cx="487080" cy="360"/>
          </a:xfrm>
          <a:custGeom>
            <a:avLst/>
            <a:gdLst/>
            <a:ahLst/>
            <a:rect l="l" t="t" r="r" b="b"/>
            <a:pathLst>
              <a:path w="21600" h="21600">
                <a:moveTo>
                  <a:pt x="0" y="0"/>
                </a:moveTo>
                <a:lnTo>
                  <a:pt x="21600" y="21600"/>
                </a:lnTo>
              </a:path>
            </a:pathLst>
          </a:custGeom>
          <a:noFill/>
          <a:ln w="9525">
            <a:solidFill>
              <a:srgbClr val="3f3f3f"/>
            </a:solidFill>
            <a:round/>
            <a:tailEnd len="med" type="triangle" w="med"/>
          </a:ln>
        </p:spPr>
        <p:style>
          <a:lnRef idx="0"/>
          <a:fillRef idx="0"/>
          <a:effectRef idx="0"/>
          <a:fontRef idx="minor"/>
        </p:style>
      </p:sp>
      <p:graphicFrame>
        <p:nvGraphicFramePr>
          <p:cNvPr id="1760" name="Google Shape;2141;p56"/>
          <p:cNvGraphicFramePr/>
          <p:nvPr/>
        </p:nvGraphicFramePr>
        <p:xfrm>
          <a:off x="461520" y="1272240"/>
          <a:ext cx="8362080" cy="3249720"/>
        </p:xfrm>
        <a:graphic>
          <a:graphicData uri="http://schemas.openxmlformats.org/drawingml/2006/table">
            <a:tbl>
              <a:tblPr/>
              <a:tblGrid>
                <a:gridCol w="2282400"/>
                <a:gridCol w="2026440"/>
                <a:gridCol w="2026440"/>
                <a:gridCol w="2027160"/>
              </a:tblGrid>
              <a:tr h="444600">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項目</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費用・単価</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利用期間</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c>
                  <a:txBody>
                    <a:bodyPr lIns="83520" rIns="83520" anchor="ctr">
                      <a:noAutofit/>
                    </a:bodyPr>
                    <a:p>
                      <a:pPr algn="ctr">
                        <a:lnSpc>
                          <a:spcPct val="100000"/>
                        </a:lnSpc>
                        <a:buNone/>
                        <a:tabLst>
                          <a:tab algn="l" pos="0"/>
                        </a:tabLst>
                      </a:pPr>
                      <a:r>
                        <a:rPr b="1" lang="zh-CN" sz="1000" spc="-1" strike="noStrike">
                          <a:solidFill>
                            <a:srgbClr val="ffffff"/>
                          </a:solidFill>
                          <a:latin typeface="Noto Sans JP"/>
                          <a:ea typeface="Noto Sans JP"/>
                        </a:rPr>
                        <a:t>総概算費用</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d3b03a"/>
                    </a:solidFill>
                  </a:tcPr>
                </a:tc>
              </a:tr>
              <a:tr h="606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Figma</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r>
                        <a:rPr b="0" lang="zh-CN" sz="1000" spc="-1" strike="noStrike">
                          <a:solidFill>
                            <a:srgbClr val="000000"/>
                          </a:solidFill>
                          <a:latin typeface="Noto Sans JP"/>
                          <a:ea typeface="Noto Sans JP"/>
                        </a:rPr>
                        <a:t>アカウント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4</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2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（開発環境）</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5</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260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（ステージング）</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7</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開発の進捗によって利用開始時期の</a:t>
                      </a:r>
                      <a:endParaRPr b="0" lang="en-US" sz="8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変動可能性あり。</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r h="733680">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AWS</a:t>
                      </a:r>
                      <a:r>
                        <a:rPr b="0" lang="zh-CN" sz="1000" spc="-1" strike="noStrike">
                          <a:solidFill>
                            <a:srgbClr val="000000"/>
                          </a:solidFill>
                          <a:latin typeface="Noto Sans JP"/>
                          <a:ea typeface="Noto Sans JP"/>
                        </a:rPr>
                        <a:t>（本番）</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従量課金</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25</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7</a:t>
                      </a:r>
                      <a:r>
                        <a:rPr b="0" lang="zh-CN" sz="1000" spc="-1" strike="noStrike">
                          <a:solidFill>
                            <a:srgbClr val="000000"/>
                          </a:solidFill>
                          <a:latin typeface="Noto Sans JP"/>
                          <a:ea typeface="Noto Sans JP"/>
                        </a:rPr>
                        <a:t>月〜</a:t>
                      </a:r>
                      <a:r>
                        <a:rPr b="0" lang="en-US" sz="1000" spc="-1" strike="noStrike">
                          <a:solidFill>
                            <a:srgbClr val="000000"/>
                          </a:solidFill>
                          <a:latin typeface="Noto Sans JP"/>
                          <a:ea typeface="Noto Sans JP"/>
                        </a:rPr>
                        <a:t>26</a:t>
                      </a:r>
                      <a:r>
                        <a:rPr b="0" lang="zh-CN" sz="1000" spc="-1" strike="noStrike">
                          <a:solidFill>
                            <a:srgbClr val="000000"/>
                          </a:solidFill>
                          <a:latin typeface="Noto Sans JP"/>
                          <a:ea typeface="Noto Sans JP"/>
                        </a:rPr>
                        <a:t>年</a:t>
                      </a:r>
                      <a:r>
                        <a:rPr b="0" lang="en-US" sz="1000" spc="-1" strike="noStrike">
                          <a:solidFill>
                            <a:srgbClr val="000000"/>
                          </a:solidFill>
                          <a:latin typeface="Noto Sans JP"/>
                          <a:ea typeface="Noto Sans JP"/>
                        </a:rPr>
                        <a:t>3</a:t>
                      </a:r>
                      <a:r>
                        <a:rPr b="0" lang="zh-CN" sz="1000" spc="-1" strike="noStrike">
                          <a:solidFill>
                            <a:srgbClr val="000000"/>
                          </a:solidFill>
                          <a:latin typeface="Noto Sans JP"/>
                          <a:ea typeface="Noto Sans JP"/>
                        </a:rPr>
                        <a:t>月</a:t>
                      </a:r>
                      <a:endParaRPr b="0" lang="en-US" sz="10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開発の進捗によって利用開始時期の</a:t>
                      </a:r>
                      <a:endParaRPr b="0" lang="en-US" sz="800" spc="-1" strike="noStrike">
                        <a:latin typeface="Arial"/>
                      </a:endParaRPr>
                    </a:p>
                    <a:p>
                      <a:pPr algn="ctr">
                        <a:lnSpc>
                          <a:spcPct val="100000"/>
                        </a:lnSpc>
                        <a:buNone/>
                        <a:tabLst>
                          <a:tab algn="l" pos="0"/>
                        </a:tabLst>
                      </a:pPr>
                      <a:r>
                        <a:rPr b="0" lang="zh-CN" sz="800" spc="-1" strike="noStrike">
                          <a:solidFill>
                            <a:srgbClr val="000000"/>
                          </a:solidFill>
                          <a:latin typeface="Noto Sans JP"/>
                          <a:ea typeface="Noto Sans JP"/>
                        </a:rPr>
                        <a:t>変動可能性あり。</a:t>
                      </a:r>
                      <a:endParaRPr b="0" lang="en-US" sz="8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c>
                  <a:txBody>
                    <a:bodyPr lIns="83520" rIns="83520" anchor="ctr">
                      <a:noAutofit/>
                    </a:bodyPr>
                    <a:p>
                      <a:pPr algn="ctr">
                        <a:lnSpc>
                          <a:spcPct val="100000"/>
                        </a:lnSpc>
                        <a:buNone/>
                        <a:tabLst>
                          <a:tab algn="l" pos="0"/>
                        </a:tabLst>
                      </a:pPr>
                      <a:r>
                        <a:rPr b="0" lang="en-US" sz="1000" spc="-1" strike="noStrike">
                          <a:solidFill>
                            <a:srgbClr val="000000"/>
                          </a:solidFill>
                          <a:latin typeface="Noto Sans JP"/>
                          <a:ea typeface="Noto Sans JP"/>
                        </a:rPr>
                        <a:t>xx,xxx$</a:t>
                      </a:r>
                      <a:endParaRPr b="0" lang="en-US" sz="1000" spc="-1" strike="noStrike">
                        <a:latin typeface="Arial"/>
                      </a:endParaRPr>
                    </a:p>
                  </a:txBody>
                  <a:tcPr anchor="ctr" marL="83520" marR="83520">
                    <a:lnL w="28080">
                      <a:solidFill>
                        <a:srgbClr val="ffffff"/>
                      </a:solidFill>
                    </a:lnL>
                    <a:lnR w="28080">
                      <a:solidFill>
                        <a:srgbClr val="ffffff"/>
                      </a:solidFill>
                    </a:lnR>
                    <a:lnT w="28080">
                      <a:solidFill>
                        <a:srgbClr val="ffffff"/>
                      </a:solidFill>
                    </a:lnT>
                    <a:lnB w="28080">
                      <a:solidFill>
                        <a:srgbClr val="ffffff"/>
                      </a:solidFill>
                    </a:lnB>
                    <a:solidFill>
                      <a:srgbClr val="f3f3f3"/>
                    </a:solidFill>
                  </a:tcPr>
                </a:tc>
              </a:tr>
            </a:tbl>
          </a:graphicData>
        </a:graphic>
      </p:graphicFrame>
      <p:grpSp>
        <p:nvGrpSpPr>
          <p:cNvPr id="1761" name="Google Shape;2142;p56"/>
          <p:cNvGrpSpPr/>
          <p:nvPr/>
        </p:nvGrpSpPr>
        <p:grpSpPr>
          <a:xfrm>
            <a:off x="194760" y="98640"/>
            <a:ext cx="8687160" cy="750960"/>
            <a:chOff x="194760" y="98640"/>
            <a:chExt cx="8687160" cy="750960"/>
          </a:xfrm>
        </p:grpSpPr>
        <p:sp>
          <p:nvSpPr>
            <p:cNvPr id="1762" name="Google Shape;2143;p56"/>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開発費用とは別途、以下の諸経費がかかる想定です。</a:t>
              </a:r>
              <a:endParaRPr b="0" lang="en-US" sz="1000" spc="-1" strike="noStrike">
                <a:latin typeface="Arial"/>
              </a:endParaRPr>
            </a:p>
            <a:p>
              <a:pPr>
                <a:lnSpc>
                  <a:spcPct val="150000"/>
                </a:lnSpc>
                <a:buNone/>
                <a:tabLst>
                  <a:tab algn="l" pos="0"/>
                </a:tabLst>
              </a:pPr>
              <a:r>
                <a:rPr b="0" lang="zh-CN" sz="1000" spc="-1" strike="noStrike">
                  <a:solidFill>
                    <a:srgbClr val="3f3f3f"/>
                  </a:solidFill>
                  <a:latin typeface="Noto Sans JP"/>
                  <a:ea typeface="Noto Sans JP"/>
                </a:rPr>
                <a:t>弊社にて代理支払いを行う場合、管理手数料</a:t>
              </a:r>
              <a:r>
                <a:rPr b="0" lang="en-US" sz="1000" spc="-1" strike="noStrike">
                  <a:solidFill>
                    <a:srgbClr val="3f3f3f"/>
                  </a:solidFill>
                  <a:latin typeface="Noto Sans JP"/>
                  <a:ea typeface="Noto Sans JP"/>
                </a:rPr>
                <a:t>(10%)</a:t>
              </a:r>
              <a:r>
                <a:rPr b="0" lang="zh-CN" sz="1000" spc="-1" strike="noStrike">
                  <a:solidFill>
                    <a:srgbClr val="3f3f3f"/>
                  </a:solidFill>
                  <a:latin typeface="Noto Sans JP"/>
                  <a:ea typeface="Noto Sans JP"/>
                </a:rPr>
                <a:t>を頂戴します。</a:t>
              </a:r>
              <a:endParaRPr b="0" lang="en-US" sz="1000" spc="-1" strike="noStrike">
                <a:latin typeface="Arial"/>
              </a:endParaRPr>
            </a:p>
          </p:txBody>
        </p:sp>
        <p:sp>
          <p:nvSpPr>
            <p:cNvPr id="1763" name="Google Shape;2144;p56"/>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お見積もりサマリ　補足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764" name="Google Shape;2145;p56"/>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5" name="Google Shape;2150;p57"/>
          <p:cNvSpPr/>
          <p:nvPr/>
        </p:nvSpPr>
        <p:spPr>
          <a:xfrm>
            <a:off x="0" y="0"/>
            <a:ext cx="9142200" cy="1145880"/>
          </a:xfrm>
          <a:prstGeom prst="rect">
            <a:avLst/>
          </a:prstGeom>
          <a:solidFill>
            <a:schemeClr val="lt2"/>
          </a:solidFill>
          <a:ln w="0">
            <a:noFill/>
          </a:ln>
        </p:spPr>
        <p:style>
          <a:lnRef idx="0"/>
          <a:fillRef idx="0"/>
          <a:effectRef idx="0"/>
          <a:fontRef idx="minor"/>
        </p:style>
      </p:sp>
      <p:sp>
        <p:nvSpPr>
          <p:cNvPr id="1766" name="Google Shape;2151;p57"/>
          <p:cNvSpPr/>
          <p:nvPr/>
        </p:nvSpPr>
        <p:spPr>
          <a:xfrm>
            <a:off x="258300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67" name="Google Shape;2152;p57"/>
          <p:cNvSpPr/>
          <p:nvPr/>
        </p:nvSpPr>
        <p:spPr>
          <a:xfrm>
            <a:off x="171324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68" name="Google Shape;2153;p57"/>
          <p:cNvSpPr/>
          <p:nvPr/>
        </p:nvSpPr>
        <p:spPr>
          <a:xfrm>
            <a:off x="93708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69" name="Google Shape;2154;p57"/>
          <p:cNvSpPr/>
          <p:nvPr/>
        </p:nvSpPr>
        <p:spPr>
          <a:xfrm>
            <a:off x="343188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0" name="Google Shape;2155;p57"/>
          <p:cNvSpPr/>
          <p:nvPr/>
        </p:nvSpPr>
        <p:spPr>
          <a:xfrm>
            <a:off x="421884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1" name="Google Shape;2156;p57"/>
          <p:cNvSpPr/>
          <p:nvPr/>
        </p:nvSpPr>
        <p:spPr>
          <a:xfrm>
            <a:off x="500580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2" name="Google Shape;2157;p57"/>
          <p:cNvSpPr/>
          <p:nvPr/>
        </p:nvSpPr>
        <p:spPr>
          <a:xfrm>
            <a:off x="579996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3" name="Google Shape;2158;p57"/>
          <p:cNvSpPr/>
          <p:nvPr/>
        </p:nvSpPr>
        <p:spPr>
          <a:xfrm>
            <a:off x="659736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4" name="Google Shape;2159;p57"/>
          <p:cNvSpPr/>
          <p:nvPr/>
        </p:nvSpPr>
        <p:spPr>
          <a:xfrm>
            <a:off x="738396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5" name="Google Shape;2160;p57"/>
          <p:cNvSpPr/>
          <p:nvPr/>
        </p:nvSpPr>
        <p:spPr>
          <a:xfrm>
            <a:off x="8170200" y="1500480"/>
            <a:ext cx="360" cy="3335040"/>
          </a:xfrm>
          <a:custGeom>
            <a:avLst/>
            <a:gdLst/>
            <a:ahLst/>
            <a:rect l="l" t="t" r="r" b="b"/>
            <a:pathLst>
              <a:path w="21600" h="21600">
                <a:moveTo>
                  <a:pt x="0" y="0"/>
                </a:moveTo>
                <a:lnTo>
                  <a:pt x="21600" y="21600"/>
                </a:lnTo>
              </a:path>
            </a:pathLst>
          </a:custGeom>
          <a:noFill/>
          <a:ln w="9525">
            <a:solidFill>
              <a:srgbClr val="a5a5a5"/>
            </a:solidFill>
            <a:prstDash val="dash"/>
            <a:round/>
          </a:ln>
        </p:spPr>
        <p:style>
          <a:lnRef idx="0"/>
          <a:fillRef idx="0"/>
          <a:effectRef idx="0"/>
          <a:fontRef idx="minor"/>
        </p:style>
      </p:sp>
      <p:sp>
        <p:nvSpPr>
          <p:cNvPr id="1776" name="Google Shape;2161;p57"/>
          <p:cNvSpPr/>
          <p:nvPr/>
        </p:nvSpPr>
        <p:spPr>
          <a:xfrm>
            <a:off x="4044960" y="1952280"/>
            <a:ext cx="129600" cy="11196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777" name="Google Shape;2162;p57"/>
          <p:cNvSpPr/>
          <p:nvPr/>
        </p:nvSpPr>
        <p:spPr>
          <a:xfrm>
            <a:off x="8037720" y="1977120"/>
            <a:ext cx="129600" cy="11196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778" name="Google Shape;2163;p57"/>
          <p:cNvSpPr/>
          <p:nvPr/>
        </p:nvSpPr>
        <p:spPr>
          <a:xfrm>
            <a:off x="3948480" y="2067480"/>
            <a:ext cx="36396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再見積</a:t>
            </a:r>
            <a:endParaRPr b="0" lang="en-US" sz="520" spc="-1" strike="noStrike">
              <a:latin typeface="Arial"/>
            </a:endParaRPr>
          </a:p>
        </p:txBody>
      </p:sp>
      <p:sp>
        <p:nvSpPr>
          <p:cNvPr id="1779" name="Google Shape;2164;p57"/>
          <p:cNvSpPr/>
          <p:nvPr/>
        </p:nvSpPr>
        <p:spPr>
          <a:xfrm>
            <a:off x="183600" y="1211040"/>
            <a:ext cx="8751240" cy="2361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2025</a:t>
            </a:r>
            <a:r>
              <a:rPr b="1" lang="zh-CN" sz="900" spc="-1" strike="noStrike">
                <a:solidFill>
                  <a:srgbClr val="3f3f3f"/>
                </a:solidFill>
                <a:latin typeface="Arial"/>
                <a:ea typeface="Arial"/>
              </a:rPr>
              <a:t>年</a:t>
            </a:r>
            <a:endParaRPr b="0" lang="en-US" sz="900" spc="-1" strike="noStrike">
              <a:latin typeface="Arial"/>
            </a:endParaRPr>
          </a:p>
        </p:txBody>
      </p:sp>
      <p:sp>
        <p:nvSpPr>
          <p:cNvPr id="1780" name="Google Shape;2165;p57"/>
          <p:cNvSpPr/>
          <p:nvPr/>
        </p:nvSpPr>
        <p:spPr>
          <a:xfrm>
            <a:off x="2671560" y="150048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4</a:t>
            </a:r>
            <a:r>
              <a:rPr b="1" lang="zh-CN" sz="900" spc="-1" strike="noStrike">
                <a:solidFill>
                  <a:srgbClr val="3f3f3f"/>
                </a:solidFill>
                <a:latin typeface="Arial"/>
                <a:ea typeface="Arial"/>
              </a:rPr>
              <a:t>月</a:t>
            </a:r>
            <a:endParaRPr b="0" lang="en-US" sz="900" spc="-1" strike="noStrike">
              <a:latin typeface="Arial"/>
            </a:endParaRPr>
          </a:p>
        </p:txBody>
      </p:sp>
      <p:sp>
        <p:nvSpPr>
          <p:cNvPr id="1781" name="Google Shape;2166;p57"/>
          <p:cNvSpPr/>
          <p:nvPr/>
        </p:nvSpPr>
        <p:spPr>
          <a:xfrm>
            <a:off x="3463200" y="149940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5</a:t>
            </a:r>
            <a:r>
              <a:rPr b="1" lang="zh-CN" sz="900" spc="-1" strike="noStrike">
                <a:solidFill>
                  <a:srgbClr val="3f3f3f"/>
                </a:solidFill>
                <a:latin typeface="Arial"/>
                <a:ea typeface="Arial"/>
              </a:rPr>
              <a:t>月</a:t>
            </a:r>
            <a:endParaRPr b="0" lang="en-US" sz="900" spc="-1" strike="noStrike">
              <a:latin typeface="Arial"/>
            </a:endParaRPr>
          </a:p>
        </p:txBody>
      </p:sp>
      <p:sp>
        <p:nvSpPr>
          <p:cNvPr id="1782" name="Google Shape;2167;p57"/>
          <p:cNvSpPr/>
          <p:nvPr/>
        </p:nvSpPr>
        <p:spPr>
          <a:xfrm>
            <a:off x="4254840" y="149652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6</a:t>
            </a:r>
            <a:r>
              <a:rPr b="1" lang="zh-CN" sz="900" spc="-1" strike="noStrike">
                <a:solidFill>
                  <a:srgbClr val="3f3f3f"/>
                </a:solidFill>
                <a:latin typeface="Arial"/>
                <a:ea typeface="Arial"/>
              </a:rPr>
              <a:t>月</a:t>
            </a:r>
            <a:endParaRPr b="0" lang="en-US" sz="900" spc="-1" strike="noStrike">
              <a:latin typeface="Arial"/>
            </a:endParaRPr>
          </a:p>
        </p:txBody>
      </p:sp>
      <p:sp>
        <p:nvSpPr>
          <p:cNvPr id="1783" name="Google Shape;2168;p57"/>
          <p:cNvSpPr/>
          <p:nvPr/>
        </p:nvSpPr>
        <p:spPr>
          <a:xfrm>
            <a:off x="5046120" y="149364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7</a:t>
            </a:r>
            <a:r>
              <a:rPr b="1" lang="zh-CN" sz="900" spc="-1" strike="noStrike">
                <a:solidFill>
                  <a:srgbClr val="3f3f3f"/>
                </a:solidFill>
                <a:latin typeface="Arial"/>
                <a:ea typeface="Arial"/>
              </a:rPr>
              <a:t>月</a:t>
            </a:r>
            <a:endParaRPr b="0" lang="en-US" sz="900" spc="-1" strike="noStrike">
              <a:latin typeface="Arial"/>
            </a:endParaRPr>
          </a:p>
        </p:txBody>
      </p:sp>
      <p:sp>
        <p:nvSpPr>
          <p:cNvPr id="1784" name="Google Shape;2169;p57"/>
          <p:cNvSpPr/>
          <p:nvPr/>
        </p:nvSpPr>
        <p:spPr>
          <a:xfrm>
            <a:off x="5837760" y="149364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8</a:t>
            </a:r>
            <a:r>
              <a:rPr b="1" lang="zh-CN" sz="900" spc="-1" strike="noStrike">
                <a:solidFill>
                  <a:srgbClr val="3f3f3f"/>
                </a:solidFill>
                <a:latin typeface="Arial"/>
                <a:ea typeface="Arial"/>
              </a:rPr>
              <a:t>月</a:t>
            </a:r>
            <a:endParaRPr b="0" lang="en-US" sz="900" spc="-1" strike="noStrike">
              <a:latin typeface="Arial"/>
            </a:endParaRPr>
          </a:p>
        </p:txBody>
      </p:sp>
      <p:sp>
        <p:nvSpPr>
          <p:cNvPr id="1785" name="Google Shape;2170;p57"/>
          <p:cNvSpPr/>
          <p:nvPr/>
        </p:nvSpPr>
        <p:spPr>
          <a:xfrm>
            <a:off x="6629400" y="149364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9</a:t>
            </a:r>
            <a:r>
              <a:rPr b="1" lang="zh-CN" sz="900" spc="-1" strike="noStrike">
                <a:solidFill>
                  <a:srgbClr val="3f3f3f"/>
                </a:solidFill>
                <a:latin typeface="Arial"/>
                <a:ea typeface="Arial"/>
              </a:rPr>
              <a:t>月</a:t>
            </a:r>
            <a:endParaRPr b="0" lang="en-US" sz="900" spc="-1" strike="noStrike">
              <a:latin typeface="Arial"/>
            </a:endParaRPr>
          </a:p>
        </p:txBody>
      </p:sp>
      <p:sp>
        <p:nvSpPr>
          <p:cNvPr id="1786" name="Google Shape;2171;p57"/>
          <p:cNvSpPr/>
          <p:nvPr/>
        </p:nvSpPr>
        <p:spPr>
          <a:xfrm>
            <a:off x="7421040" y="149364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10</a:t>
            </a:r>
            <a:r>
              <a:rPr b="1" lang="zh-CN" sz="900" spc="-1" strike="noStrike">
                <a:solidFill>
                  <a:srgbClr val="3f3f3f"/>
                </a:solidFill>
                <a:latin typeface="Arial"/>
                <a:ea typeface="Arial"/>
              </a:rPr>
              <a:t>月</a:t>
            </a:r>
            <a:endParaRPr b="0" lang="en-US" sz="900" spc="-1" strike="noStrike">
              <a:latin typeface="Arial"/>
            </a:endParaRPr>
          </a:p>
        </p:txBody>
      </p:sp>
      <p:sp>
        <p:nvSpPr>
          <p:cNvPr id="1787" name="Google Shape;2172;p57"/>
          <p:cNvSpPr/>
          <p:nvPr/>
        </p:nvSpPr>
        <p:spPr>
          <a:xfrm>
            <a:off x="2671560" y="1763280"/>
            <a:ext cx="1515240" cy="165240"/>
          </a:xfrm>
          <a:prstGeom prst="rect">
            <a:avLst/>
          </a:prstGeom>
          <a:solidFill>
            <a:schemeClr val="accent1"/>
          </a:solidFill>
          <a:ln w="0">
            <a:noFill/>
          </a:ln>
        </p:spPr>
        <p:style>
          <a:lnRef idx="0"/>
          <a:fillRef idx="0"/>
          <a:effectRef idx="0"/>
          <a:fontRef idx="minor"/>
        </p:style>
        <p:txBody>
          <a:bodyPr lIns="90000" rIns="90000" tIns="165600" bIns="165600" anchor="ctr">
            <a:noAutofit/>
          </a:bodyPr>
          <a:p>
            <a:pPr algn="ctr">
              <a:lnSpc>
                <a:spcPct val="100000"/>
              </a:lnSpc>
              <a:buNone/>
              <a:tabLst>
                <a:tab algn="l" pos="0"/>
              </a:tabLst>
            </a:pPr>
            <a:r>
              <a:rPr b="1" lang="zh-CN" sz="600" spc="-1" strike="noStrike">
                <a:solidFill>
                  <a:srgbClr val="ffffff"/>
                </a:solidFill>
                <a:latin typeface="Noto Sans JP"/>
                <a:ea typeface="Noto Sans JP"/>
              </a:rPr>
              <a:t>要件定義</a:t>
            </a:r>
            <a:endParaRPr b="0" lang="en-US" sz="600" spc="-1" strike="noStrike">
              <a:latin typeface="Arial"/>
            </a:endParaRPr>
          </a:p>
        </p:txBody>
      </p:sp>
      <p:sp>
        <p:nvSpPr>
          <p:cNvPr id="1788" name="Google Shape;2173;p57"/>
          <p:cNvSpPr/>
          <p:nvPr/>
        </p:nvSpPr>
        <p:spPr>
          <a:xfrm>
            <a:off x="4254840" y="1763280"/>
            <a:ext cx="3889800" cy="165240"/>
          </a:xfrm>
          <a:prstGeom prst="rect">
            <a:avLst/>
          </a:prstGeom>
          <a:solidFill>
            <a:schemeClr val="accent1"/>
          </a:solidFill>
          <a:ln w="0">
            <a:noFill/>
          </a:ln>
        </p:spPr>
        <p:style>
          <a:lnRef idx="0"/>
          <a:fillRef idx="0"/>
          <a:effectRef idx="0"/>
          <a:fontRef idx="minor"/>
        </p:style>
        <p:txBody>
          <a:bodyPr lIns="90000" rIns="90000" tIns="165600" bIns="165600" anchor="ctr">
            <a:noAutofit/>
          </a:bodyPr>
          <a:p>
            <a:pPr algn="ctr">
              <a:lnSpc>
                <a:spcPct val="100000"/>
              </a:lnSpc>
              <a:buNone/>
              <a:tabLst>
                <a:tab algn="l" pos="0"/>
              </a:tabLst>
            </a:pPr>
            <a:r>
              <a:rPr b="1" lang="zh-CN" sz="600" spc="-1" strike="noStrike">
                <a:solidFill>
                  <a:srgbClr val="ffffff"/>
                </a:solidFill>
                <a:latin typeface="Noto Sans JP"/>
                <a:ea typeface="Noto Sans JP"/>
              </a:rPr>
              <a:t>開発</a:t>
            </a:r>
            <a:endParaRPr b="0" lang="en-US" sz="600" spc="-1" strike="noStrike">
              <a:latin typeface="Arial"/>
            </a:endParaRPr>
          </a:p>
        </p:txBody>
      </p:sp>
      <p:sp>
        <p:nvSpPr>
          <p:cNvPr id="1789" name="Google Shape;2174;p57"/>
          <p:cNvSpPr/>
          <p:nvPr/>
        </p:nvSpPr>
        <p:spPr>
          <a:xfrm>
            <a:off x="8211240" y="1763280"/>
            <a:ext cx="723600" cy="165240"/>
          </a:xfrm>
          <a:prstGeom prst="rect">
            <a:avLst/>
          </a:prstGeom>
          <a:solidFill>
            <a:schemeClr val="accent1"/>
          </a:solidFill>
          <a:ln w="0">
            <a:noFill/>
          </a:ln>
        </p:spPr>
        <p:style>
          <a:lnRef idx="0"/>
          <a:fillRef idx="0"/>
          <a:effectRef idx="0"/>
          <a:fontRef idx="minor"/>
        </p:style>
        <p:txBody>
          <a:bodyPr lIns="90000" rIns="90000" tIns="165600" bIns="165600" anchor="ctr">
            <a:noAutofit/>
          </a:bodyPr>
          <a:p>
            <a:pPr algn="ctr">
              <a:lnSpc>
                <a:spcPct val="100000"/>
              </a:lnSpc>
              <a:buNone/>
              <a:tabLst>
                <a:tab algn="l" pos="0"/>
              </a:tabLst>
            </a:pPr>
            <a:r>
              <a:rPr b="1" lang="en-US" sz="600" spc="-1" strike="noStrike">
                <a:solidFill>
                  <a:srgbClr val="ffffff"/>
                </a:solidFill>
                <a:latin typeface="Noto Sans JP"/>
                <a:ea typeface="Noto Sans JP"/>
              </a:rPr>
              <a:t>DevOps</a:t>
            </a:r>
            <a:endParaRPr b="0" lang="en-US" sz="600" spc="-1" strike="noStrike">
              <a:latin typeface="Arial"/>
            </a:endParaRPr>
          </a:p>
        </p:txBody>
      </p:sp>
      <p:sp>
        <p:nvSpPr>
          <p:cNvPr id="1790" name="Google Shape;2175;p57"/>
          <p:cNvSpPr/>
          <p:nvPr/>
        </p:nvSpPr>
        <p:spPr>
          <a:xfrm>
            <a:off x="7890480" y="2074680"/>
            <a:ext cx="60120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リリース</a:t>
            </a:r>
            <a:endParaRPr b="0" lang="en-US" sz="520" spc="-1" strike="noStrike">
              <a:latin typeface="Arial"/>
            </a:endParaRPr>
          </a:p>
        </p:txBody>
      </p:sp>
      <p:sp>
        <p:nvSpPr>
          <p:cNvPr id="1791" name="Google Shape;2176;p57"/>
          <p:cNvSpPr/>
          <p:nvPr/>
        </p:nvSpPr>
        <p:spPr>
          <a:xfrm>
            <a:off x="2670480" y="2764440"/>
            <a:ext cx="1515240" cy="173880"/>
          </a:xfrm>
          <a:prstGeom prst="homePlate">
            <a:avLst>
              <a:gd name="adj" fmla="val 50000"/>
            </a:avLst>
          </a:prstGeom>
          <a:solidFill>
            <a:schemeClr val="accent5"/>
          </a:solidFill>
          <a:ln w="0">
            <a:noFill/>
          </a:ln>
        </p:spPr>
        <p:style>
          <a:lnRef idx="0"/>
          <a:fillRef idx="0"/>
          <a:effectRef idx="0"/>
          <a:fontRef idx="minor"/>
        </p:style>
      </p:sp>
      <p:sp>
        <p:nvSpPr>
          <p:cNvPr id="1792" name="Google Shape;2177;p57"/>
          <p:cNvSpPr/>
          <p:nvPr/>
        </p:nvSpPr>
        <p:spPr>
          <a:xfrm>
            <a:off x="59040" y="2967840"/>
            <a:ext cx="10015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【課題確認</a:t>
            </a:r>
            <a:r>
              <a:rPr b="0" lang="en-US" sz="600" spc="-1" strike="noStrike">
                <a:solidFill>
                  <a:srgbClr val="000000"/>
                </a:solidFill>
                <a:latin typeface="Arial"/>
                <a:ea typeface="Arial"/>
              </a:rPr>
              <a:t>/</a:t>
            </a:r>
            <a:r>
              <a:rPr b="0" lang="zh-CN" sz="600" spc="-1" strike="noStrike">
                <a:solidFill>
                  <a:srgbClr val="000000"/>
                </a:solidFill>
                <a:latin typeface="Arial"/>
                <a:ea typeface="Arial"/>
              </a:rPr>
              <a:t>仮説検証】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・ユーザー像の定義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・ユーザーリサーチ</a:t>
            </a:r>
            <a:endParaRPr b="0" lang="en-US" sz="600" spc="-1" strike="noStrike">
              <a:latin typeface="Arial"/>
            </a:endParaRPr>
          </a:p>
        </p:txBody>
      </p:sp>
      <p:sp>
        <p:nvSpPr>
          <p:cNvPr id="1793" name="Google Shape;2178;p57"/>
          <p:cNvSpPr/>
          <p:nvPr/>
        </p:nvSpPr>
        <p:spPr>
          <a:xfrm>
            <a:off x="3580200" y="3386880"/>
            <a:ext cx="1184400" cy="173880"/>
          </a:xfrm>
          <a:prstGeom prst="homePlate">
            <a:avLst>
              <a:gd name="adj" fmla="val 50000"/>
            </a:avLst>
          </a:prstGeom>
          <a:solidFill>
            <a:schemeClr val="accent5"/>
          </a:solidFill>
          <a:ln w="0">
            <a:noFill/>
          </a:ln>
        </p:spPr>
        <p:style>
          <a:lnRef idx="0"/>
          <a:fillRef idx="0"/>
          <a:effectRef idx="0"/>
          <a:fontRef idx="minor"/>
        </p:style>
      </p:sp>
      <p:sp>
        <p:nvSpPr>
          <p:cNvPr id="1794" name="Google Shape;2179;p57"/>
          <p:cNvSpPr/>
          <p:nvPr/>
        </p:nvSpPr>
        <p:spPr>
          <a:xfrm>
            <a:off x="3522600" y="3543480"/>
            <a:ext cx="13996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・画面項目定義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・システムアーキテクチャ設計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・システム連携</a:t>
            </a:r>
            <a:r>
              <a:rPr b="0" lang="en-US" sz="600" spc="-1" strike="noStrike">
                <a:solidFill>
                  <a:srgbClr val="000000"/>
                </a:solidFill>
                <a:latin typeface="Arial"/>
                <a:ea typeface="Arial"/>
              </a:rPr>
              <a:t>I/F</a:t>
            </a:r>
            <a:r>
              <a:rPr b="0" lang="zh-CN" sz="600" spc="-1" strike="noStrike">
                <a:solidFill>
                  <a:srgbClr val="000000"/>
                </a:solidFill>
                <a:latin typeface="Arial"/>
                <a:ea typeface="Arial"/>
              </a:rPr>
              <a:t>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・バッチ設計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・データモデル策定</a:t>
            </a:r>
            <a:endParaRPr b="0" lang="en-US" sz="600" spc="-1" strike="noStrike">
              <a:latin typeface="Arial"/>
            </a:endParaRPr>
          </a:p>
        </p:txBody>
      </p:sp>
      <p:sp>
        <p:nvSpPr>
          <p:cNvPr id="1795" name="Google Shape;2180;p57"/>
          <p:cNvSpPr/>
          <p:nvPr/>
        </p:nvSpPr>
        <p:spPr>
          <a:xfrm>
            <a:off x="3580200" y="4194360"/>
            <a:ext cx="1184400" cy="173880"/>
          </a:xfrm>
          <a:prstGeom prst="homePlate">
            <a:avLst>
              <a:gd name="adj" fmla="val 50000"/>
            </a:avLst>
          </a:prstGeom>
          <a:solidFill>
            <a:schemeClr val="accent5"/>
          </a:solidFill>
          <a:ln w="0">
            <a:noFill/>
          </a:ln>
        </p:spPr>
        <p:style>
          <a:lnRef idx="0"/>
          <a:fillRef idx="0"/>
          <a:effectRef idx="0"/>
          <a:fontRef idx="minor"/>
        </p:style>
      </p:sp>
      <p:sp>
        <p:nvSpPr>
          <p:cNvPr id="1796" name="Google Shape;2181;p57"/>
          <p:cNvSpPr/>
          <p:nvPr/>
        </p:nvSpPr>
        <p:spPr>
          <a:xfrm>
            <a:off x="3522600" y="4373640"/>
            <a:ext cx="15098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【デザイン】</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a:t>
            </a:r>
            <a:r>
              <a:rPr b="0" lang="en-US" sz="600" spc="-1" strike="noStrike">
                <a:solidFill>
                  <a:srgbClr val="000000"/>
                </a:solidFill>
                <a:latin typeface="Arial"/>
                <a:ea typeface="Arial"/>
              </a:rPr>
              <a:t>UI</a:t>
            </a:r>
            <a:r>
              <a:rPr b="0" lang="zh-CN" sz="600" spc="-1" strike="noStrike">
                <a:solidFill>
                  <a:srgbClr val="000000"/>
                </a:solidFill>
                <a:latin typeface="Arial"/>
                <a:ea typeface="Arial"/>
              </a:rPr>
              <a:t>デザイン策定</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・画面遷移図</a:t>
            </a:r>
            <a:r>
              <a:rPr b="0" lang="en-US" sz="600" spc="-1" strike="noStrike">
                <a:solidFill>
                  <a:srgbClr val="000000"/>
                </a:solidFill>
                <a:latin typeface="Arial"/>
                <a:ea typeface="Arial"/>
              </a:rPr>
              <a:t>/</a:t>
            </a:r>
            <a:r>
              <a:rPr b="0" lang="zh-CN" sz="600" spc="-1" strike="noStrike">
                <a:solidFill>
                  <a:srgbClr val="000000"/>
                </a:solidFill>
                <a:latin typeface="Arial"/>
                <a:ea typeface="Arial"/>
              </a:rPr>
              <a:t>ワイヤーフレーム作成</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・デザイン作成・コーディング</a:t>
            </a:r>
            <a:endParaRPr b="0" lang="en-US" sz="600" spc="-1" strike="noStrike">
              <a:latin typeface="Arial"/>
            </a:endParaRPr>
          </a:p>
        </p:txBody>
      </p:sp>
      <p:sp>
        <p:nvSpPr>
          <p:cNvPr id="1797" name="Google Shape;2182;p57"/>
          <p:cNvSpPr/>
          <p:nvPr/>
        </p:nvSpPr>
        <p:spPr>
          <a:xfrm>
            <a:off x="4254840" y="2765160"/>
            <a:ext cx="3889800" cy="173880"/>
          </a:xfrm>
          <a:prstGeom prst="homePlate">
            <a:avLst>
              <a:gd name="adj" fmla="val 50000"/>
            </a:avLst>
          </a:prstGeom>
          <a:solidFill>
            <a:schemeClr val="accent5"/>
          </a:solidFill>
          <a:ln w="0">
            <a:noFill/>
          </a:ln>
        </p:spPr>
        <p:style>
          <a:lnRef idx="0"/>
          <a:fillRef idx="0"/>
          <a:effectRef idx="0"/>
          <a:fontRef idx="minor"/>
        </p:style>
      </p:sp>
      <p:sp>
        <p:nvSpPr>
          <p:cNvPr id="1798" name="Google Shape;2183;p57"/>
          <p:cNvSpPr/>
          <p:nvPr/>
        </p:nvSpPr>
        <p:spPr>
          <a:xfrm>
            <a:off x="4148640" y="2946600"/>
            <a:ext cx="20674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【システム開発】</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・画面項目定義が完了したものから開発着手</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・実装、テストを</a:t>
            </a:r>
            <a:r>
              <a:rPr b="0" lang="en-US" sz="600" spc="-1" strike="noStrike">
                <a:solidFill>
                  <a:srgbClr val="000000"/>
                </a:solidFill>
                <a:latin typeface="Arial"/>
                <a:ea typeface="Arial"/>
              </a:rPr>
              <a:t>1,2</a:t>
            </a:r>
            <a:r>
              <a:rPr b="0" lang="zh-CN" sz="600" spc="-1" strike="noStrike">
                <a:solidFill>
                  <a:srgbClr val="000000"/>
                </a:solidFill>
                <a:latin typeface="Arial"/>
                <a:ea typeface="Arial"/>
              </a:rPr>
              <a:t>週間単位のスプリントで実施</a:t>
            </a:r>
            <a:endParaRPr b="0" lang="en-US" sz="600" spc="-1" strike="noStrike">
              <a:latin typeface="Arial"/>
            </a:endParaRPr>
          </a:p>
        </p:txBody>
      </p:sp>
      <p:sp>
        <p:nvSpPr>
          <p:cNvPr id="1799" name="Google Shape;2184;p57"/>
          <p:cNvSpPr/>
          <p:nvPr/>
        </p:nvSpPr>
        <p:spPr>
          <a:xfrm>
            <a:off x="8193240" y="2770920"/>
            <a:ext cx="744480" cy="173880"/>
          </a:xfrm>
          <a:prstGeom prst="homePlate">
            <a:avLst>
              <a:gd name="adj" fmla="val 50000"/>
            </a:avLst>
          </a:prstGeom>
          <a:solidFill>
            <a:schemeClr val="accent5"/>
          </a:solidFill>
          <a:ln w="0">
            <a:noFill/>
          </a:ln>
        </p:spPr>
        <p:style>
          <a:lnRef idx="0"/>
          <a:fillRef idx="0"/>
          <a:effectRef idx="0"/>
          <a:fontRef idx="minor"/>
        </p:style>
      </p:sp>
      <p:sp>
        <p:nvSpPr>
          <p:cNvPr id="1800" name="Google Shape;2185;p57"/>
          <p:cNvSpPr/>
          <p:nvPr/>
        </p:nvSpPr>
        <p:spPr>
          <a:xfrm>
            <a:off x="6535440" y="3103560"/>
            <a:ext cx="85248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・不具合対応</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・リリース作業</a:t>
            </a:r>
            <a:endParaRPr b="0" lang="en-US" sz="600" spc="-1" strike="noStrike">
              <a:latin typeface="Arial"/>
            </a:endParaRPr>
          </a:p>
        </p:txBody>
      </p:sp>
      <p:sp>
        <p:nvSpPr>
          <p:cNvPr id="1801" name="Google Shape;2186;p57"/>
          <p:cNvSpPr/>
          <p:nvPr/>
        </p:nvSpPr>
        <p:spPr>
          <a:xfrm>
            <a:off x="8120880" y="2945880"/>
            <a:ext cx="72252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a:t>
            </a:r>
            <a:r>
              <a:rPr b="0" lang="en-US" sz="600" spc="-1" strike="noStrike">
                <a:solidFill>
                  <a:srgbClr val="000000"/>
                </a:solidFill>
                <a:latin typeface="Arial"/>
                <a:ea typeface="Arial"/>
              </a:rPr>
              <a:t>DevOps</a:t>
            </a:r>
            <a:r>
              <a:rPr b="0" lang="zh-CN" sz="600" spc="-1" strike="noStrike">
                <a:solidFill>
                  <a:srgbClr val="000000"/>
                </a:solidFill>
                <a:latin typeface="Arial"/>
                <a:ea typeface="Arial"/>
              </a:rPr>
              <a:t>】</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・運用サポート</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・継続拡張</a:t>
            </a:r>
            <a:endParaRPr b="0" lang="en-US" sz="600" spc="-1" strike="noStrike">
              <a:latin typeface="Arial"/>
            </a:endParaRPr>
          </a:p>
        </p:txBody>
      </p:sp>
      <p:sp>
        <p:nvSpPr>
          <p:cNvPr id="1802" name="Google Shape;2187;p57"/>
          <p:cNvSpPr/>
          <p:nvPr/>
        </p:nvSpPr>
        <p:spPr>
          <a:xfrm>
            <a:off x="2670480" y="2508480"/>
            <a:ext cx="151524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803" name="Google Shape;2188;p57"/>
          <p:cNvSpPr/>
          <p:nvPr/>
        </p:nvSpPr>
        <p:spPr>
          <a:xfrm>
            <a:off x="4254840" y="2508840"/>
            <a:ext cx="388980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804" name="Google Shape;2189;p57"/>
          <p:cNvSpPr/>
          <p:nvPr/>
        </p:nvSpPr>
        <p:spPr>
          <a:xfrm>
            <a:off x="8212680" y="1493640"/>
            <a:ext cx="723600" cy="20700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11</a:t>
            </a:r>
            <a:r>
              <a:rPr b="1" lang="zh-CN" sz="900" spc="-1" strike="noStrike">
                <a:solidFill>
                  <a:srgbClr val="3f3f3f"/>
                </a:solidFill>
                <a:latin typeface="Arial"/>
                <a:ea typeface="Arial"/>
              </a:rPr>
              <a:t>月〜</a:t>
            </a:r>
            <a:endParaRPr b="0" lang="en-US" sz="900" spc="-1" strike="noStrike">
              <a:latin typeface="Arial"/>
            </a:endParaRPr>
          </a:p>
        </p:txBody>
      </p:sp>
      <p:sp>
        <p:nvSpPr>
          <p:cNvPr id="1805" name="Google Shape;2190;p57"/>
          <p:cNvSpPr/>
          <p:nvPr/>
        </p:nvSpPr>
        <p:spPr>
          <a:xfrm>
            <a:off x="183600" y="150048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1</a:t>
            </a:r>
            <a:r>
              <a:rPr b="1" lang="zh-CN" sz="900" spc="-1" strike="noStrike">
                <a:solidFill>
                  <a:srgbClr val="3f3f3f"/>
                </a:solidFill>
                <a:latin typeface="Arial"/>
                <a:ea typeface="Arial"/>
              </a:rPr>
              <a:t>月</a:t>
            </a:r>
            <a:endParaRPr b="0" lang="en-US" sz="900" spc="-1" strike="noStrike">
              <a:latin typeface="Arial"/>
            </a:endParaRPr>
          </a:p>
        </p:txBody>
      </p:sp>
      <p:sp>
        <p:nvSpPr>
          <p:cNvPr id="1806" name="Google Shape;2191;p57"/>
          <p:cNvSpPr/>
          <p:nvPr/>
        </p:nvSpPr>
        <p:spPr>
          <a:xfrm>
            <a:off x="975240" y="149868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2</a:t>
            </a:r>
            <a:r>
              <a:rPr b="1" lang="zh-CN" sz="900" spc="-1" strike="noStrike">
                <a:solidFill>
                  <a:srgbClr val="3f3f3f"/>
                </a:solidFill>
                <a:latin typeface="Arial"/>
                <a:ea typeface="Arial"/>
              </a:rPr>
              <a:t>月</a:t>
            </a:r>
            <a:endParaRPr b="0" lang="en-US" sz="900" spc="-1" strike="noStrike">
              <a:latin typeface="Arial"/>
            </a:endParaRPr>
          </a:p>
        </p:txBody>
      </p:sp>
      <p:sp>
        <p:nvSpPr>
          <p:cNvPr id="1807" name="Google Shape;2192;p57"/>
          <p:cNvSpPr/>
          <p:nvPr/>
        </p:nvSpPr>
        <p:spPr>
          <a:xfrm>
            <a:off x="1766880" y="1496160"/>
            <a:ext cx="723600" cy="214560"/>
          </a:xfrm>
          <a:prstGeom prst="homePlate">
            <a:avLst>
              <a:gd name="adj" fmla="val 0"/>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900" spc="-1" strike="noStrike">
                <a:solidFill>
                  <a:srgbClr val="3f3f3f"/>
                </a:solidFill>
                <a:latin typeface="Arial"/>
                <a:ea typeface="Arial"/>
              </a:rPr>
              <a:t>3</a:t>
            </a:r>
            <a:r>
              <a:rPr b="1" lang="zh-CN" sz="900" spc="-1" strike="noStrike">
                <a:solidFill>
                  <a:srgbClr val="3f3f3f"/>
                </a:solidFill>
                <a:latin typeface="Arial"/>
                <a:ea typeface="Arial"/>
              </a:rPr>
              <a:t>月</a:t>
            </a:r>
            <a:endParaRPr b="0" lang="en-US" sz="900" spc="-1" strike="noStrike">
              <a:latin typeface="Arial"/>
            </a:endParaRPr>
          </a:p>
        </p:txBody>
      </p:sp>
      <p:sp>
        <p:nvSpPr>
          <p:cNvPr id="1808" name="Google Shape;2193;p57"/>
          <p:cNvSpPr/>
          <p:nvPr/>
        </p:nvSpPr>
        <p:spPr>
          <a:xfrm>
            <a:off x="175680" y="1763280"/>
            <a:ext cx="2314800" cy="165240"/>
          </a:xfrm>
          <a:prstGeom prst="rect">
            <a:avLst/>
          </a:prstGeom>
          <a:solidFill>
            <a:schemeClr val="accent1"/>
          </a:solidFill>
          <a:ln w="0">
            <a:noFill/>
          </a:ln>
        </p:spPr>
        <p:style>
          <a:lnRef idx="0"/>
          <a:fillRef idx="0"/>
          <a:effectRef idx="0"/>
          <a:fontRef idx="minor"/>
        </p:style>
        <p:txBody>
          <a:bodyPr lIns="90000" rIns="90000" tIns="165600" bIns="165600" anchor="ctr">
            <a:noAutofit/>
          </a:bodyPr>
          <a:p>
            <a:pPr algn="ctr">
              <a:lnSpc>
                <a:spcPct val="100000"/>
              </a:lnSpc>
              <a:buNone/>
              <a:tabLst>
                <a:tab algn="l" pos="0"/>
              </a:tabLst>
            </a:pPr>
            <a:r>
              <a:rPr b="1" lang="zh-CN" sz="600" spc="-1" strike="noStrike">
                <a:solidFill>
                  <a:srgbClr val="ffffff"/>
                </a:solidFill>
                <a:latin typeface="Noto Sans JP"/>
                <a:ea typeface="Noto Sans JP"/>
              </a:rPr>
              <a:t>サービスデザイン（新機能の検証）</a:t>
            </a:r>
            <a:endParaRPr b="0" lang="en-US" sz="600" spc="-1" strike="noStrike">
              <a:latin typeface="Arial"/>
            </a:endParaRPr>
          </a:p>
        </p:txBody>
      </p:sp>
      <p:sp>
        <p:nvSpPr>
          <p:cNvPr id="1809" name="Google Shape;2194;p57"/>
          <p:cNvSpPr/>
          <p:nvPr/>
        </p:nvSpPr>
        <p:spPr>
          <a:xfrm>
            <a:off x="187920" y="2515320"/>
            <a:ext cx="234576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810" name="Google Shape;2195;p57"/>
          <p:cNvSpPr/>
          <p:nvPr/>
        </p:nvSpPr>
        <p:spPr>
          <a:xfrm>
            <a:off x="183600" y="2785680"/>
            <a:ext cx="721080" cy="173880"/>
          </a:xfrm>
          <a:prstGeom prst="homePlate">
            <a:avLst>
              <a:gd name="adj" fmla="val 50000"/>
            </a:avLst>
          </a:prstGeom>
          <a:solidFill>
            <a:schemeClr val="accent5"/>
          </a:solidFill>
          <a:ln w="0">
            <a:noFill/>
          </a:ln>
        </p:spPr>
        <p:style>
          <a:lnRef idx="0"/>
          <a:fillRef idx="0"/>
          <a:effectRef idx="0"/>
          <a:fontRef idx="minor"/>
        </p:style>
      </p:sp>
      <p:sp>
        <p:nvSpPr>
          <p:cNvPr id="1811" name="Google Shape;2196;p57"/>
          <p:cNvSpPr/>
          <p:nvPr/>
        </p:nvSpPr>
        <p:spPr>
          <a:xfrm>
            <a:off x="972720" y="3295800"/>
            <a:ext cx="721080" cy="173880"/>
          </a:xfrm>
          <a:prstGeom prst="homePlate">
            <a:avLst>
              <a:gd name="adj" fmla="val 50000"/>
            </a:avLst>
          </a:prstGeom>
          <a:solidFill>
            <a:schemeClr val="accent5"/>
          </a:solidFill>
          <a:ln w="0">
            <a:noFill/>
          </a:ln>
        </p:spPr>
        <p:style>
          <a:lnRef idx="0"/>
          <a:fillRef idx="0"/>
          <a:effectRef idx="0"/>
          <a:fontRef idx="minor"/>
        </p:style>
      </p:sp>
      <p:sp>
        <p:nvSpPr>
          <p:cNvPr id="1812" name="Google Shape;2197;p57"/>
          <p:cNvSpPr/>
          <p:nvPr/>
        </p:nvSpPr>
        <p:spPr>
          <a:xfrm>
            <a:off x="837720" y="3488760"/>
            <a:ext cx="13014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【新機能の優先順位付け】</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・ユーザー行動・心理の具体化</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・カスタマージャーニー作成</a:t>
            </a:r>
            <a:endParaRPr b="0" lang="en-US" sz="600" spc="-1" strike="noStrike">
              <a:latin typeface="Arial"/>
            </a:endParaRPr>
          </a:p>
        </p:txBody>
      </p:sp>
      <p:sp>
        <p:nvSpPr>
          <p:cNvPr id="1813" name="Google Shape;2198;p57"/>
          <p:cNvSpPr/>
          <p:nvPr/>
        </p:nvSpPr>
        <p:spPr>
          <a:xfrm>
            <a:off x="1768320" y="3914280"/>
            <a:ext cx="721080" cy="173880"/>
          </a:xfrm>
          <a:prstGeom prst="homePlate">
            <a:avLst>
              <a:gd name="adj" fmla="val 50000"/>
            </a:avLst>
          </a:prstGeom>
          <a:solidFill>
            <a:schemeClr val="accent5"/>
          </a:solidFill>
          <a:ln w="0">
            <a:noFill/>
          </a:ln>
        </p:spPr>
        <p:style>
          <a:lnRef idx="0"/>
          <a:fillRef idx="0"/>
          <a:effectRef idx="0"/>
          <a:fontRef idx="minor"/>
        </p:style>
      </p:sp>
      <p:sp>
        <p:nvSpPr>
          <p:cNvPr id="1814" name="Google Shape;2199;p57"/>
          <p:cNvSpPr/>
          <p:nvPr/>
        </p:nvSpPr>
        <p:spPr>
          <a:xfrm>
            <a:off x="1642680" y="4107240"/>
            <a:ext cx="9601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【受容性の検証】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・プロトタイプ検証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・ユーザーストーリー</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作成</a:t>
            </a:r>
            <a:endParaRPr b="0" lang="en-US" sz="600" spc="-1" strike="noStrike">
              <a:latin typeface="Arial"/>
            </a:endParaRPr>
          </a:p>
        </p:txBody>
      </p:sp>
      <p:sp>
        <p:nvSpPr>
          <p:cNvPr id="1815" name="Google Shape;2200;p57"/>
          <p:cNvSpPr/>
          <p:nvPr/>
        </p:nvSpPr>
        <p:spPr>
          <a:xfrm>
            <a:off x="2599200" y="2959560"/>
            <a:ext cx="1399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【要件定義】</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・システム要件整理</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・ユースケース整理</a:t>
            </a:r>
            <a:endParaRPr b="0" lang="en-US" sz="600" spc="-1" strike="noStrike">
              <a:latin typeface="Arial"/>
            </a:endParaRPr>
          </a:p>
        </p:txBody>
      </p:sp>
      <p:sp>
        <p:nvSpPr>
          <p:cNvPr id="1816" name="Google Shape;2201;p57"/>
          <p:cNvSpPr/>
          <p:nvPr/>
        </p:nvSpPr>
        <p:spPr>
          <a:xfrm>
            <a:off x="2361600" y="1952280"/>
            <a:ext cx="129600" cy="111960"/>
          </a:xfrm>
          <a:prstGeom prst="triangle">
            <a:avLst>
              <a:gd name="adj" fmla="val 50000"/>
            </a:avLst>
          </a:prstGeom>
          <a:solidFill>
            <a:srgbClr val="ff0000"/>
          </a:solidFill>
          <a:ln w="9525">
            <a:solidFill>
              <a:srgbClr val="ffffff"/>
            </a:solidFill>
            <a:round/>
          </a:ln>
        </p:spPr>
        <p:style>
          <a:lnRef idx="0"/>
          <a:fillRef idx="0"/>
          <a:effectRef idx="0"/>
          <a:fontRef idx="minor"/>
        </p:style>
      </p:sp>
      <p:sp>
        <p:nvSpPr>
          <p:cNvPr id="1817" name="Google Shape;2202;p57"/>
          <p:cNvSpPr/>
          <p:nvPr/>
        </p:nvSpPr>
        <p:spPr>
          <a:xfrm>
            <a:off x="2265480" y="2067480"/>
            <a:ext cx="363960" cy="158400"/>
          </a:xfrm>
          <a:prstGeom prst="rect">
            <a:avLst/>
          </a:prstGeom>
          <a:noFill/>
          <a:ln w="0">
            <a:noFill/>
          </a:ln>
        </p:spPr>
        <p:style>
          <a:lnRef idx="0"/>
          <a:fillRef idx="0"/>
          <a:effectRef idx="0"/>
          <a:fontRef idx="minor"/>
        </p:style>
        <p:txBody>
          <a:bodyPr lIns="68400" rIns="68400" tIns="79920" bIns="79920" anchor="t">
            <a:spAutoFit/>
          </a:bodyPr>
          <a:p>
            <a:pPr>
              <a:lnSpc>
                <a:spcPct val="100000"/>
              </a:lnSpc>
              <a:buNone/>
              <a:tabLst>
                <a:tab algn="l" pos="0"/>
              </a:tabLst>
            </a:pPr>
            <a:r>
              <a:rPr b="1" lang="zh-CN" sz="520" spc="-1" strike="noStrike">
                <a:solidFill>
                  <a:srgbClr val="000000"/>
                </a:solidFill>
                <a:latin typeface="Arial"/>
                <a:ea typeface="Arial"/>
              </a:rPr>
              <a:t>再見積</a:t>
            </a:r>
            <a:endParaRPr b="0" lang="en-US" sz="520" spc="-1" strike="noStrike">
              <a:latin typeface="Arial"/>
            </a:endParaRPr>
          </a:p>
        </p:txBody>
      </p:sp>
      <p:sp>
        <p:nvSpPr>
          <p:cNvPr id="1818" name="Google Shape;2203;p57"/>
          <p:cNvSpPr/>
          <p:nvPr/>
        </p:nvSpPr>
        <p:spPr>
          <a:xfrm>
            <a:off x="183600" y="2255400"/>
            <a:ext cx="7961040" cy="183600"/>
          </a:xfrm>
          <a:prstGeom prst="rect">
            <a:avLst/>
          </a:prstGeom>
          <a:solidFill>
            <a:schemeClr val="accent5"/>
          </a:solidFill>
          <a:ln w="9525">
            <a:solidFill>
              <a:srgbClr val="ff2200"/>
            </a:solidFill>
            <a:round/>
          </a:ln>
        </p:spPr>
        <p:style>
          <a:lnRef idx="0"/>
          <a:fillRef idx="0"/>
          <a:effectRef idx="0"/>
          <a:fontRef idx="minor"/>
        </p:style>
        <p:txBody>
          <a:bodyPr lIns="90000" rIns="90000" tIns="92880" bIns="92880" anchor="ctr">
            <a:spAutoFit/>
          </a:bodyPr>
          <a:p>
            <a:pPr algn="ctr">
              <a:lnSpc>
                <a:spcPct val="100000"/>
              </a:lnSpc>
              <a:buNone/>
              <a:tabLst>
                <a:tab algn="l" pos="0"/>
              </a:tabLst>
            </a:pPr>
            <a:r>
              <a:rPr b="1" lang="zh-CN" sz="600" spc="-1" strike="noStrike">
                <a:solidFill>
                  <a:srgbClr val="ff2200"/>
                </a:solidFill>
                <a:latin typeface="Noto Sans JP"/>
                <a:ea typeface="Noto Sans JP"/>
              </a:rPr>
              <a:t>合計</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a:t>
            </a:r>
            <a:r>
              <a:rPr b="1" lang="en-US" sz="600" spc="-1" strike="noStrike">
                <a:solidFill>
                  <a:srgbClr val="ff2200"/>
                </a:solidFill>
                <a:latin typeface="Noto Sans JP"/>
                <a:ea typeface="Noto Sans JP"/>
              </a:rPr>
              <a:t>000,000,000</a:t>
            </a:r>
            <a:r>
              <a:rPr b="1" lang="zh-CN" sz="600" spc="-1" strike="noStrike">
                <a:solidFill>
                  <a:srgbClr val="ff2200"/>
                </a:solidFill>
                <a:latin typeface="Noto Sans JP"/>
                <a:ea typeface="Noto Sans JP"/>
              </a:rPr>
              <a:t>円</a:t>
            </a:r>
            <a:endParaRPr b="0" lang="en-US" sz="600" spc="-1" strike="noStrike">
              <a:latin typeface="Arial"/>
            </a:endParaRPr>
          </a:p>
        </p:txBody>
      </p:sp>
      <p:sp>
        <p:nvSpPr>
          <p:cNvPr id="1819" name="Google Shape;2204;p57"/>
          <p:cNvSpPr/>
          <p:nvPr/>
        </p:nvSpPr>
        <p:spPr>
          <a:xfrm>
            <a:off x="5825520" y="3594600"/>
            <a:ext cx="8524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・ステージング</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環境用意</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・データ移行開始</a:t>
            </a:r>
            <a:endParaRPr b="0" lang="en-US" sz="600" spc="-1" strike="noStrike">
              <a:latin typeface="Arial"/>
            </a:endParaRPr>
          </a:p>
        </p:txBody>
      </p:sp>
      <p:sp>
        <p:nvSpPr>
          <p:cNvPr id="1820" name="Google Shape;2205;p57"/>
          <p:cNvSpPr/>
          <p:nvPr/>
        </p:nvSpPr>
        <p:spPr>
          <a:xfrm>
            <a:off x="7436520" y="4027320"/>
            <a:ext cx="852480" cy="181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・本番環境用意</a:t>
            </a:r>
            <a:endParaRPr b="0" lang="en-US" sz="600" spc="-1" strike="noStrike">
              <a:latin typeface="Arial"/>
            </a:endParaRPr>
          </a:p>
        </p:txBody>
      </p:sp>
      <p:sp>
        <p:nvSpPr>
          <p:cNvPr id="1821" name="Google Shape;2206;p57"/>
          <p:cNvSpPr/>
          <p:nvPr/>
        </p:nvSpPr>
        <p:spPr>
          <a:xfrm>
            <a:off x="5863320" y="3390480"/>
            <a:ext cx="3071520" cy="173880"/>
          </a:xfrm>
          <a:prstGeom prst="homePlate">
            <a:avLst>
              <a:gd name="adj" fmla="val 50000"/>
            </a:avLst>
          </a:prstGeom>
          <a:solidFill>
            <a:schemeClr val="accent5"/>
          </a:solidFill>
          <a:ln w="0">
            <a:noFill/>
          </a:ln>
        </p:spPr>
        <p:style>
          <a:lnRef idx="0"/>
          <a:fillRef idx="0"/>
          <a:effectRef idx="0"/>
          <a:fontRef idx="minor"/>
        </p:style>
      </p:sp>
      <p:sp>
        <p:nvSpPr>
          <p:cNvPr id="1822" name="Google Shape;2207;p57"/>
          <p:cNvSpPr/>
          <p:nvPr/>
        </p:nvSpPr>
        <p:spPr>
          <a:xfrm>
            <a:off x="7421040" y="3811320"/>
            <a:ext cx="1422000" cy="173880"/>
          </a:xfrm>
          <a:prstGeom prst="homePlate">
            <a:avLst>
              <a:gd name="adj" fmla="val 50000"/>
            </a:avLst>
          </a:prstGeom>
          <a:solidFill>
            <a:schemeClr val="accent5"/>
          </a:solidFill>
          <a:ln w="0">
            <a:noFill/>
          </a:ln>
        </p:spPr>
        <p:style>
          <a:lnRef idx="0"/>
          <a:fillRef idx="0"/>
          <a:effectRef idx="0"/>
          <a:fontRef idx="minor"/>
        </p:style>
      </p:sp>
      <p:sp>
        <p:nvSpPr>
          <p:cNvPr id="1823" name="Google Shape;2208;p57"/>
          <p:cNvSpPr/>
          <p:nvPr/>
        </p:nvSpPr>
        <p:spPr>
          <a:xfrm>
            <a:off x="5337360" y="3390480"/>
            <a:ext cx="486360" cy="173880"/>
          </a:xfrm>
          <a:prstGeom prst="homePlate">
            <a:avLst>
              <a:gd name="adj" fmla="val 50000"/>
            </a:avLst>
          </a:prstGeom>
          <a:solidFill>
            <a:schemeClr val="accent5"/>
          </a:solidFill>
          <a:ln w="0">
            <a:noFill/>
          </a:ln>
        </p:spPr>
        <p:style>
          <a:lnRef idx="0"/>
          <a:fillRef idx="0"/>
          <a:effectRef idx="0"/>
          <a:fontRef idx="minor"/>
        </p:style>
      </p:sp>
      <p:sp>
        <p:nvSpPr>
          <p:cNvPr id="1824" name="Google Shape;2209;p57"/>
          <p:cNvSpPr/>
          <p:nvPr/>
        </p:nvSpPr>
        <p:spPr>
          <a:xfrm>
            <a:off x="5232600" y="3606120"/>
            <a:ext cx="69264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zh-CN" sz="600" spc="-1" strike="noStrike">
                <a:solidFill>
                  <a:srgbClr val="000000"/>
                </a:solidFill>
                <a:latin typeface="Arial"/>
                <a:ea typeface="Arial"/>
              </a:rPr>
              <a:t>・移行データ</a:t>
            </a:r>
            <a:endParaRPr b="0" lang="en-US" sz="600" spc="-1" strike="noStrike">
              <a:latin typeface="Arial"/>
            </a:endParaRPr>
          </a:p>
          <a:p>
            <a:pPr>
              <a:lnSpc>
                <a:spcPct val="100000"/>
              </a:lnSpc>
              <a:buNone/>
              <a:tabLst>
                <a:tab algn="l" pos="0"/>
              </a:tabLst>
            </a:pPr>
            <a:r>
              <a:rPr b="0" lang="zh-CN" sz="600" spc="-1" strike="noStrike">
                <a:solidFill>
                  <a:srgbClr val="000000"/>
                </a:solidFill>
                <a:latin typeface="Arial"/>
                <a:ea typeface="Arial"/>
              </a:rPr>
              <a:t>　準備</a:t>
            </a:r>
            <a:endParaRPr b="0" lang="en-US" sz="600" spc="-1" strike="noStrike">
              <a:latin typeface="Arial"/>
            </a:endParaRPr>
          </a:p>
        </p:txBody>
      </p:sp>
      <p:grpSp>
        <p:nvGrpSpPr>
          <p:cNvPr id="1825" name="Google Shape;2210;p57"/>
          <p:cNvGrpSpPr/>
          <p:nvPr/>
        </p:nvGrpSpPr>
        <p:grpSpPr>
          <a:xfrm>
            <a:off x="194760" y="98640"/>
            <a:ext cx="8687160" cy="750960"/>
            <a:chOff x="194760" y="98640"/>
            <a:chExt cx="8687160" cy="750960"/>
          </a:xfrm>
        </p:grpSpPr>
        <p:sp>
          <p:nvSpPr>
            <p:cNvPr id="1826" name="Google Shape;2211;p57"/>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スケジュールと費用のサマリは以下の通りです。</a:t>
              </a:r>
              <a:endParaRPr b="0" lang="en-US" sz="1000" spc="-1" strike="noStrike">
                <a:latin typeface="Arial"/>
              </a:endParaRPr>
            </a:p>
            <a:p>
              <a:pPr>
                <a:lnSpc>
                  <a:spcPct val="150000"/>
                </a:lnSpc>
                <a:buNone/>
                <a:tabLst>
                  <a:tab algn="l" pos="0"/>
                </a:tabLst>
              </a:pPr>
              <a:r>
                <a:rPr b="0" lang="zh-CN" sz="1000" spc="-1" strike="noStrike">
                  <a:solidFill>
                    <a:srgbClr val="3f3f3f"/>
                  </a:solidFill>
                  <a:latin typeface="Noto Sans JP"/>
                  <a:ea typeface="Noto Sans JP"/>
                </a:rPr>
                <a:t>要件定義期間は</a:t>
              </a:r>
              <a:r>
                <a:rPr b="0" lang="en-US" sz="1000" spc="-1" strike="noStrike">
                  <a:solidFill>
                    <a:srgbClr val="3f3f3f"/>
                  </a:solidFill>
                  <a:latin typeface="Noto Sans JP"/>
                  <a:ea typeface="Noto Sans JP"/>
                </a:rPr>
                <a:t>2</a:t>
              </a:r>
              <a:r>
                <a:rPr b="0" lang="zh-CN" sz="1000" spc="-1" strike="noStrike">
                  <a:solidFill>
                    <a:srgbClr val="3f3f3f"/>
                  </a:solidFill>
                  <a:latin typeface="Noto Sans JP"/>
                  <a:ea typeface="Noto Sans JP"/>
                </a:rPr>
                <a:t>ヶ月、開発期間は</a:t>
              </a:r>
              <a:r>
                <a:rPr b="0" lang="en-US" sz="1000" spc="-1" strike="noStrike">
                  <a:solidFill>
                    <a:srgbClr val="3f3f3f"/>
                  </a:solidFill>
                  <a:latin typeface="Noto Sans JP"/>
                  <a:ea typeface="Noto Sans JP"/>
                </a:rPr>
                <a:t>5</a:t>
              </a:r>
              <a:r>
                <a:rPr b="0" lang="zh-CN" sz="1000" spc="-1" strike="noStrike">
                  <a:solidFill>
                    <a:srgbClr val="3f3f3f"/>
                  </a:solidFill>
                  <a:latin typeface="Noto Sans JP"/>
                  <a:ea typeface="Noto Sans JP"/>
                </a:rPr>
                <a:t>ヶ月で合計</a:t>
              </a:r>
              <a:r>
                <a:rPr b="0" lang="en-US" sz="1000" spc="-1" strike="noStrike">
                  <a:solidFill>
                    <a:srgbClr val="3f3f3f"/>
                  </a:solidFill>
                  <a:latin typeface="Noto Sans JP"/>
                  <a:ea typeface="Noto Sans JP"/>
                </a:rPr>
                <a:t>7</a:t>
              </a:r>
              <a:r>
                <a:rPr b="0" lang="zh-CN" sz="1000" spc="-1" strike="noStrike">
                  <a:solidFill>
                    <a:srgbClr val="3f3f3f"/>
                  </a:solidFill>
                  <a:latin typeface="Noto Sans JP"/>
                  <a:ea typeface="Noto Sans JP"/>
                </a:rPr>
                <a:t>ヶ月となります。事前にサービスデザインを行う場合は、要件定義前の</a:t>
              </a:r>
              <a:r>
                <a:rPr b="0" lang="en-US" sz="1000" spc="-1" strike="noStrike">
                  <a:solidFill>
                    <a:srgbClr val="3f3f3f"/>
                  </a:solidFill>
                  <a:latin typeface="Noto Sans JP"/>
                  <a:ea typeface="Noto Sans JP"/>
                </a:rPr>
                <a:t>3</a:t>
              </a:r>
              <a:r>
                <a:rPr b="0" lang="zh-CN" sz="1000" spc="-1" strike="noStrike">
                  <a:solidFill>
                    <a:srgbClr val="3f3f3f"/>
                  </a:solidFill>
                  <a:latin typeface="Noto Sans JP"/>
                  <a:ea typeface="Noto Sans JP"/>
                </a:rPr>
                <a:t>ヶ月で実施します。</a:t>
              </a:r>
              <a:endParaRPr b="0" lang="en-US" sz="1000" spc="-1" strike="noStrike">
                <a:latin typeface="Arial"/>
              </a:endParaRPr>
            </a:p>
            <a:p>
              <a:pPr>
                <a:lnSpc>
                  <a:spcPct val="150000"/>
                </a:lnSpc>
                <a:buNone/>
                <a:tabLst>
                  <a:tab algn="l" pos="0"/>
                </a:tabLst>
              </a:pPr>
              <a:endParaRPr b="0" lang="en-US" sz="1000" spc="-1" strike="noStrike">
                <a:latin typeface="Arial"/>
              </a:endParaRPr>
            </a:p>
          </p:txBody>
        </p:sp>
        <p:sp>
          <p:nvSpPr>
            <p:cNvPr id="1827" name="Google Shape;2212;p57"/>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全体スケジュールと費用のサマリ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828" name="Google Shape;2213;p57"/>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
        <p:nvSpPr>
          <p:cNvPr id="1829" name="Google Shape;2214;p57"/>
          <p:cNvSpPr/>
          <p:nvPr/>
        </p:nvSpPr>
        <p:spPr>
          <a:xfrm>
            <a:off x="425160" y="1438920"/>
            <a:ext cx="8528400" cy="360"/>
          </a:xfrm>
          <a:custGeom>
            <a:avLst/>
            <a:gdLst/>
            <a:ahLst/>
            <a:rect l="l" t="t" r="r" b="b"/>
            <a:pathLst>
              <a:path w="21600" h="21600">
                <a:moveTo>
                  <a:pt x="0" y="0"/>
                </a:moveTo>
                <a:lnTo>
                  <a:pt x="21600" y="21600"/>
                </a:lnTo>
              </a:path>
            </a:pathLst>
          </a:custGeom>
          <a:noFill/>
          <a:ln w="19050">
            <a:solidFill>
              <a:srgbClr val="3f3f3f"/>
            </a:solidFill>
            <a:round/>
            <a:headEnd len="med" type="oval" w="med"/>
            <a:tailEnd len="med" type="triangle" w="med"/>
          </a:ln>
        </p:spPr>
        <p:style>
          <a:lnRef idx="0"/>
          <a:fillRef idx="0"/>
          <a:effectRef idx="0"/>
          <a:fontRef idx="minor"/>
        </p:style>
      </p:sp>
      <p:sp>
        <p:nvSpPr>
          <p:cNvPr id="1830" name="Google Shape;2215;p57"/>
          <p:cNvSpPr/>
          <p:nvPr/>
        </p:nvSpPr>
        <p:spPr>
          <a:xfrm>
            <a:off x="6611760" y="4215960"/>
            <a:ext cx="2213640" cy="454680"/>
          </a:xfrm>
          <a:prstGeom prst="rect">
            <a:avLst/>
          </a:prstGeom>
          <a:solidFill>
            <a:srgbClr val="fff2cc"/>
          </a:solidFill>
          <a:ln w="0">
            <a:noFill/>
          </a:ln>
        </p:spPr>
        <p:style>
          <a:lnRef idx="0"/>
          <a:fillRef idx="0"/>
          <a:effectRef idx="0"/>
          <a:fontRef idx="minor"/>
        </p:style>
        <p:txBody>
          <a:bodyPr lIns="90000" rIns="90000" tIns="45000" bIns="45000" anchor="t">
            <a:spAutoFit/>
          </a:bodyPr>
          <a:p>
            <a:pPr>
              <a:lnSpc>
                <a:spcPct val="100000"/>
              </a:lnSpc>
              <a:buNone/>
              <a:tabLst>
                <a:tab algn="l" pos="0"/>
              </a:tabLst>
            </a:pPr>
            <a:r>
              <a:rPr b="0" lang="en-US" sz="800" spc="-1" strike="noStrike">
                <a:solidFill>
                  <a:srgbClr val="3f3f3f"/>
                </a:solidFill>
                <a:latin typeface="Arial"/>
                <a:ea typeface="Arial"/>
              </a:rPr>
              <a:t>※</a:t>
            </a:r>
            <a:r>
              <a:rPr b="0" lang="zh-CN" sz="800" spc="-1" strike="noStrike">
                <a:solidFill>
                  <a:srgbClr val="3f3f3f"/>
                </a:solidFill>
                <a:latin typeface="Arial"/>
                <a:ea typeface="Arial"/>
              </a:rPr>
              <a:t>開始月は仮です</a:t>
            </a:r>
            <a:endParaRPr b="0" lang="en-US" sz="800" spc="-1" strike="noStrike">
              <a:latin typeface="Arial"/>
            </a:endParaRPr>
          </a:p>
          <a:p>
            <a:pPr>
              <a:lnSpc>
                <a:spcPct val="100000"/>
              </a:lnSpc>
              <a:buNone/>
              <a:tabLst>
                <a:tab algn="l" pos="0"/>
              </a:tabLst>
            </a:pPr>
            <a:r>
              <a:rPr b="0" lang="zh-CN" sz="800" spc="-1" strike="noStrike">
                <a:solidFill>
                  <a:srgbClr val="3f3f3f"/>
                </a:solidFill>
                <a:latin typeface="Arial"/>
                <a:ea typeface="Arial"/>
              </a:rPr>
              <a:t>　いずれの金額も概算かつ税抜です</a:t>
            </a:r>
            <a:endParaRPr b="0" lang="en-US" sz="800" spc="-1" strike="noStrike">
              <a:latin typeface="Arial"/>
            </a:endParaRPr>
          </a:p>
          <a:p>
            <a:pPr>
              <a:lnSpc>
                <a:spcPct val="100000"/>
              </a:lnSpc>
              <a:buNone/>
              <a:tabLst>
                <a:tab algn="l" pos="0"/>
              </a:tabLst>
            </a:pPr>
            <a:r>
              <a:rPr b="0" lang="zh-CN" sz="800" spc="-1" strike="noStrike">
                <a:solidFill>
                  <a:srgbClr val="3f3f3f"/>
                </a:solidFill>
                <a:latin typeface="Arial"/>
                <a:ea typeface="Arial"/>
              </a:rPr>
              <a:t>　想定インフラ費用は別途記載（後述）</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1" name="Google Shape;2220;p58"/>
          <p:cNvSpPr/>
          <p:nvPr/>
        </p:nvSpPr>
        <p:spPr>
          <a:xfrm>
            <a:off x="4529520" y="1830960"/>
            <a:ext cx="3491640" cy="2827080"/>
          </a:xfrm>
          <a:prstGeom prst="roundRect">
            <a:avLst>
              <a:gd name="adj" fmla="val 5335"/>
            </a:avLst>
          </a:prstGeom>
          <a:solidFill>
            <a:srgbClr val="ffffff"/>
          </a:solidFill>
          <a:ln w="9525">
            <a:solidFill>
              <a:srgbClr val="d9d9d9"/>
            </a:solidFill>
            <a:round/>
          </a:ln>
        </p:spPr>
        <p:style>
          <a:lnRef idx="0"/>
          <a:fillRef idx="0"/>
          <a:effectRef idx="0"/>
          <a:fontRef idx="minor"/>
        </p:style>
      </p:sp>
      <p:sp>
        <p:nvSpPr>
          <p:cNvPr id="1832" name="Google Shape;2221;p58"/>
          <p:cNvSpPr/>
          <p:nvPr/>
        </p:nvSpPr>
        <p:spPr>
          <a:xfrm>
            <a:off x="-1174680" y="450324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833" name="Google Shape;2222;p58"/>
          <p:cNvSpPr/>
          <p:nvPr/>
        </p:nvSpPr>
        <p:spPr>
          <a:xfrm>
            <a:off x="6264720" y="3452400"/>
            <a:ext cx="1523520" cy="893880"/>
          </a:xfrm>
          <a:prstGeom prst="roundRect">
            <a:avLst>
              <a:gd name="adj" fmla="val 8416"/>
            </a:avLst>
          </a:prstGeom>
          <a:noFill/>
          <a:ln w="9525">
            <a:solidFill>
              <a:srgbClr val="d9d9d9"/>
            </a:solidFill>
            <a:round/>
          </a:ln>
        </p:spPr>
        <p:style>
          <a:lnRef idx="0"/>
          <a:fillRef idx="0"/>
          <a:effectRef idx="0"/>
          <a:fontRef idx="minor"/>
        </p:style>
      </p:sp>
      <p:sp>
        <p:nvSpPr>
          <p:cNvPr id="1834" name="Google Shape;2223;p58"/>
          <p:cNvSpPr/>
          <p:nvPr/>
        </p:nvSpPr>
        <p:spPr>
          <a:xfrm>
            <a:off x="892440" y="1841040"/>
            <a:ext cx="2665440" cy="2786760"/>
          </a:xfrm>
          <a:prstGeom prst="roundRect">
            <a:avLst>
              <a:gd name="adj" fmla="val 6744"/>
            </a:avLst>
          </a:prstGeom>
          <a:solidFill>
            <a:srgbClr val="ffffff"/>
          </a:solidFill>
          <a:ln w="9525">
            <a:solidFill>
              <a:srgbClr val="d9d9d9"/>
            </a:solidFill>
            <a:round/>
          </a:ln>
        </p:spPr>
        <p:style>
          <a:lnRef idx="0"/>
          <a:fillRef idx="0"/>
          <a:effectRef idx="0"/>
          <a:fontRef idx="minor"/>
        </p:style>
      </p:sp>
      <p:sp>
        <p:nvSpPr>
          <p:cNvPr id="1835" name="Google Shape;2224;p58"/>
          <p:cNvSpPr/>
          <p:nvPr/>
        </p:nvSpPr>
        <p:spPr>
          <a:xfrm>
            <a:off x="1387440" y="2060280"/>
            <a:ext cx="1716840" cy="42984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プロジェクトリーダー</a:t>
            </a:r>
            <a:br>
              <a:rPr sz="900"/>
            </a:br>
            <a:r>
              <a:rPr b="0" lang="zh-CN" sz="900" spc="-1" strike="noStrike">
                <a:solidFill>
                  <a:srgbClr val="000000"/>
                </a:solidFill>
                <a:latin typeface="Noto Sans JP"/>
                <a:ea typeface="Noto Sans JP"/>
              </a:rPr>
              <a:t>松下（小座野）様</a:t>
            </a:r>
            <a:endParaRPr b="0" lang="en-US" sz="900" spc="-1" strike="noStrike">
              <a:latin typeface="Arial"/>
            </a:endParaRPr>
          </a:p>
        </p:txBody>
      </p:sp>
      <p:sp>
        <p:nvSpPr>
          <p:cNvPr id="1836" name="Google Shape;2225;p58"/>
          <p:cNvSpPr/>
          <p:nvPr/>
        </p:nvSpPr>
        <p:spPr>
          <a:xfrm>
            <a:off x="1387440" y="2766960"/>
            <a:ext cx="1716840" cy="43776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プロジェクトメンバ（</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37" name="Google Shape;2226;p58"/>
          <p:cNvSpPr/>
          <p:nvPr/>
        </p:nvSpPr>
        <p:spPr>
          <a:xfrm>
            <a:off x="4738680" y="3460680"/>
            <a:ext cx="1447560" cy="885240"/>
          </a:xfrm>
          <a:prstGeom prst="roundRect">
            <a:avLst>
              <a:gd name="adj" fmla="val 9179"/>
            </a:avLst>
          </a:prstGeom>
          <a:noFill/>
          <a:ln w="9525">
            <a:solidFill>
              <a:srgbClr val="d9d9d9"/>
            </a:solidFill>
            <a:round/>
          </a:ln>
        </p:spPr>
        <p:style>
          <a:lnRef idx="0"/>
          <a:fillRef idx="0"/>
          <a:effectRef idx="0"/>
          <a:fontRef idx="minor"/>
        </p:style>
      </p:sp>
      <p:sp>
        <p:nvSpPr>
          <p:cNvPr id="1838" name="Google Shape;2227;p58"/>
          <p:cNvSpPr/>
          <p:nvPr/>
        </p:nvSpPr>
        <p:spPr>
          <a:xfrm>
            <a:off x="4630320" y="2024280"/>
            <a:ext cx="3267360" cy="921240"/>
          </a:xfrm>
          <a:prstGeom prst="roundRect">
            <a:avLst>
              <a:gd name="adj" fmla="val 5335"/>
            </a:avLst>
          </a:prstGeom>
          <a:noFill/>
          <a:ln w="9525">
            <a:solidFill>
              <a:srgbClr val="d9d9d9"/>
            </a:solidFill>
            <a:round/>
          </a:ln>
        </p:spPr>
        <p:style>
          <a:lnRef idx="0"/>
          <a:fillRef idx="0"/>
          <a:effectRef idx="0"/>
          <a:fontRef idx="minor"/>
        </p:style>
      </p:sp>
      <p:sp>
        <p:nvSpPr>
          <p:cNvPr id="1839" name="Google Shape;2228;p58"/>
          <p:cNvSpPr/>
          <p:nvPr/>
        </p:nvSpPr>
        <p:spPr>
          <a:xfrm>
            <a:off x="4630320" y="3206520"/>
            <a:ext cx="3267360" cy="1306800"/>
          </a:xfrm>
          <a:prstGeom prst="roundRect">
            <a:avLst>
              <a:gd name="adj" fmla="val 5335"/>
            </a:avLst>
          </a:prstGeom>
          <a:noFill/>
          <a:ln w="9525">
            <a:solidFill>
              <a:srgbClr val="d9d9d9"/>
            </a:solidFill>
            <a:round/>
          </a:ln>
        </p:spPr>
        <p:style>
          <a:lnRef idx="0"/>
          <a:fillRef idx="0"/>
          <a:effectRef idx="0"/>
          <a:fontRef idx="minor"/>
        </p:style>
      </p:sp>
      <p:sp>
        <p:nvSpPr>
          <p:cNvPr id="1840" name="Google Shape;2229;p58"/>
          <p:cNvSpPr/>
          <p:nvPr/>
        </p:nvSpPr>
        <p:spPr>
          <a:xfrm>
            <a:off x="5547600" y="2179800"/>
            <a:ext cx="135324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a:t>
            </a:r>
            <a:r>
              <a:rPr b="0" lang="en-US" sz="900" spc="-1" strike="noStrike">
                <a:solidFill>
                  <a:srgbClr val="000000"/>
                </a:solidFill>
                <a:latin typeface="Noto Sans JP"/>
                <a:ea typeface="Noto Sans JP"/>
              </a:rPr>
              <a:t>PM</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41" name="Google Shape;2230;p58"/>
          <p:cNvSpPr/>
          <p:nvPr/>
        </p:nvSpPr>
        <p:spPr>
          <a:xfrm>
            <a:off x="4798800" y="3951720"/>
            <a:ext cx="135432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42" name="Google Shape;2231;p58"/>
          <p:cNvSpPr/>
          <p:nvPr/>
        </p:nvSpPr>
        <p:spPr>
          <a:xfrm>
            <a:off x="6350760" y="3562200"/>
            <a:ext cx="137340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BrSE</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43" name="Google Shape;2232;p58"/>
          <p:cNvSpPr/>
          <p:nvPr/>
        </p:nvSpPr>
        <p:spPr>
          <a:xfrm>
            <a:off x="6350760" y="3931200"/>
            <a:ext cx="137340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インフラエンジニア</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44" name="Google Shape;2233;p58"/>
          <p:cNvSpPr/>
          <p:nvPr/>
        </p:nvSpPr>
        <p:spPr>
          <a:xfrm flipH="1" rot="10800000">
            <a:off x="3105720" y="2181600"/>
            <a:ext cx="3117240" cy="94680"/>
          </a:xfrm>
          <a:prstGeom prst="bentConnector4">
            <a:avLst>
              <a:gd name="adj1" fmla="val 39141"/>
              <a:gd name="adj2" fmla="val 346708"/>
            </a:avLst>
          </a:prstGeom>
          <a:noFill/>
          <a:ln w="9525">
            <a:solidFill>
              <a:srgbClr val="44546a"/>
            </a:solidFill>
            <a:round/>
          </a:ln>
        </p:spPr>
        <p:style>
          <a:lnRef idx="0"/>
          <a:fillRef idx="0"/>
          <a:effectRef idx="0"/>
          <a:fontRef idx="minor"/>
        </p:style>
      </p:sp>
      <p:sp>
        <p:nvSpPr>
          <p:cNvPr id="1845" name="Google Shape;2234;p58"/>
          <p:cNvSpPr/>
          <p:nvPr/>
        </p:nvSpPr>
        <p:spPr>
          <a:xfrm rot="5400000">
            <a:off x="6022440" y="1571760"/>
            <a:ext cx="808920" cy="403200"/>
          </a:xfrm>
          <a:prstGeom prst="bentConnector2">
            <a:avLst/>
          </a:prstGeom>
          <a:noFill/>
          <a:ln w="9525">
            <a:solidFill>
              <a:srgbClr val="44546a"/>
            </a:solidFill>
            <a:round/>
          </a:ln>
        </p:spPr>
        <p:style>
          <a:lnRef idx="0"/>
          <a:fillRef idx="0"/>
          <a:effectRef idx="0"/>
          <a:fontRef idx="minor"/>
        </p:style>
      </p:sp>
      <p:sp>
        <p:nvSpPr>
          <p:cNvPr id="1846" name="Google Shape;2235;p58"/>
          <p:cNvSpPr/>
          <p:nvPr/>
        </p:nvSpPr>
        <p:spPr>
          <a:xfrm>
            <a:off x="6630120" y="1153440"/>
            <a:ext cx="1523520" cy="42984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アカウントマネージャー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西谷</a:t>
            </a:r>
            <a:endParaRPr b="0" lang="en-US" sz="900" spc="-1" strike="noStrike">
              <a:latin typeface="Arial"/>
            </a:endParaRPr>
          </a:p>
        </p:txBody>
      </p:sp>
      <p:sp>
        <p:nvSpPr>
          <p:cNvPr id="1847" name="Google Shape;2236;p58"/>
          <p:cNvSpPr/>
          <p:nvPr/>
        </p:nvSpPr>
        <p:spPr>
          <a:xfrm>
            <a:off x="5163120" y="3310560"/>
            <a:ext cx="56736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デザイン</a:t>
            </a:r>
            <a:endParaRPr b="0" lang="en-US" sz="800" spc="-1" strike="noStrike">
              <a:latin typeface="Arial"/>
            </a:endParaRPr>
          </a:p>
        </p:txBody>
      </p:sp>
      <p:sp>
        <p:nvSpPr>
          <p:cNvPr id="1848" name="Google Shape;2237;p58"/>
          <p:cNvSpPr/>
          <p:nvPr/>
        </p:nvSpPr>
        <p:spPr>
          <a:xfrm>
            <a:off x="6582600" y="3286080"/>
            <a:ext cx="80532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エンジニア</a:t>
            </a:r>
            <a:endParaRPr b="0" lang="en-US" sz="800" spc="-1" strike="noStrike">
              <a:latin typeface="Arial"/>
            </a:endParaRPr>
          </a:p>
        </p:txBody>
      </p:sp>
      <p:sp>
        <p:nvSpPr>
          <p:cNvPr id="1849" name="Google Shape;2238;p58"/>
          <p:cNvSpPr/>
          <p:nvPr/>
        </p:nvSpPr>
        <p:spPr>
          <a:xfrm>
            <a:off x="4798800" y="3564000"/>
            <a:ext cx="135432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50" name="Google Shape;2239;p58"/>
          <p:cNvSpPr/>
          <p:nvPr/>
        </p:nvSpPr>
        <p:spPr>
          <a:xfrm>
            <a:off x="5547600" y="2523600"/>
            <a:ext cx="1354320" cy="310680"/>
          </a:xfrm>
          <a:prstGeom prst="rect">
            <a:avLst/>
          </a:prstGeom>
          <a:solidFill>
            <a:srgbClr val="ffcaca"/>
          </a:solidFill>
          <a:ln w="0">
            <a:noFill/>
          </a:ln>
        </p:spPr>
        <p:style>
          <a:lnRef idx="0"/>
          <a:fillRef idx="0"/>
          <a:effectRef idx="0"/>
          <a:fontRef idx="minor"/>
        </p:style>
        <p:txBody>
          <a:bodyPr lIns="68400" rIns="68400" tIns="68400" bIns="68400" anchor="ctr">
            <a:noAutofit/>
          </a:bodyPr>
          <a:p>
            <a:pPr algn="ctr">
              <a:lnSpc>
                <a:spcPct val="100000"/>
              </a:lnSpc>
              <a:buNone/>
              <a:tabLst>
                <a:tab algn="l" pos="0"/>
              </a:tabLst>
            </a:pPr>
            <a:r>
              <a:rPr b="0" lang="zh-CN" sz="900" spc="-1" strike="noStrike">
                <a:solidFill>
                  <a:srgbClr val="000000"/>
                </a:solidFill>
                <a:latin typeface="Noto Sans JP"/>
                <a:ea typeface="Noto Sans JP"/>
              </a:rPr>
              <a:t>リードデザイナー</a:t>
            </a:r>
            <a:endParaRPr b="0" lang="en-US" sz="900" spc="-1" strike="noStrike">
              <a:latin typeface="Arial"/>
            </a:endParaRPr>
          </a:p>
          <a:p>
            <a:pPr algn="ctr">
              <a:lnSpc>
                <a:spcPct val="100000"/>
              </a:lnSpc>
              <a:buNone/>
              <a:tabLst>
                <a:tab algn="l" pos="0"/>
              </a:tabLst>
            </a:pP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TBD</a:t>
            </a:r>
            <a:r>
              <a:rPr b="0" lang="zh-CN" sz="900" spc="-1" strike="noStrike">
                <a:solidFill>
                  <a:srgbClr val="000000"/>
                </a:solidFill>
                <a:latin typeface="Noto Sans JP"/>
                <a:ea typeface="Noto Sans JP"/>
              </a:rPr>
              <a:t>）</a:t>
            </a:r>
            <a:endParaRPr b="0" lang="en-US" sz="900" spc="-1" strike="noStrike">
              <a:latin typeface="Arial"/>
            </a:endParaRPr>
          </a:p>
        </p:txBody>
      </p:sp>
      <p:sp>
        <p:nvSpPr>
          <p:cNvPr id="1851" name="Google Shape;2240;p58"/>
          <p:cNvSpPr/>
          <p:nvPr/>
        </p:nvSpPr>
        <p:spPr>
          <a:xfrm>
            <a:off x="0" y="0"/>
            <a:ext cx="9142200" cy="1145880"/>
          </a:xfrm>
          <a:prstGeom prst="rect">
            <a:avLst/>
          </a:prstGeom>
          <a:solidFill>
            <a:schemeClr val="lt2"/>
          </a:solidFill>
          <a:ln w="0">
            <a:noFill/>
          </a:ln>
        </p:spPr>
        <p:style>
          <a:lnRef idx="0"/>
          <a:fillRef idx="0"/>
          <a:effectRef idx="0"/>
          <a:fontRef idx="minor"/>
        </p:style>
      </p:sp>
      <p:grpSp>
        <p:nvGrpSpPr>
          <p:cNvPr id="1852" name="Google Shape;2241;p58"/>
          <p:cNvGrpSpPr/>
          <p:nvPr/>
        </p:nvGrpSpPr>
        <p:grpSpPr>
          <a:xfrm>
            <a:off x="194760" y="98640"/>
            <a:ext cx="8687160" cy="750960"/>
            <a:chOff x="194760" y="98640"/>
            <a:chExt cx="8687160" cy="750960"/>
          </a:xfrm>
        </p:grpSpPr>
        <p:sp>
          <p:nvSpPr>
            <p:cNvPr id="1853" name="Google Shape;2242;p58"/>
            <p:cNvSpPr/>
            <p:nvPr/>
          </p:nvSpPr>
          <p:spPr>
            <a:xfrm>
              <a:off x="432000" y="619200"/>
              <a:ext cx="8449920" cy="230400"/>
            </a:xfrm>
            <a:prstGeom prst="rect">
              <a:avLst/>
            </a:prstGeom>
            <a:noFill/>
            <a:ln w="0">
              <a:noFill/>
            </a:ln>
          </p:spPr>
          <p:style>
            <a:lnRef idx="0"/>
            <a:fillRef idx="0"/>
            <a:effectRef idx="0"/>
            <a:fontRef idx="minor"/>
          </p:style>
          <p:txBody>
            <a:bodyPr lIns="0" rIns="90000" tIns="45000" bIns="45000" anchor="t">
              <a:noAutofit/>
            </a:bodyPr>
            <a:p>
              <a:pPr>
                <a:lnSpc>
                  <a:spcPct val="150000"/>
                </a:lnSpc>
                <a:buNone/>
                <a:tabLst>
                  <a:tab algn="l" pos="0"/>
                </a:tabLst>
              </a:pPr>
              <a:r>
                <a:rPr b="0" lang="zh-CN" sz="1000" spc="-1" strike="noStrike">
                  <a:solidFill>
                    <a:srgbClr val="3f3f3f"/>
                  </a:solidFill>
                  <a:latin typeface="Noto Sans JP"/>
                  <a:ea typeface="Noto Sans JP"/>
                </a:rPr>
                <a:t>要件定義フェーズにおけるプロジェクト体制は以下の通りです（貴社は想定でございます）。</a:t>
              </a:r>
              <a:endParaRPr b="0" lang="en-US" sz="1000" spc="-1" strike="noStrike">
                <a:latin typeface="Arial"/>
              </a:endParaRPr>
            </a:p>
            <a:p>
              <a:pPr>
                <a:lnSpc>
                  <a:spcPct val="150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ベトナムでの開発体制になりますが、日本語対応が可能なメンバー（</a:t>
              </a:r>
              <a:r>
                <a:rPr b="0" lang="en-US" sz="1000" spc="-1" strike="noStrike">
                  <a:solidFill>
                    <a:srgbClr val="3f3f3f"/>
                  </a:solidFill>
                  <a:latin typeface="Noto Sans JP"/>
                  <a:ea typeface="Noto Sans JP"/>
                </a:rPr>
                <a:t>BrSE</a:t>
              </a:r>
              <a:r>
                <a:rPr b="0" lang="zh-CN" sz="1000" spc="-1" strike="noStrike">
                  <a:solidFill>
                    <a:srgbClr val="3f3f3f"/>
                  </a:solidFill>
                  <a:latin typeface="Noto Sans JP"/>
                  <a:ea typeface="Noto Sans JP"/>
                </a:rPr>
                <a:t>）をアサイン致します。</a:t>
              </a:r>
              <a:endParaRPr b="0" lang="en-US" sz="1000" spc="-1" strike="noStrike">
                <a:latin typeface="Arial"/>
              </a:endParaRPr>
            </a:p>
          </p:txBody>
        </p:sp>
        <p:sp>
          <p:nvSpPr>
            <p:cNvPr id="1854" name="Google Shape;2243;p58"/>
            <p:cNvSpPr/>
            <p:nvPr/>
          </p:nvSpPr>
          <p:spPr>
            <a:xfrm>
              <a:off x="432000" y="324720"/>
              <a:ext cx="8278200" cy="326520"/>
            </a:xfrm>
            <a:prstGeom prst="rect">
              <a:avLst/>
            </a:prstGeom>
            <a:noFill/>
            <a:ln w="0">
              <a:noFill/>
            </a:ln>
          </p:spPr>
          <p:style>
            <a:lnRef idx="0"/>
            <a:fillRef idx="0"/>
            <a:effectRef idx="0"/>
            <a:fontRef idx="minor"/>
          </p:style>
          <p:txBody>
            <a:bodyPr lIns="0" rIns="0" tIns="54000" bIns="54000" anchor="t">
              <a:spAutoFit/>
            </a:bodyPr>
            <a:p>
              <a:pPr>
                <a:lnSpc>
                  <a:spcPct val="90000"/>
                </a:lnSpc>
                <a:buNone/>
                <a:tabLst>
                  <a:tab algn="l" pos="0"/>
                </a:tabLst>
              </a:pPr>
              <a:r>
                <a:rPr b="1" lang="zh-CN" sz="1600" spc="-1" strike="noStrike">
                  <a:solidFill>
                    <a:srgbClr val="000000"/>
                  </a:solidFill>
                  <a:latin typeface="Noto Sans JP"/>
                  <a:ea typeface="Noto Sans JP"/>
                </a:rPr>
                <a:t>要件定義フェーズ 体制 </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Advanced</a:t>
              </a:r>
              <a:endParaRPr b="0" lang="en-US" sz="1600" spc="-1" strike="noStrike">
                <a:latin typeface="Arial"/>
              </a:endParaRPr>
            </a:p>
          </p:txBody>
        </p:sp>
        <p:sp>
          <p:nvSpPr>
            <p:cNvPr id="1855" name="Google Shape;2244;p58"/>
            <p:cNvSpPr/>
            <p:nvPr/>
          </p:nvSpPr>
          <p:spPr>
            <a:xfrm>
              <a:off x="194760" y="98640"/>
              <a:ext cx="8278200" cy="247320"/>
            </a:xfrm>
            <a:prstGeom prst="rect">
              <a:avLst/>
            </a:prstGeom>
            <a:noFill/>
            <a:ln w="0">
              <a:noFill/>
            </a:ln>
          </p:spPr>
          <p:style>
            <a:lnRef idx="0"/>
            <a:fillRef idx="0"/>
            <a:effectRef idx="0"/>
            <a:fontRef idx="minor"/>
          </p:style>
          <p:txBody>
            <a:bodyPr lIns="0" rIns="0" tIns="54000" bIns="54000" anchor="t">
              <a:sp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pSp>
      <p:sp>
        <p:nvSpPr>
          <p:cNvPr id="1856" name="Google Shape;2245;p58"/>
          <p:cNvSpPr/>
          <p:nvPr/>
        </p:nvSpPr>
        <p:spPr>
          <a:xfrm>
            <a:off x="11931120" y="-156960"/>
            <a:ext cx="6352560" cy="2749680"/>
          </a:xfrm>
          <a:prstGeom prst="rect">
            <a:avLst/>
          </a:prstGeom>
          <a:noFill/>
          <a:ln w="9525">
            <a:solidFill>
              <a:srgbClr val="b7b7b7"/>
            </a:solidFill>
            <a:round/>
          </a:ln>
        </p:spPr>
        <p:style>
          <a:lnRef idx="0"/>
          <a:fillRef idx="0"/>
          <a:effectRef idx="0"/>
          <a:fontRef idx="minor"/>
        </p:style>
      </p:sp>
      <p:sp>
        <p:nvSpPr>
          <p:cNvPr id="1857" name="Google Shape;2246;p58"/>
          <p:cNvSpPr/>
          <p:nvPr/>
        </p:nvSpPr>
        <p:spPr>
          <a:xfrm>
            <a:off x="11931120" y="-156960"/>
            <a:ext cx="6352560" cy="209520"/>
          </a:xfrm>
          <a:prstGeom prst="rect">
            <a:avLst/>
          </a:prstGeom>
          <a:solidFill>
            <a:srgbClr val="fb0008"/>
          </a:solidFill>
          <a:ln w="0">
            <a:noFill/>
          </a:ln>
        </p:spPr>
        <p:style>
          <a:lnRef idx="0"/>
          <a:fillRef idx="0"/>
          <a:effectRef idx="0"/>
          <a:fontRef idx="minor"/>
        </p:style>
        <p:txBody>
          <a:bodyPr lIns="68400" rIns="68400" tIns="210240" bIns="210240" anchor="ctr">
            <a:noAutofit/>
          </a:bodyPr>
          <a:p>
            <a:pPr algn="ctr">
              <a:lnSpc>
                <a:spcPct val="100000"/>
              </a:lnSpc>
              <a:buNone/>
              <a:tabLst>
                <a:tab algn="l" pos="0"/>
              </a:tabLst>
            </a:pPr>
            <a:r>
              <a:rPr b="1" lang="en-US" sz="900" spc="-1" strike="noStrike">
                <a:solidFill>
                  <a:srgbClr val="ffffff"/>
                </a:solidFill>
                <a:latin typeface="Noto Sans JP"/>
                <a:ea typeface="Noto Sans JP"/>
              </a:rPr>
              <a:t> </a:t>
            </a:r>
            <a:r>
              <a:rPr b="1" lang="en-US" sz="900" spc="-1" strike="noStrike">
                <a:solidFill>
                  <a:srgbClr val="ffffff"/>
                </a:solidFill>
                <a:latin typeface="Noto Sans JP"/>
                <a:ea typeface="Noto Sans JP"/>
              </a:rPr>
              <a:t>Sun*</a:t>
            </a:r>
            <a:endParaRPr b="0" lang="en-US" sz="900" spc="-1" strike="noStrike">
              <a:latin typeface="Arial"/>
            </a:endParaRPr>
          </a:p>
        </p:txBody>
      </p:sp>
      <p:sp>
        <p:nvSpPr>
          <p:cNvPr id="1858" name="Google Shape;2247;p58"/>
          <p:cNvSpPr/>
          <p:nvPr/>
        </p:nvSpPr>
        <p:spPr>
          <a:xfrm>
            <a:off x="9732600" y="-156960"/>
            <a:ext cx="1977480" cy="1914120"/>
          </a:xfrm>
          <a:prstGeom prst="rect">
            <a:avLst/>
          </a:prstGeom>
          <a:noFill/>
          <a:ln w="9525">
            <a:solidFill>
              <a:srgbClr val="b7b7b7"/>
            </a:solidFill>
            <a:round/>
          </a:ln>
        </p:spPr>
        <p:style>
          <a:lnRef idx="0"/>
          <a:fillRef idx="0"/>
          <a:effectRef idx="0"/>
          <a:fontRef idx="minor"/>
        </p:style>
      </p:sp>
      <p:sp>
        <p:nvSpPr>
          <p:cNvPr id="1859" name="Google Shape;2248;p58"/>
          <p:cNvSpPr/>
          <p:nvPr/>
        </p:nvSpPr>
        <p:spPr>
          <a:xfrm>
            <a:off x="9732600" y="-156960"/>
            <a:ext cx="1977480" cy="209520"/>
          </a:xfrm>
          <a:prstGeom prst="rect">
            <a:avLst/>
          </a:prstGeom>
          <a:solidFill>
            <a:srgbClr val="b69256"/>
          </a:solidFill>
          <a:ln w="0">
            <a:noFill/>
          </a:ln>
        </p:spPr>
        <p:style>
          <a:lnRef idx="0"/>
          <a:fillRef idx="0"/>
          <a:effectRef idx="0"/>
          <a:fontRef idx="minor"/>
        </p:style>
        <p:txBody>
          <a:bodyPr lIns="68400" rIns="68400" tIns="210240" bIns="210240" anchor="ctr">
            <a:noAutofit/>
          </a:bodyPr>
          <a:p>
            <a:pPr algn="ctr">
              <a:lnSpc>
                <a:spcPct val="100000"/>
              </a:lnSpc>
              <a:buNone/>
              <a:tabLst>
                <a:tab algn="l" pos="0"/>
              </a:tabLst>
            </a:pPr>
            <a:r>
              <a:rPr b="1" lang="zh-CN" sz="900" spc="-1" strike="noStrike">
                <a:solidFill>
                  <a:srgbClr val="ffffff"/>
                </a:solidFill>
                <a:latin typeface="Noto Sans JP"/>
                <a:ea typeface="Noto Sans JP"/>
              </a:rPr>
              <a:t>貴社</a:t>
            </a:r>
            <a:endParaRPr b="0" lang="en-US" sz="900" spc="-1" strike="noStrike">
              <a:latin typeface="Arial"/>
            </a:endParaRPr>
          </a:p>
        </p:txBody>
      </p:sp>
      <p:sp>
        <p:nvSpPr>
          <p:cNvPr id="1860" name="Google Shape;2249;p58"/>
          <p:cNvSpPr/>
          <p:nvPr/>
        </p:nvSpPr>
        <p:spPr>
          <a:xfrm>
            <a:off x="10038240" y="172440"/>
            <a:ext cx="1366200" cy="366840"/>
          </a:xfrm>
          <a:prstGeom prst="rect">
            <a:avLst/>
          </a:prstGeom>
          <a:solidFill>
            <a:srgbClr val="f8e5d9"/>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Project Owner</a:t>
            </a:r>
            <a:endParaRPr b="0" lang="en-US" sz="900" spc="-1" strike="noStrike">
              <a:latin typeface="Arial"/>
            </a:endParaRPr>
          </a:p>
        </p:txBody>
      </p:sp>
      <p:sp>
        <p:nvSpPr>
          <p:cNvPr id="1861" name="Google Shape;2250;p58"/>
          <p:cNvSpPr/>
          <p:nvPr/>
        </p:nvSpPr>
        <p:spPr>
          <a:xfrm>
            <a:off x="10038240" y="739080"/>
            <a:ext cx="1366200" cy="366840"/>
          </a:xfrm>
          <a:prstGeom prst="rect">
            <a:avLst/>
          </a:prstGeom>
          <a:solidFill>
            <a:srgbClr val="f8e5d9"/>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Technical</a:t>
            </a:r>
            <a:endParaRPr b="0" lang="en-US" sz="900" spc="-1" strike="noStrike">
              <a:latin typeface="Arial"/>
            </a:endParaRPr>
          </a:p>
        </p:txBody>
      </p:sp>
      <p:sp>
        <p:nvSpPr>
          <p:cNvPr id="1862" name="Google Shape;2251;p58"/>
          <p:cNvSpPr/>
          <p:nvPr/>
        </p:nvSpPr>
        <p:spPr>
          <a:xfrm>
            <a:off x="10722240" y="541080"/>
            <a:ext cx="360" cy="19620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63" name="Google Shape;2252;p58"/>
          <p:cNvSpPr/>
          <p:nvPr/>
        </p:nvSpPr>
        <p:spPr>
          <a:xfrm>
            <a:off x="16916400" y="2273040"/>
            <a:ext cx="609480" cy="182880"/>
          </a:xfrm>
          <a:prstGeom prst="rect">
            <a:avLst/>
          </a:prstGeom>
          <a:solidFill>
            <a:srgbClr val="ffcaca"/>
          </a:solidFill>
          <a:ln w="0">
            <a:noFill/>
          </a:ln>
        </p:spPr>
        <p:style>
          <a:lnRef idx="0"/>
          <a:fillRef idx="0"/>
          <a:effectRef idx="0"/>
          <a:fontRef idx="minor"/>
        </p:style>
        <p:txBody>
          <a:bodyPr lIns="0" rIns="0" tIns="183600" bIns="183600" anchor="ctr">
            <a:noAutofit/>
          </a:bodyPr>
          <a:p>
            <a:pPr algn="ctr">
              <a:lnSpc>
                <a:spcPct val="100000"/>
              </a:lnSpc>
              <a:buNone/>
              <a:tabLst>
                <a:tab algn="l" pos="0"/>
              </a:tabLst>
            </a:pPr>
            <a:r>
              <a:rPr b="0" lang="en-US" sz="800" spc="-1" strike="noStrike">
                <a:solidFill>
                  <a:srgbClr val="000000"/>
                </a:solidFill>
                <a:latin typeface="Noto Sans JP"/>
                <a:ea typeface="Noto Sans JP"/>
              </a:rPr>
              <a:t>Sun* JP</a:t>
            </a:r>
            <a:endParaRPr b="0" lang="en-US" sz="800" spc="-1" strike="noStrike">
              <a:latin typeface="Arial"/>
            </a:endParaRPr>
          </a:p>
        </p:txBody>
      </p:sp>
      <p:sp>
        <p:nvSpPr>
          <p:cNvPr id="1864" name="Google Shape;2253;p58"/>
          <p:cNvSpPr/>
          <p:nvPr/>
        </p:nvSpPr>
        <p:spPr>
          <a:xfrm>
            <a:off x="6851160" y="1902960"/>
            <a:ext cx="983880" cy="24156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65" name="Google Shape;2254;p58"/>
          <p:cNvSpPr/>
          <p:nvPr/>
        </p:nvSpPr>
        <p:spPr>
          <a:xfrm>
            <a:off x="12068640" y="172440"/>
            <a:ext cx="1366200" cy="366480"/>
          </a:xfrm>
          <a:prstGeom prst="rect">
            <a:avLst/>
          </a:prstGeom>
          <a:solidFill>
            <a:srgbClr val="ffcaca"/>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Project</a:t>
            </a:r>
            <a:endParaRPr b="0" lang="en-US" sz="900" spc="-1" strike="noStrike">
              <a:latin typeface="Arial"/>
            </a:endParaRPr>
          </a:p>
          <a:p>
            <a:pPr algn="ctr">
              <a:lnSpc>
                <a:spcPct val="100000"/>
              </a:lnSpc>
              <a:buNone/>
              <a:tabLst>
                <a:tab algn="l" pos="0"/>
              </a:tabLst>
            </a:pPr>
            <a:r>
              <a:rPr b="0" lang="en-US" sz="900" spc="-1" strike="noStrike">
                <a:solidFill>
                  <a:srgbClr val="000000"/>
                </a:solidFill>
                <a:latin typeface="Noto Sans JP"/>
                <a:ea typeface="Noto Sans JP"/>
              </a:rPr>
              <a:t>Manager</a:t>
            </a:r>
            <a:endParaRPr b="0" lang="en-US" sz="900" spc="-1" strike="noStrike">
              <a:latin typeface="Arial"/>
            </a:endParaRPr>
          </a:p>
        </p:txBody>
      </p:sp>
      <p:sp>
        <p:nvSpPr>
          <p:cNvPr id="1866" name="Google Shape;2255;p58"/>
          <p:cNvSpPr/>
          <p:nvPr/>
        </p:nvSpPr>
        <p:spPr>
          <a:xfrm>
            <a:off x="11406240" y="356760"/>
            <a:ext cx="660600" cy="360"/>
          </a:xfrm>
          <a:custGeom>
            <a:avLst/>
            <a:gdLst/>
            <a:ahLst/>
            <a:rect l="l" t="t" r="r" b="b"/>
            <a:pathLst>
              <a:path w="21600" h="21600">
                <a:moveTo>
                  <a:pt x="0" y="0"/>
                </a:moveTo>
                <a:lnTo>
                  <a:pt x="21600" y="21600"/>
                </a:lnTo>
              </a:path>
            </a:pathLst>
          </a:custGeom>
          <a:noFill/>
          <a:ln w="9525">
            <a:solidFill>
              <a:srgbClr val="44546a"/>
            </a:solidFill>
            <a:round/>
            <a:headEnd len="med" type="stealth" w="med"/>
            <a:tailEnd len="med" type="stealth" w="med"/>
          </a:ln>
        </p:spPr>
        <p:style>
          <a:lnRef idx="0"/>
          <a:fillRef idx="0"/>
          <a:effectRef idx="0"/>
          <a:fontRef idx="minor"/>
        </p:style>
      </p:sp>
      <p:sp>
        <p:nvSpPr>
          <p:cNvPr id="1867" name="Google Shape;2256;p58"/>
          <p:cNvSpPr/>
          <p:nvPr/>
        </p:nvSpPr>
        <p:spPr>
          <a:xfrm>
            <a:off x="12068640" y="2017080"/>
            <a:ext cx="1366200" cy="366480"/>
          </a:xfrm>
          <a:prstGeom prst="rect">
            <a:avLst/>
          </a:prstGeom>
          <a:solidFill>
            <a:srgbClr val="ffcaca"/>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Designer</a:t>
            </a:r>
            <a:endParaRPr b="0" lang="en-US" sz="900" spc="-1" strike="noStrike">
              <a:latin typeface="Arial"/>
            </a:endParaRPr>
          </a:p>
        </p:txBody>
      </p:sp>
      <p:sp>
        <p:nvSpPr>
          <p:cNvPr id="1868" name="Google Shape;2257;p58"/>
          <p:cNvSpPr/>
          <p:nvPr/>
        </p:nvSpPr>
        <p:spPr>
          <a:xfrm>
            <a:off x="12068640" y="967680"/>
            <a:ext cx="1366200" cy="366480"/>
          </a:xfrm>
          <a:prstGeom prst="rect">
            <a:avLst/>
          </a:prstGeom>
          <a:solidFill>
            <a:srgbClr val="f8d6cc"/>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Lead BrSE</a:t>
            </a:r>
            <a:endParaRPr b="0" lang="en-US" sz="900" spc="-1" strike="noStrike">
              <a:latin typeface="Arial"/>
            </a:endParaRPr>
          </a:p>
        </p:txBody>
      </p:sp>
      <p:sp>
        <p:nvSpPr>
          <p:cNvPr id="1869" name="Google Shape;2258;p58"/>
          <p:cNvSpPr/>
          <p:nvPr/>
        </p:nvSpPr>
        <p:spPr>
          <a:xfrm>
            <a:off x="17579160" y="2266920"/>
            <a:ext cx="609480" cy="194760"/>
          </a:xfrm>
          <a:prstGeom prst="rect">
            <a:avLst/>
          </a:prstGeom>
          <a:solidFill>
            <a:srgbClr val="f8d6cc"/>
          </a:solidFill>
          <a:ln w="0">
            <a:noFill/>
          </a:ln>
        </p:spPr>
        <p:style>
          <a:lnRef idx="0"/>
          <a:fillRef idx="0"/>
          <a:effectRef idx="0"/>
          <a:fontRef idx="minor"/>
        </p:style>
        <p:txBody>
          <a:bodyPr lIns="0" rIns="0" tIns="195120" bIns="195120" anchor="ctr">
            <a:noAutofit/>
          </a:bodyPr>
          <a:p>
            <a:pPr algn="ctr">
              <a:lnSpc>
                <a:spcPct val="100000"/>
              </a:lnSpc>
              <a:buNone/>
              <a:tabLst>
                <a:tab algn="l" pos="0"/>
              </a:tabLst>
            </a:pPr>
            <a:r>
              <a:rPr b="0" lang="en-US" sz="800" spc="-1" strike="noStrike">
                <a:solidFill>
                  <a:srgbClr val="000000"/>
                </a:solidFill>
                <a:latin typeface="Noto Sans JP"/>
                <a:ea typeface="Noto Sans JP"/>
              </a:rPr>
              <a:t>Sun* VN</a:t>
            </a:r>
            <a:endParaRPr b="0" lang="en-US" sz="800" spc="-1" strike="noStrike">
              <a:latin typeface="Arial"/>
            </a:endParaRPr>
          </a:p>
        </p:txBody>
      </p:sp>
      <p:sp>
        <p:nvSpPr>
          <p:cNvPr id="1870" name="Google Shape;2259;p58"/>
          <p:cNvSpPr/>
          <p:nvPr/>
        </p:nvSpPr>
        <p:spPr>
          <a:xfrm>
            <a:off x="13664160" y="743400"/>
            <a:ext cx="2811960" cy="1103400"/>
          </a:xfrm>
          <a:prstGeom prst="rect">
            <a:avLst/>
          </a:prstGeom>
          <a:solidFill>
            <a:srgbClr val="fbeae6">
              <a:alpha val="50000"/>
            </a:srgbClr>
          </a:solidFill>
          <a:ln w="0">
            <a:noFill/>
          </a:ln>
        </p:spPr>
        <p:style>
          <a:lnRef idx="0"/>
          <a:fillRef idx="0"/>
          <a:effectRef idx="0"/>
          <a:fontRef idx="minor"/>
        </p:style>
      </p:sp>
      <p:sp>
        <p:nvSpPr>
          <p:cNvPr id="1871" name="Google Shape;2260;p58"/>
          <p:cNvSpPr/>
          <p:nvPr/>
        </p:nvSpPr>
        <p:spPr>
          <a:xfrm>
            <a:off x="14387040" y="169560"/>
            <a:ext cx="1366200" cy="366480"/>
          </a:xfrm>
          <a:prstGeom prst="rect">
            <a:avLst/>
          </a:prstGeom>
          <a:solidFill>
            <a:srgbClr val="f8d6cc"/>
          </a:solidFill>
          <a:ln w="0">
            <a:noFill/>
          </a:ln>
        </p:spPr>
        <p:style>
          <a:lnRef idx="0"/>
          <a:fillRef idx="0"/>
          <a:effectRef idx="0"/>
          <a:fontRef idx="minor"/>
        </p:style>
        <p:txBody>
          <a:bodyPr lIns="0" rIns="0" tIns="68400" bIns="68400" anchor="ctr">
            <a:noAutofit/>
          </a:bodyPr>
          <a:p>
            <a:pPr algn="ctr">
              <a:lnSpc>
                <a:spcPct val="100000"/>
              </a:lnSpc>
              <a:buNone/>
              <a:tabLst>
                <a:tab algn="l" pos="0"/>
              </a:tabLst>
            </a:pPr>
            <a:r>
              <a:rPr b="0" lang="en-US" sz="900" spc="-1" strike="noStrike">
                <a:solidFill>
                  <a:srgbClr val="000000"/>
                </a:solidFill>
                <a:latin typeface="Noto Sans JP"/>
                <a:ea typeface="Noto Sans JP"/>
              </a:rPr>
              <a:t>Project Success</a:t>
            </a:r>
            <a:endParaRPr b="0" lang="en-US" sz="900" spc="-1" strike="noStrike">
              <a:latin typeface="Arial"/>
            </a:endParaRPr>
          </a:p>
          <a:p>
            <a:pPr algn="ctr">
              <a:lnSpc>
                <a:spcPct val="100000"/>
              </a:lnSpc>
              <a:buNone/>
              <a:tabLst>
                <a:tab algn="l" pos="0"/>
              </a:tabLst>
            </a:pPr>
            <a:r>
              <a:rPr b="0" lang="en-US" sz="900" spc="-1" strike="noStrike">
                <a:solidFill>
                  <a:srgbClr val="000000"/>
                </a:solidFill>
                <a:latin typeface="Noto Sans JP"/>
                <a:ea typeface="Noto Sans JP"/>
              </a:rPr>
              <a:t>Manager</a:t>
            </a:r>
            <a:endParaRPr b="0" lang="en-US" sz="900" spc="-1" strike="noStrike">
              <a:latin typeface="Arial"/>
            </a:endParaRPr>
          </a:p>
        </p:txBody>
      </p:sp>
      <p:sp>
        <p:nvSpPr>
          <p:cNvPr id="1872" name="Google Shape;2261;p58"/>
          <p:cNvSpPr/>
          <p:nvPr/>
        </p:nvSpPr>
        <p:spPr>
          <a:xfrm>
            <a:off x="1090440" y="1724760"/>
            <a:ext cx="983880" cy="24156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73" name="Google Shape;2262;p58"/>
          <p:cNvSpPr/>
          <p:nvPr/>
        </p:nvSpPr>
        <p:spPr>
          <a:xfrm>
            <a:off x="13884120" y="118620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Lead QA</a:t>
            </a:r>
            <a:endParaRPr b="0" lang="en-US" sz="700" spc="-1" strike="noStrike">
              <a:latin typeface="Arial"/>
            </a:endParaRPr>
          </a:p>
        </p:txBody>
      </p:sp>
      <p:sp>
        <p:nvSpPr>
          <p:cNvPr id="1874" name="Google Shape;2263;p58"/>
          <p:cNvSpPr/>
          <p:nvPr/>
        </p:nvSpPr>
        <p:spPr>
          <a:xfrm>
            <a:off x="15157080" y="118620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QA</a:t>
            </a:r>
            <a:endParaRPr b="0" lang="en-US" sz="700" spc="-1" strike="noStrike">
              <a:latin typeface="Arial"/>
            </a:endParaRPr>
          </a:p>
        </p:txBody>
      </p:sp>
      <p:sp>
        <p:nvSpPr>
          <p:cNvPr id="1875" name="Google Shape;2264;p58"/>
          <p:cNvSpPr/>
          <p:nvPr/>
        </p:nvSpPr>
        <p:spPr>
          <a:xfrm rot="10800000">
            <a:off x="15014160" y="1307520"/>
            <a:ext cx="142920" cy="3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76" name="Google Shape;2265;p58"/>
          <p:cNvSpPr/>
          <p:nvPr/>
        </p:nvSpPr>
        <p:spPr>
          <a:xfrm>
            <a:off x="15156720" y="86580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Frontend Engineer</a:t>
            </a:r>
            <a:endParaRPr b="0" lang="en-US" sz="700" spc="-1" strike="noStrike">
              <a:latin typeface="Arial"/>
            </a:endParaRPr>
          </a:p>
        </p:txBody>
      </p:sp>
      <p:sp>
        <p:nvSpPr>
          <p:cNvPr id="1877" name="Google Shape;2266;p58"/>
          <p:cNvSpPr/>
          <p:nvPr/>
        </p:nvSpPr>
        <p:spPr>
          <a:xfrm rot="10800000">
            <a:off x="15013800" y="986400"/>
            <a:ext cx="142920" cy="108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78" name="Google Shape;2267;p58"/>
          <p:cNvSpPr/>
          <p:nvPr/>
        </p:nvSpPr>
        <p:spPr>
          <a:xfrm>
            <a:off x="13884120" y="86292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Lead Frontend Engineer</a:t>
            </a:r>
            <a:endParaRPr b="0" lang="en-US" sz="700" spc="-1" strike="noStrike">
              <a:latin typeface="Arial"/>
            </a:endParaRPr>
          </a:p>
        </p:txBody>
      </p:sp>
      <p:sp>
        <p:nvSpPr>
          <p:cNvPr id="1879" name="Google Shape;2268;p58"/>
          <p:cNvSpPr/>
          <p:nvPr/>
        </p:nvSpPr>
        <p:spPr>
          <a:xfrm>
            <a:off x="13884120" y="207828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Lead Designer</a:t>
            </a:r>
            <a:endParaRPr b="0" lang="en-US" sz="700" spc="-1" strike="noStrike">
              <a:latin typeface="Arial"/>
            </a:endParaRPr>
          </a:p>
        </p:txBody>
      </p:sp>
      <p:sp>
        <p:nvSpPr>
          <p:cNvPr id="1880" name="Google Shape;2269;p58"/>
          <p:cNvSpPr/>
          <p:nvPr/>
        </p:nvSpPr>
        <p:spPr>
          <a:xfrm>
            <a:off x="15157080" y="207936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Designer</a:t>
            </a:r>
            <a:endParaRPr b="0" lang="en-US" sz="700" spc="-1" strike="noStrike">
              <a:latin typeface="Arial"/>
            </a:endParaRPr>
          </a:p>
        </p:txBody>
      </p:sp>
      <p:sp>
        <p:nvSpPr>
          <p:cNvPr id="1881" name="Google Shape;2270;p58"/>
          <p:cNvSpPr/>
          <p:nvPr/>
        </p:nvSpPr>
        <p:spPr>
          <a:xfrm rot="10800000">
            <a:off x="15014160" y="2200680"/>
            <a:ext cx="142920" cy="360"/>
          </a:xfrm>
          <a:custGeom>
            <a:avLst/>
            <a:gdLst/>
            <a:ahLst/>
            <a:rect l="l" t="t" r="r" b="b"/>
            <a:pathLst>
              <a:path w="21600" h="21600">
                <a:moveTo>
                  <a:pt x="0" y="0"/>
                </a:moveTo>
                <a:lnTo>
                  <a:pt x="21600" y="21600"/>
                </a:lnTo>
              </a:path>
            </a:pathLst>
          </a:custGeom>
          <a:noFill/>
          <a:ln w="9525">
            <a:solidFill>
              <a:srgbClr val="595959"/>
            </a:solidFill>
            <a:round/>
          </a:ln>
        </p:spPr>
        <p:style>
          <a:lnRef idx="0"/>
          <a:fillRef idx="0"/>
          <a:effectRef idx="0"/>
          <a:fontRef idx="minor"/>
        </p:style>
      </p:sp>
      <p:sp>
        <p:nvSpPr>
          <p:cNvPr id="1882" name="Google Shape;2271;p58"/>
          <p:cNvSpPr/>
          <p:nvPr/>
        </p:nvSpPr>
        <p:spPr>
          <a:xfrm rot="10800000">
            <a:off x="11805120" y="2200680"/>
            <a:ext cx="263520" cy="360"/>
          </a:xfrm>
          <a:custGeom>
            <a:avLst/>
            <a:gdLst/>
            <a:ahLst/>
            <a:rect l="l" t="t" r="r" b="b"/>
            <a:pathLst>
              <a:path w="21600" h="21600">
                <a:moveTo>
                  <a:pt x="0" y="0"/>
                </a:moveTo>
                <a:lnTo>
                  <a:pt x="21600" y="21600"/>
                </a:lnTo>
              </a:path>
            </a:pathLst>
          </a:custGeom>
          <a:noFill/>
          <a:ln w="9525">
            <a:solidFill>
              <a:srgbClr val="44546a"/>
            </a:solidFill>
            <a:round/>
            <a:headEnd len="med" type="stealth" w="med"/>
          </a:ln>
        </p:spPr>
        <p:style>
          <a:lnRef idx="0"/>
          <a:fillRef idx="0"/>
          <a:effectRef idx="0"/>
          <a:fontRef idx="minor"/>
        </p:style>
      </p:sp>
      <p:sp>
        <p:nvSpPr>
          <p:cNvPr id="1883" name="Google Shape;2272;p58"/>
          <p:cNvSpPr/>
          <p:nvPr/>
        </p:nvSpPr>
        <p:spPr>
          <a:xfrm>
            <a:off x="11807640" y="355680"/>
            <a:ext cx="360" cy="185040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84" name="Google Shape;2273;p58"/>
          <p:cNvSpPr/>
          <p:nvPr/>
        </p:nvSpPr>
        <p:spPr>
          <a:xfrm rot="10800000">
            <a:off x="11809800" y="1151640"/>
            <a:ext cx="258840" cy="360"/>
          </a:xfrm>
          <a:custGeom>
            <a:avLst/>
            <a:gdLst/>
            <a:ahLst/>
            <a:rect l="l" t="t" r="r" b="b"/>
            <a:pathLst>
              <a:path w="21600" h="21600">
                <a:moveTo>
                  <a:pt x="0" y="0"/>
                </a:moveTo>
                <a:lnTo>
                  <a:pt x="21600" y="21600"/>
                </a:lnTo>
              </a:path>
            </a:pathLst>
          </a:custGeom>
          <a:noFill/>
          <a:ln w="9525">
            <a:solidFill>
              <a:srgbClr val="44546a"/>
            </a:solidFill>
            <a:round/>
            <a:headEnd len="med" type="stealth" w="med"/>
          </a:ln>
        </p:spPr>
        <p:style>
          <a:lnRef idx="0"/>
          <a:fillRef idx="0"/>
          <a:effectRef idx="0"/>
          <a:fontRef idx="minor"/>
        </p:style>
      </p:sp>
      <p:sp>
        <p:nvSpPr>
          <p:cNvPr id="1885" name="Google Shape;2274;p58"/>
          <p:cNvSpPr/>
          <p:nvPr/>
        </p:nvSpPr>
        <p:spPr>
          <a:xfrm rot="10800000">
            <a:off x="13620600" y="984240"/>
            <a:ext cx="26352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86" name="Google Shape;2275;p58"/>
          <p:cNvSpPr/>
          <p:nvPr/>
        </p:nvSpPr>
        <p:spPr>
          <a:xfrm>
            <a:off x="13616640" y="984600"/>
            <a:ext cx="360" cy="6681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87" name="Google Shape;2276;p58"/>
          <p:cNvSpPr/>
          <p:nvPr/>
        </p:nvSpPr>
        <p:spPr>
          <a:xfrm rot="10800000">
            <a:off x="13623120" y="1307520"/>
            <a:ext cx="26100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88" name="Google Shape;2277;p58"/>
          <p:cNvSpPr/>
          <p:nvPr/>
        </p:nvSpPr>
        <p:spPr>
          <a:xfrm>
            <a:off x="13436640" y="1152000"/>
            <a:ext cx="18216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89" name="Google Shape;2278;p58"/>
          <p:cNvSpPr/>
          <p:nvPr/>
        </p:nvSpPr>
        <p:spPr>
          <a:xfrm flipH="1">
            <a:off x="13435200" y="2199960"/>
            <a:ext cx="44568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90" name="Google Shape;2279;p58"/>
          <p:cNvSpPr/>
          <p:nvPr/>
        </p:nvSpPr>
        <p:spPr>
          <a:xfrm>
            <a:off x="15071040" y="537840"/>
            <a:ext cx="360" cy="20700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91" name="Google Shape;2280;p58"/>
          <p:cNvSpPr/>
          <p:nvPr/>
        </p:nvSpPr>
        <p:spPr>
          <a:xfrm>
            <a:off x="13884120" y="1531080"/>
            <a:ext cx="1126080" cy="241560"/>
          </a:xfrm>
          <a:prstGeom prst="rect">
            <a:avLst/>
          </a:prstGeom>
          <a:solidFill>
            <a:srgbClr val="f8d6cc"/>
          </a:solidFill>
          <a:ln w="0">
            <a:noFill/>
          </a:ln>
        </p:spPr>
        <p:style>
          <a:lnRef idx="0"/>
          <a:fillRef idx="0"/>
          <a:effectRef idx="0"/>
          <a:fontRef idx="minor"/>
        </p:style>
        <p:txBody>
          <a:bodyPr lIns="0" rIns="0" tIns="241920" bIns="241920" anchor="ctr">
            <a:noAutofit/>
          </a:bodyPr>
          <a:p>
            <a:pPr algn="ctr">
              <a:lnSpc>
                <a:spcPct val="100000"/>
              </a:lnSpc>
              <a:buNone/>
              <a:tabLst>
                <a:tab algn="l" pos="0"/>
              </a:tabLst>
            </a:pPr>
            <a:r>
              <a:rPr b="0" lang="en-US" sz="700" spc="-1" strike="noStrike">
                <a:solidFill>
                  <a:srgbClr val="000000"/>
                </a:solidFill>
                <a:latin typeface="Noto Sans JP"/>
                <a:ea typeface="Noto Sans JP"/>
              </a:rPr>
              <a:t>Infra Engineer</a:t>
            </a:r>
            <a:endParaRPr b="0" lang="en-US" sz="700" spc="-1" strike="noStrike">
              <a:latin typeface="Arial"/>
            </a:endParaRPr>
          </a:p>
        </p:txBody>
      </p:sp>
      <p:sp>
        <p:nvSpPr>
          <p:cNvPr id="1892" name="Google Shape;2281;p58"/>
          <p:cNvSpPr/>
          <p:nvPr/>
        </p:nvSpPr>
        <p:spPr>
          <a:xfrm rot="10800000">
            <a:off x="13623120" y="1652400"/>
            <a:ext cx="261000" cy="360"/>
          </a:xfrm>
          <a:custGeom>
            <a:avLst/>
            <a:gdLst/>
            <a:ahLst/>
            <a:rect l="l" t="t" r="r" b="b"/>
            <a:pathLst>
              <a:path w="21600" h="21600">
                <a:moveTo>
                  <a:pt x="0" y="0"/>
                </a:moveTo>
                <a:lnTo>
                  <a:pt x="21600" y="21600"/>
                </a:lnTo>
              </a:path>
            </a:pathLst>
          </a:custGeom>
          <a:noFill/>
          <a:ln w="9525">
            <a:solidFill>
              <a:srgbClr val="44546a"/>
            </a:solidFill>
            <a:round/>
          </a:ln>
        </p:spPr>
        <p:style>
          <a:lnRef idx="0"/>
          <a:fillRef idx="0"/>
          <a:effectRef idx="0"/>
          <a:fontRef idx="minor"/>
        </p:style>
      </p:sp>
      <p:sp>
        <p:nvSpPr>
          <p:cNvPr id="1893" name="Google Shape;2282;p58"/>
          <p:cNvSpPr/>
          <p:nvPr/>
        </p:nvSpPr>
        <p:spPr>
          <a:xfrm>
            <a:off x="1204560" y="1734120"/>
            <a:ext cx="762840" cy="227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ffffff"/>
                </a:solidFill>
                <a:latin typeface="Arial"/>
                <a:ea typeface="Arial"/>
              </a:rPr>
              <a:t>クライアント様</a:t>
            </a:r>
            <a:endParaRPr b="0" lang="en-US" sz="800" spc="-1" strike="noStrike">
              <a:latin typeface="Arial"/>
            </a:endParaRPr>
          </a:p>
        </p:txBody>
      </p:sp>
      <p:sp>
        <p:nvSpPr>
          <p:cNvPr id="1894" name="Google Shape;2283;p58"/>
          <p:cNvSpPr/>
          <p:nvPr/>
        </p:nvSpPr>
        <p:spPr>
          <a:xfrm>
            <a:off x="6865200" y="1898280"/>
            <a:ext cx="930600" cy="227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ffffff"/>
                </a:solidFill>
                <a:latin typeface="Arial"/>
                <a:ea typeface="Arial"/>
              </a:rPr>
              <a:t>Sun* JP</a:t>
            </a:r>
            <a:r>
              <a:rPr b="1" lang="zh-CN" sz="800" spc="-1" strike="noStrike">
                <a:solidFill>
                  <a:srgbClr val="ffffff"/>
                </a:solidFill>
                <a:latin typeface="Arial"/>
                <a:ea typeface="Arial"/>
              </a:rPr>
              <a:t>チーム</a:t>
            </a:r>
            <a:endParaRPr b="0" lang="en-US" sz="800" spc="-1" strike="noStrike">
              <a:latin typeface="Arial"/>
            </a:endParaRPr>
          </a:p>
        </p:txBody>
      </p:sp>
      <p:sp>
        <p:nvSpPr>
          <p:cNvPr id="1895" name="Google Shape;2284;p58"/>
          <p:cNvSpPr/>
          <p:nvPr/>
        </p:nvSpPr>
        <p:spPr>
          <a:xfrm>
            <a:off x="6750360" y="3057120"/>
            <a:ext cx="1059480" cy="241560"/>
          </a:xfrm>
          <a:prstGeom prst="roundRect">
            <a:avLst>
              <a:gd name="adj" fmla="val 16667"/>
            </a:avLst>
          </a:prstGeom>
          <a:solidFill>
            <a:schemeClr val="accent1"/>
          </a:solidFill>
          <a:ln w="9525">
            <a:solidFill>
              <a:srgbClr val="ececec"/>
            </a:solidFill>
            <a:round/>
          </a:ln>
        </p:spPr>
        <p:style>
          <a:lnRef idx="0"/>
          <a:fillRef idx="0"/>
          <a:effectRef idx="0"/>
          <a:fontRef idx="minor"/>
        </p:style>
      </p:sp>
      <p:sp>
        <p:nvSpPr>
          <p:cNvPr id="1896" name="Google Shape;2285;p58"/>
          <p:cNvSpPr/>
          <p:nvPr/>
        </p:nvSpPr>
        <p:spPr>
          <a:xfrm>
            <a:off x="6798240" y="3061080"/>
            <a:ext cx="983880" cy="2278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ffffff"/>
                </a:solidFill>
                <a:latin typeface="Arial"/>
                <a:ea typeface="Arial"/>
              </a:rPr>
              <a:t>Sun* VN</a:t>
            </a:r>
            <a:r>
              <a:rPr b="1" lang="zh-CN" sz="800" spc="-1" strike="noStrike">
                <a:solidFill>
                  <a:srgbClr val="ffffff"/>
                </a:solidFill>
                <a:latin typeface="Arial"/>
                <a:ea typeface="Arial"/>
              </a:rPr>
              <a:t>開発チーム</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7"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898" name="Google Shape;2291;p59"/>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要件定義フェーズ 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899" name="Google Shape;2292;p59"/>
          <p:cNvSpPr/>
          <p:nvPr/>
        </p:nvSpPr>
        <p:spPr>
          <a:xfrm>
            <a:off x="166680" y="704160"/>
            <a:ext cx="8483760" cy="38592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200" spc="-1" strike="noStrike">
                <a:solidFill>
                  <a:srgbClr val="000000"/>
                </a:solidFill>
                <a:latin typeface="Noto Sans JP"/>
                <a:ea typeface="Noto Sans JP"/>
              </a:rPr>
              <a:t>要件定義フェーズにおけるお見積もり金額（概算）は以下の通りです。</a:t>
            </a:r>
            <a:endParaRPr b="0" lang="en-US" sz="1200" spc="-1" strike="noStrike">
              <a:latin typeface="Arial"/>
            </a:endParaRPr>
          </a:p>
          <a:p>
            <a:pPr>
              <a:lnSpc>
                <a:spcPct val="115000"/>
              </a:lnSpc>
              <a:buNone/>
              <a:tabLst>
                <a:tab algn="l" pos="0"/>
              </a:tabLst>
            </a:pPr>
            <a:r>
              <a:rPr b="0" lang="en-US" sz="1200" spc="-1" strike="noStrike">
                <a:solidFill>
                  <a:srgbClr val="000000"/>
                </a:solidFill>
                <a:latin typeface="Noto Sans JP"/>
                <a:ea typeface="Noto Sans JP"/>
              </a:rPr>
              <a:t>※</a:t>
            </a:r>
            <a:r>
              <a:rPr b="0" lang="zh-CN" sz="1200" spc="-1" strike="noStrike">
                <a:solidFill>
                  <a:srgbClr val="000000"/>
                </a:solidFill>
                <a:latin typeface="Noto Sans JP"/>
                <a:ea typeface="Noto Sans JP"/>
              </a:rPr>
              <a:t>準委任契約を前提として算出しております</a:t>
            </a:r>
            <a:endParaRPr b="0" lang="en-US" sz="1200" spc="-1" strike="noStrike">
              <a:latin typeface="Arial"/>
            </a:endParaRPr>
          </a:p>
        </p:txBody>
      </p:sp>
      <p:pic>
        <p:nvPicPr>
          <p:cNvPr id="1900" name="Google Shape;2293;p59" descr="テーブル&#10;&#10;自動的に生成された説明"/>
          <p:cNvPicPr/>
          <p:nvPr/>
        </p:nvPicPr>
        <p:blipFill>
          <a:blip r:embed="rId1"/>
          <a:stretch/>
        </p:blipFill>
        <p:spPr>
          <a:xfrm>
            <a:off x="1190880" y="1637640"/>
            <a:ext cx="6435000" cy="2712960"/>
          </a:xfrm>
          <a:prstGeom prst="rect">
            <a:avLst/>
          </a:prstGeom>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1" name="Google Shape;2298;p60"/>
          <p:cNvSpPr/>
          <p:nvPr/>
        </p:nvSpPr>
        <p:spPr>
          <a:xfrm>
            <a:off x="0" y="1159560"/>
            <a:ext cx="9142200" cy="3644280"/>
          </a:xfrm>
          <a:prstGeom prst="roundRect">
            <a:avLst>
              <a:gd name="adj" fmla="val 0"/>
            </a:avLst>
          </a:prstGeom>
          <a:solidFill>
            <a:srgbClr val="ffffff"/>
          </a:solidFill>
          <a:ln w="9525">
            <a:solidFill>
              <a:srgbClr val="ececec"/>
            </a:solidFill>
            <a:round/>
          </a:ln>
        </p:spPr>
        <p:style>
          <a:lnRef idx="0"/>
          <a:fillRef idx="0"/>
          <a:effectRef idx="0"/>
          <a:fontRef idx="minor"/>
        </p:style>
      </p:sp>
      <p:sp>
        <p:nvSpPr>
          <p:cNvPr id="1902"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03" name="Google Shape;2300;p60"/>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開発フェーズ 開発体制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04" name="Google Shape;2301;p60"/>
          <p:cNvSpPr/>
          <p:nvPr/>
        </p:nvSpPr>
        <p:spPr>
          <a:xfrm>
            <a:off x="166680" y="704160"/>
            <a:ext cx="8483760" cy="38592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開発フェーズにおけるプロジェクト体制は以下の通りです（貴社は想定でございます）。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ベトナムでの開発体制になりますが、日本語対応が可能なメンバー（</a:t>
            </a:r>
            <a:r>
              <a:rPr b="0" lang="en-US" sz="1000" spc="-1" strike="noStrike">
                <a:solidFill>
                  <a:srgbClr val="3f3f3f"/>
                </a:solidFill>
                <a:latin typeface="Noto Sans JP"/>
                <a:ea typeface="Noto Sans JP"/>
              </a:rPr>
              <a:t>BrSE, </a:t>
            </a:r>
            <a:r>
              <a:rPr b="0" lang="zh-CN" sz="1000" spc="-1" strike="noStrike">
                <a:solidFill>
                  <a:srgbClr val="3f3f3f"/>
                </a:solidFill>
                <a:latin typeface="Noto Sans JP"/>
                <a:ea typeface="Noto Sans JP"/>
              </a:rPr>
              <a:t>コミュニケーター）をアサイン致します。</a:t>
            </a:r>
            <a:endParaRPr b="0" lang="en-US" sz="1000" spc="-1" strike="noStrike">
              <a:latin typeface="Arial"/>
            </a:endParaRPr>
          </a:p>
        </p:txBody>
      </p:sp>
      <p:sp>
        <p:nvSpPr>
          <p:cNvPr id="1905" name="Google Shape;2302;p60"/>
          <p:cNvSpPr/>
          <p:nvPr/>
        </p:nvSpPr>
        <p:spPr>
          <a:xfrm>
            <a:off x="609480" y="1865520"/>
            <a:ext cx="2361240" cy="2846880"/>
          </a:xfrm>
          <a:prstGeom prst="roundRect">
            <a:avLst>
              <a:gd name="adj" fmla="val 5335"/>
            </a:avLst>
          </a:prstGeom>
          <a:noFill/>
          <a:ln w="9525">
            <a:solidFill>
              <a:srgbClr val="d9d9d9"/>
            </a:solidFill>
            <a:round/>
          </a:ln>
        </p:spPr>
        <p:style>
          <a:lnRef idx="0"/>
          <a:fillRef idx="0"/>
          <a:effectRef idx="0"/>
          <a:fontRef idx="minor"/>
        </p:style>
      </p:sp>
      <p:sp>
        <p:nvSpPr>
          <p:cNvPr id="1906" name="Google Shape;2303;p60"/>
          <p:cNvSpPr/>
          <p:nvPr/>
        </p:nvSpPr>
        <p:spPr>
          <a:xfrm>
            <a:off x="1203480" y="2084760"/>
            <a:ext cx="136476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プロジェクトリーダー</a:t>
            </a:r>
            <a:br>
              <a:rPr sz="800"/>
            </a:br>
            <a:r>
              <a:rPr b="1" lang="zh-CN" sz="800" spc="-1" strike="noStrike">
                <a:solidFill>
                  <a:srgbClr val="ffffff"/>
                </a:solidFill>
                <a:latin typeface="Arial"/>
                <a:ea typeface="Arial"/>
              </a:rPr>
              <a:t>松下（小座野）様</a:t>
            </a:r>
            <a:endParaRPr b="0" lang="en-US" sz="800" spc="-1" strike="noStrike">
              <a:latin typeface="Arial"/>
            </a:endParaRPr>
          </a:p>
        </p:txBody>
      </p:sp>
      <p:sp>
        <p:nvSpPr>
          <p:cNvPr id="1907" name="Google Shape;2304;p60"/>
          <p:cNvSpPr/>
          <p:nvPr/>
        </p:nvSpPr>
        <p:spPr>
          <a:xfrm>
            <a:off x="1203480" y="2791440"/>
            <a:ext cx="136476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プロジェクトメンバ</a:t>
            </a:r>
            <a:br>
              <a:rPr sz="800"/>
            </a:br>
            <a:r>
              <a:rPr b="1" lang="zh-CN" sz="800" spc="-1" strike="noStrike">
                <a:solidFill>
                  <a:srgbClr val="ffffff"/>
                </a:solidFill>
                <a:latin typeface="Arial"/>
                <a:ea typeface="Arial"/>
              </a:rPr>
              <a:t>（</a:t>
            </a:r>
            <a:r>
              <a:rPr b="1" lang="en-US" sz="800" spc="-1" strike="noStrike">
                <a:solidFill>
                  <a:srgbClr val="ffffff"/>
                </a:solidFill>
                <a:latin typeface="Arial"/>
                <a:ea typeface="Arial"/>
              </a:rPr>
              <a:t>TBD</a:t>
            </a:r>
            <a:r>
              <a:rPr b="1" lang="zh-CN" sz="800" spc="-1" strike="noStrike">
                <a:solidFill>
                  <a:srgbClr val="ffffff"/>
                </a:solidFill>
                <a:latin typeface="Arial"/>
                <a:ea typeface="Arial"/>
              </a:rPr>
              <a:t>）</a:t>
            </a:r>
            <a:endParaRPr b="0" lang="en-US" sz="800" spc="-1" strike="noStrike">
              <a:latin typeface="Arial"/>
            </a:endParaRPr>
          </a:p>
        </p:txBody>
      </p:sp>
      <p:sp>
        <p:nvSpPr>
          <p:cNvPr id="1908" name="Google Shape;2305;p60"/>
          <p:cNvSpPr/>
          <p:nvPr/>
        </p:nvSpPr>
        <p:spPr>
          <a:xfrm>
            <a:off x="551880" y="1772640"/>
            <a:ext cx="928080" cy="227880"/>
          </a:xfrm>
          <a:prstGeom prst="rect">
            <a:avLst/>
          </a:prstGeom>
          <a:solidFill>
            <a:srgbClr val="ffffff"/>
          </a:solidFill>
          <a:ln w="9525">
            <a:solidFill>
              <a:srgbClr val="bfbfbf"/>
            </a:solidFill>
            <a:round/>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クライアント様</a:t>
            </a:r>
            <a:endParaRPr b="0" lang="en-US" sz="800" spc="-1" strike="noStrike">
              <a:latin typeface="Arial"/>
            </a:endParaRPr>
          </a:p>
        </p:txBody>
      </p:sp>
      <p:sp>
        <p:nvSpPr>
          <p:cNvPr id="1909" name="Google Shape;2306;p60"/>
          <p:cNvSpPr/>
          <p:nvPr/>
        </p:nvSpPr>
        <p:spPr>
          <a:xfrm>
            <a:off x="3108600" y="1865520"/>
            <a:ext cx="5156640" cy="2846880"/>
          </a:xfrm>
          <a:prstGeom prst="roundRect">
            <a:avLst>
              <a:gd name="adj" fmla="val 5335"/>
            </a:avLst>
          </a:prstGeom>
          <a:noFill/>
          <a:ln w="9525">
            <a:solidFill>
              <a:srgbClr val="d9d9d9"/>
            </a:solidFill>
            <a:round/>
          </a:ln>
        </p:spPr>
        <p:style>
          <a:lnRef idx="0"/>
          <a:fillRef idx="0"/>
          <a:effectRef idx="0"/>
          <a:fontRef idx="minor"/>
        </p:style>
      </p:sp>
      <p:sp>
        <p:nvSpPr>
          <p:cNvPr id="1910" name="Google Shape;2307;p60"/>
          <p:cNvSpPr/>
          <p:nvPr/>
        </p:nvSpPr>
        <p:spPr>
          <a:xfrm>
            <a:off x="5265000" y="2084760"/>
            <a:ext cx="135324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a:t>
            </a:r>
            <a:r>
              <a:rPr b="0" lang="en-US" sz="800" spc="-1" strike="noStrike">
                <a:solidFill>
                  <a:srgbClr val="ffffff"/>
                </a:solidFill>
                <a:latin typeface="Arial"/>
                <a:ea typeface="Arial"/>
              </a:rPr>
              <a:t>PM</a:t>
            </a: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11" name="Google Shape;2308;p60"/>
          <p:cNvSpPr/>
          <p:nvPr/>
        </p:nvSpPr>
        <p:spPr>
          <a:xfrm>
            <a:off x="3398400" y="3070440"/>
            <a:ext cx="135432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12" name="Google Shape;2309;p60"/>
          <p:cNvSpPr/>
          <p:nvPr/>
        </p:nvSpPr>
        <p:spPr>
          <a:xfrm>
            <a:off x="5086080" y="306540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BrSE</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13" name="Google Shape;2310;p60"/>
          <p:cNvSpPr/>
          <p:nvPr/>
        </p:nvSpPr>
        <p:spPr>
          <a:xfrm>
            <a:off x="5086080" y="381168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サーバサイド（</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14" name="Google Shape;2311;p60"/>
          <p:cNvSpPr/>
          <p:nvPr/>
        </p:nvSpPr>
        <p:spPr>
          <a:xfrm>
            <a:off x="5086080" y="343440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リードサーバーサイド</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15" name="Google Shape;2312;p60"/>
          <p:cNvSpPr/>
          <p:nvPr/>
        </p:nvSpPr>
        <p:spPr>
          <a:xfrm flipH="1" rot="10800000">
            <a:off x="1886400" y="1626120"/>
            <a:ext cx="2975400" cy="458640"/>
          </a:xfrm>
          <a:prstGeom prst="bentConnector2">
            <a:avLst/>
          </a:prstGeom>
          <a:noFill/>
          <a:ln w="19050">
            <a:solidFill>
              <a:srgbClr val="44546a"/>
            </a:solidFill>
            <a:round/>
          </a:ln>
        </p:spPr>
        <p:style>
          <a:lnRef idx="0"/>
          <a:fillRef idx="0"/>
          <a:effectRef idx="0"/>
          <a:fontRef idx="minor"/>
        </p:style>
      </p:sp>
      <p:sp>
        <p:nvSpPr>
          <p:cNvPr id="1916" name="Google Shape;2313;p60"/>
          <p:cNvSpPr/>
          <p:nvPr/>
        </p:nvSpPr>
        <p:spPr>
          <a:xfrm rot="10800000">
            <a:off x="4830840" y="1624680"/>
            <a:ext cx="1109880" cy="460080"/>
          </a:xfrm>
          <a:prstGeom prst="bentConnector2">
            <a:avLst/>
          </a:prstGeom>
          <a:noFill/>
          <a:ln w="19050">
            <a:solidFill>
              <a:srgbClr val="44546a"/>
            </a:solidFill>
            <a:round/>
          </a:ln>
        </p:spPr>
        <p:style>
          <a:lnRef idx="0"/>
          <a:fillRef idx="0"/>
          <a:effectRef idx="0"/>
          <a:fontRef idx="minor"/>
        </p:style>
      </p:sp>
      <p:sp>
        <p:nvSpPr>
          <p:cNvPr id="1917" name="Google Shape;2314;p60"/>
          <p:cNvSpPr/>
          <p:nvPr/>
        </p:nvSpPr>
        <p:spPr>
          <a:xfrm flipH="1">
            <a:off x="5540040" y="1453320"/>
            <a:ext cx="803160" cy="170640"/>
          </a:xfrm>
          <a:prstGeom prst="bentConnector3">
            <a:avLst>
              <a:gd name="adj1" fmla="val 49996"/>
            </a:avLst>
          </a:prstGeom>
          <a:noFill/>
          <a:ln w="19050">
            <a:solidFill>
              <a:srgbClr val="44546a"/>
            </a:solidFill>
            <a:round/>
          </a:ln>
        </p:spPr>
        <p:style>
          <a:lnRef idx="0"/>
          <a:fillRef idx="0"/>
          <a:effectRef idx="0"/>
          <a:fontRef idx="minor"/>
        </p:style>
      </p:sp>
      <p:sp>
        <p:nvSpPr>
          <p:cNvPr id="1918" name="Google Shape;2315;p60"/>
          <p:cNvSpPr/>
          <p:nvPr/>
        </p:nvSpPr>
        <p:spPr>
          <a:xfrm>
            <a:off x="6347160" y="1297080"/>
            <a:ext cx="135324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Arial"/>
                <a:ea typeface="Arial"/>
              </a:rPr>
              <a:t>アカウントマネージャー</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Arial"/>
                <a:ea typeface="Arial"/>
              </a:rPr>
              <a:t>西谷</a:t>
            </a:r>
            <a:endParaRPr b="0" lang="en-US" sz="800" spc="-1" strike="noStrike">
              <a:latin typeface="Arial"/>
            </a:endParaRPr>
          </a:p>
        </p:txBody>
      </p:sp>
      <p:sp>
        <p:nvSpPr>
          <p:cNvPr id="1919" name="Google Shape;2316;p60"/>
          <p:cNvSpPr/>
          <p:nvPr/>
        </p:nvSpPr>
        <p:spPr>
          <a:xfrm>
            <a:off x="3354120" y="2968920"/>
            <a:ext cx="1447560" cy="854640"/>
          </a:xfrm>
          <a:prstGeom prst="roundRect">
            <a:avLst>
              <a:gd name="adj" fmla="val 9179"/>
            </a:avLst>
          </a:prstGeom>
          <a:noFill/>
          <a:ln w="9525">
            <a:solidFill>
              <a:srgbClr val="d9d9d9"/>
            </a:solidFill>
            <a:round/>
          </a:ln>
        </p:spPr>
        <p:style>
          <a:lnRef idx="0"/>
          <a:fillRef idx="0"/>
          <a:effectRef idx="0"/>
          <a:fontRef idx="minor"/>
        </p:style>
      </p:sp>
      <p:sp>
        <p:nvSpPr>
          <p:cNvPr id="1920" name="Google Shape;2317;p60"/>
          <p:cNvSpPr/>
          <p:nvPr/>
        </p:nvSpPr>
        <p:spPr>
          <a:xfrm>
            <a:off x="3778560" y="2818440"/>
            <a:ext cx="56736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デザイン</a:t>
            </a:r>
            <a:endParaRPr b="0" lang="en-US" sz="800" spc="-1" strike="noStrike">
              <a:latin typeface="Arial"/>
            </a:endParaRPr>
          </a:p>
        </p:txBody>
      </p:sp>
      <p:sp>
        <p:nvSpPr>
          <p:cNvPr id="1921" name="Google Shape;2318;p60"/>
          <p:cNvSpPr/>
          <p:nvPr/>
        </p:nvSpPr>
        <p:spPr>
          <a:xfrm>
            <a:off x="4991040" y="2964240"/>
            <a:ext cx="3040920" cy="1602720"/>
          </a:xfrm>
          <a:prstGeom prst="roundRect">
            <a:avLst>
              <a:gd name="adj" fmla="val 8416"/>
            </a:avLst>
          </a:prstGeom>
          <a:noFill/>
          <a:ln w="9525">
            <a:solidFill>
              <a:srgbClr val="d9d9d9"/>
            </a:solidFill>
            <a:round/>
          </a:ln>
        </p:spPr>
        <p:style>
          <a:lnRef idx="0"/>
          <a:fillRef idx="0"/>
          <a:effectRef idx="0"/>
          <a:fontRef idx="minor"/>
        </p:style>
      </p:sp>
      <p:sp>
        <p:nvSpPr>
          <p:cNvPr id="1922" name="Google Shape;2319;p60"/>
          <p:cNvSpPr/>
          <p:nvPr/>
        </p:nvSpPr>
        <p:spPr>
          <a:xfrm>
            <a:off x="6100920" y="2789280"/>
            <a:ext cx="80532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エンジニア</a:t>
            </a:r>
            <a:endParaRPr b="0" lang="en-US" sz="800" spc="-1" strike="noStrike">
              <a:latin typeface="Arial"/>
            </a:endParaRPr>
          </a:p>
        </p:txBody>
      </p:sp>
      <p:sp>
        <p:nvSpPr>
          <p:cNvPr id="1923" name="Google Shape;2320;p60"/>
          <p:cNvSpPr/>
          <p:nvPr/>
        </p:nvSpPr>
        <p:spPr>
          <a:xfrm>
            <a:off x="5091840" y="416772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リードフロント</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24" name="Google Shape;2321;p60"/>
          <p:cNvSpPr/>
          <p:nvPr/>
        </p:nvSpPr>
        <p:spPr>
          <a:xfrm>
            <a:off x="3399480" y="4137480"/>
            <a:ext cx="135432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コミュニケーター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25" name="Google Shape;2322;p60"/>
          <p:cNvSpPr/>
          <p:nvPr/>
        </p:nvSpPr>
        <p:spPr>
          <a:xfrm>
            <a:off x="3352680" y="4047480"/>
            <a:ext cx="1447560" cy="482400"/>
          </a:xfrm>
          <a:prstGeom prst="roundRect">
            <a:avLst>
              <a:gd name="adj" fmla="val 9179"/>
            </a:avLst>
          </a:prstGeom>
          <a:noFill/>
          <a:ln w="9525">
            <a:solidFill>
              <a:srgbClr val="d9d9d9"/>
            </a:solidFill>
            <a:round/>
          </a:ln>
        </p:spPr>
        <p:style>
          <a:lnRef idx="0"/>
          <a:fillRef idx="0"/>
          <a:effectRef idx="0"/>
          <a:fontRef idx="minor"/>
        </p:style>
      </p:sp>
      <p:sp>
        <p:nvSpPr>
          <p:cNvPr id="1926" name="Google Shape;2323;p60"/>
          <p:cNvSpPr/>
          <p:nvPr/>
        </p:nvSpPr>
        <p:spPr>
          <a:xfrm>
            <a:off x="3777120" y="3904560"/>
            <a:ext cx="56736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000000"/>
                </a:solidFill>
                <a:latin typeface="Arial"/>
                <a:ea typeface="Arial"/>
              </a:rPr>
              <a:t>サポート</a:t>
            </a:r>
            <a:endParaRPr b="0" lang="en-US" sz="800" spc="-1" strike="noStrike">
              <a:latin typeface="Arial"/>
            </a:endParaRPr>
          </a:p>
        </p:txBody>
      </p:sp>
      <p:sp>
        <p:nvSpPr>
          <p:cNvPr id="1927" name="Google Shape;2324;p60"/>
          <p:cNvSpPr/>
          <p:nvPr/>
        </p:nvSpPr>
        <p:spPr>
          <a:xfrm>
            <a:off x="6549480" y="344664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a:t>
            </a:r>
            <a:r>
              <a:rPr b="0" lang="en-US" sz="800" spc="-1" strike="noStrike">
                <a:solidFill>
                  <a:srgbClr val="ffffff"/>
                </a:solidFill>
                <a:latin typeface="Arial"/>
                <a:ea typeface="Arial"/>
              </a:rPr>
              <a:t>QA</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28" name="Google Shape;2325;p60"/>
          <p:cNvSpPr/>
          <p:nvPr/>
        </p:nvSpPr>
        <p:spPr>
          <a:xfrm>
            <a:off x="6556680" y="381924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QA</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29" name="Google Shape;2326;p60"/>
          <p:cNvSpPr/>
          <p:nvPr/>
        </p:nvSpPr>
        <p:spPr>
          <a:xfrm>
            <a:off x="6535440" y="306540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インフラ</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30" name="Google Shape;2327;p60"/>
          <p:cNvSpPr/>
          <p:nvPr/>
        </p:nvSpPr>
        <p:spPr>
          <a:xfrm>
            <a:off x="3398400" y="3438000"/>
            <a:ext cx="135432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1931" name="Google Shape;2328;p60"/>
          <p:cNvSpPr/>
          <p:nvPr/>
        </p:nvSpPr>
        <p:spPr>
          <a:xfrm>
            <a:off x="3252960" y="2769480"/>
            <a:ext cx="4837680" cy="1860480"/>
          </a:xfrm>
          <a:prstGeom prst="roundRect">
            <a:avLst>
              <a:gd name="adj" fmla="val 5335"/>
            </a:avLst>
          </a:prstGeom>
          <a:noFill/>
          <a:ln w="9525">
            <a:solidFill>
              <a:srgbClr val="d9d9d9"/>
            </a:solidFill>
            <a:round/>
          </a:ln>
        </p:spPr>
        <p:style>
          <a:lnRef idx="0"/>
          <a:fillRef idx="0"/>
          <a:effectRef idx="0"/>
          <a:fontRef idx="minor"/>
        </p:style>
      </p:sp>
      <p:sp>
        <p:nvSpPr>
          <p:cNvPr id="1932" name="Google Shape;2329;p60"/>
          <p:cNvSpPr/>
          <p:nvPr/>
        </p:nvSpPr>
        <p:spPr>
          <a:xfrm>
            <a:off x="3252960" y="1996920"/>
            <a:ext cx="4837680" cy="595440"/>
          </a:xfrm>
          <a:prstGeom prst="roundRect">
            <a:avLst>
              <a:gd name="adj" fmla="val 5335"/>
            </a:avLst>
          </a:prstGeom>
          <a:noFill/>
          <a:ln w="9525">
            <a:solidFill>
              <a:srgbClr val="d9d9d9"/>
            </a:solidFill>
            <a:round/>
          </a:ln>
        </p:spPr>
        <p:style>
          <a:lnRef idx="0"/>
          <a:fillRef idx="0"/>
          <a:effectRef idx="0"/>
          <a:fontRef idx="minor"/>
        </p:style>
      </p:sp>
      <p:sp>
        <p:nvSpPr>
          <p:cNvPr id="1933" name="Google Shape;2330;p60"/>
          <p:cNvSpPr/>
          <p:nvPr/>
        </p:nvSpPr>
        <p:spPr>
          <a:xfrm>
            <a:off x="7052400" y="1890720"/>
            <a:ext cx="983880" cy="227880"/>
          </a:xfrm>
          <a:prstGeom prst="rect">
            <a:avLst/>
          </a:prstGeom>
          <a:solidFill>
            <a:srgbClr val="ffffff"/>
          </a:solidFill>
          <a:ln w="9525">
            <a:solidFill>
              <a:srgbClr val="9e9e9e"/>
            </a:solidFill>
            <a:round/>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00000"/>
                </a:solidFill>
                <a:latin typeface="Arial"/>
                <a:ea typeface="Arial"/>
              </a:rPr>
              <a:t>Sun* JP</a:t>
            </a:r>
            <a:r>
              <a:rPr b="1" lang="zh-CN" sz="800" spc="-1" strike="noStrike">
                <a:solidFill>
                  <a:srgbClr val="000000"/>
                </a:solidFill>
                <a:latin typeface="Arial"/>
                <a:ea typeface="Arial"/>
              </a:rPr>
              <a:t>チーム</a:t>
            </a:r>
            <a:endParaRPr b="0" lang="en-US" sz="800" spc="-1" strike="noStrike">
              <a:latin typeface="Arial"/>
            </a:endParaRPr>
          </a:p>
        </p:txBody>
      </p:sp>
      <p:sp>
        <p:nvSpPr>
          <p:cNvPr id="1934" name="Google Shape;2331;p60"/>
          <p:cNvSpPr/>
          <p:nvPr/>
        </p:nvSpPr>
        <p:spPr>
          <a:xfrm>
            <a:off x="7052400" y="2631960"/>
            <a:ext cx="983880" cy="227880"/>
          </a:xfrm>
          <a:prstGeom prst="rect">
            <a:avLst/>
          </a:prstGeom>
          <a:solidFill>
            <a:srgbClr val="ffffff"/>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000000"/>
                </a:solidFill>
                <a:latin typeface="Arial"/>
                <a:ea typeface="Arial"/>
              </a:rPr>
              <a:t>Sun* VN</a:t>
            </a:r>
            <a:r>
              <a:rPr b="1" lang="zh-CN" sz="800" spc="-1" strike="noStrike">
                <a:solidFill>
                  <a:srgbClr val="000000"/>
                </a:solidFill>
                <a:latin typeface="Arial"/>
                <a:ea typeface="Arial"/>
              </a:rPr>
              <a:t>開発チーム</a:t>
            </a:r>
            <a:endParaRPr b="0" lang="en-US" sz="800" spc="-1" strike="noStrike">
              <a:latin typeface="Arial"/>
            </a:endParaRPr>
          </a:p>
        </p:txBody>
      </p:sp>
      <p:sp>
        <p:nvSpPr>
          <p:cNvPr id="1935" name="Google Shape;2332;p60"/>
          <p:cNvSpPr/>
          <p:nvPr/>
        </p:nvSpPr>
        <p:spPr>
          <a:xfrm>
            <a:off x="3535200" y="2085840"/>
            <a:ext cx="135432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zh-CN" sz="800" spc="-1" strike="noStrike">
                <a:solidFill>
                  <a:srgbClr val="ffffff"/>
                </a:solidFill>
                <a:latin typeface="Arial"/>
                <a:ea typeface="Arial"/>
              </a:rPr>
              <a:t>リードデザイナー</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6"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37" name="Google Shape;2338;p61"/>
          <p:cNvSpPr/>
          <p:nvPr/>
        </p:nvSpPr>
        <p:spPr>
          <a:xfrm>
            <a:off x="-1174680" y="450324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938" name="Google Shape;2339;p61"/>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開発フェーズ費用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39" name="Google Shape;2340;p61"/>
          <p:cNvSpPr/>
          <p:nvPr/>
        </p:nvSpPr>
        <p:spPr>
          <a:xfrm>
            <a:off x="166680" y="704160"/>
            <a:ext cx="8483760" cy="38592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開発フェーズにおけるお見積もり金額（概算）は以下の通りです。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準委任契約を前提として算出しております</a:t>
            </a:r>
            <a:endParaRPr b="0" lang="en-US" sz="1000" spc="-1" strike="noStrike">
              <a:latin typeface="Arial"/>
            </a:endParaRPr>
          </a:p>
        </p:txBody>
      </p:sp>
      <p:sp>
        <p:nvSpPr>
          <p:cNvPr id="1940" name="Google Shape;2341;p61"/>
          <p:cNvSpPr/>
          <p:nvPr/>
        </p:nvSpPr>
        <p:spPr>
          <a:xfrm>
            <a:off x="5964480" y="698040"/>
            <a:ext cx="3060360" cy="516240"/>
          </a:xfrm>
          <a:prstGeom prst="rect">
            <a:avLst/>
          </a:prstGeom>
          <a:solidFill>
            <a:srgbClr val="999999"/>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900" spc="-1" strike="noStrike">
                <a:solidFill>
                  <a:srgbClr val="ffffff"/>
                </a:solidFill>
                <a:latin typeface="Arial"/>
                <a:ea typeface="Arial"/>
              </a:rPr>
              <a:t>貴社想定の動的なレイアウトでの実装に向け</a:t>
            </a:r>
            <a:endParaRPr b="0" lang="en-US" sz="900" spc="-1" strike="noStrike">
              <a:latin typeface="Arial"/>
            </a:endParaRPr>
          </a:p>
          <a:p>
            <a:pPr algn="ctr">
              <a:lnSpc>
                <a:spcPct val="100000"/>
              </a:lnSpc>
              <a:buNone/>
              <a:tabLst>
                <a:tab algn="l" pos="0"/>
              </a:tabLst>
            </a:pPr>
            <a:r>
              <a:rPr b="1" lang="zh-CN" sz="900" spc="-1" strike="noStrike">
                <a:solidFill>
                  <a:srgbClr val="ffffff"/>
                </a:solidFill>
                <a:latin typeface="Arial"/>
                <a:ea typeface="Arial"/>
              </a:rPr>
              <a:t>前回の弊社の想定工数に</a:t>
            </a:r>
            <a:endParaRPr b="0" lang="en-US" sz="900" spc="-1" strike="noStrike">
              <a:latin typeface="Arial"/>
            </a:endParaRPr>
          </a:p>
          <a:p>
            <a:pPr algn="ctr">
              <a:lnSpc>
                <a:spcPct val="100000"/>
              </a:lnSpc>
              <a:buNone/>
              <a:tabLst>
                <a:tab algn="l" pos="0"/>
              </a:tabLst>
            </a:pPr>
            <a:r>
              <a:rPr b="1" lang="zh-CN" sz="900" spc="-1" strike="noStrike">
                <a:solidFill>
                  <a:srgbClr val="ffffff"/>
                </a:solidFill>
                <a:latin typeface="Arial"/>
                <a:ea typeface="Arial"/>
              </a:rPr>
              <a:t>バックエンドとフロントエンドの工数を増加</a:t>
            </a:r>
            <a:endParaRPr b="0" lang="en-US" sz="900" spc="-1" strike="noStrike">
              <a:latin typeface="Arial"/>
            </a:endParaRPr>
          </a:p>
        </p:txBody>
      </p:sp>
      <p:pic>
        <p:nvPicPr>
          <p:cNvPr id="1941" name="Google Shape;2342;p61" descr="テーブル&#10;&#10;自動的に生成された説明"/>
          <p:cNvPicPr/>
          <p:nvPr/>
        </p:nvPicPr>
        <p:blipFill>
          <a:blip r:embed="rId1"/>
          <a:stretch/>
        </p:blipFill>
        <p:spPr>
          <a:xfrm>
            <a:off x="685800" y="1465200"/>
            <a:ext cx="7770600" cy="304920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2"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43" name="Google Shape;2348;p62"/>
          <p:cNvSpPr/>
          <p:nvPr/>
        </p:nvSpPr>
        <p:spPr>
          <a:xfrm>
            <a:off x="-1174680" y="4503240"/>
            <a:ext cx="653400" cy="353880"/>
          </a:xfrm>
          <a:prstGeom prst="rect">
            <a:avLst/>
          </a:prstGeom>
          <a:solidFill>
            <a:schemeClr val="lt2"/>
          </a:solidFill>
          <a:ln w="9525">
            <a:solidFill>
              <a:srgbClr val="ececec"/>
            </a:solidFill>
            <a:round/>
          </a:ln>
        </p:spPr>
        <p:style>
          <a:lnRef idx="0"/>
          <a:fillRef idx="0"/>
          <a:effectRef idx="0"/>
          <a:fontRef idx="minor"/>
        </p:style>
        <p:txBody>
          <a:bodyPr lIns="90000" rIns="90000" tIns="354240" bIns="354240" anchor="ctr">
            <a:noAutofit/>
          </a:bodyPr>
          <a:p>
            <a:pPr algn="ctr">
              <a:lnSpc>
                <a:spcPct val="100000"/>
              </a:lnSpc>
              <a:buNone/>
              <a:tabLst>
                <a:tab algn="l" pos="0"/>
              </a:tabLst>
            </a:pPr>
            <a:r>
              <a:rPr b="0" lang="zh-CN" sz="600" spc="-1" strike="noStrike">
                <a:solidFill>
                  <a:srgbClr val="000000"/>
                </a:solidFill>
                <a:latin typeface="Arial"/>
                <a:ea typeface="Arial"/>
              </a:rPr>
              <a:t>テキストの開始位置を修正しました</a:t>
            </a:r>
            <a:endParaRPr b="0" lang="en-US" sz="600" spc="-1" strike="noStrike">
              <a:latin typeface="Arial"/>
            </a:endParaRPr>
          </a:p>
        </p:txBody>
      </p:sp>
      <p:sp>
        <p:nvSpPr>
          <p:cNvPr id="1944" name="Google Shape;2349;p62"/>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1945" name="Google Shape;2350;p62"/>
          <p:cNvSpPr/>
          <p:nvPr/>
        </p:nvSpPr>
        <p:spPr>
          <a:xfrm>
            <a:off x="216360" y="677880"/>
            <a:ext cx="7940160" cy="41796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リリース後、システム運用保守作業と、継続的改善作業を並行して進めます。 </a:t>
            </a:r>
            <a:br>
              <a:rPr sz="1000"/>
            </a:br>
            <a:r>
              <a:rPr b="0" lang="zh-CN" sz="1000" spc="-1" strike="noStrike">
                <a:solidFill>
                  <a:srgbClr val="3f3f3f"/>
                </a:solidFill>
                <a:latin typeface="Noto Sans JP"/>
                <a:ea typeface="Noto Sans JP"/>
              </a:rPr>
              <a:t>「共創」の方針に沿って、費用対効果を考慮した最適な体制を構築し、 状況変化に合わせて柔軟に変更します。</a:t>
            </a:r>
            <a:endParaRPr b="0" lang="en-US" sz="1000" spc="-1" strike="noStrike">
              <a:latin typeface="Arial"/>
            </a:endParaRPr>
          </a:p>
        </p:txBody>
      </p:sp>
      <p:sp>
        <p:nvSpPr>
          <p:cNvPr id="1946" name="Google Shape;2351;p62"/>
          <p:cNvSpPr/>
          <p:nvPr/>
        </p:nvSpPr>
        <p:spPr>
          <a:xfrm>
            <a:off x="288720" y="1158840"/>
            <a:ext cx="8564760" cy="3566880"/>
          </a:xfrm>
          <a:prstGeom prst="roundRect">
            <a:avLst>
              <a:gd name="adj" fmla="val 2486"/>
            </a:avLst>
          </a:prstGeom>
          <a:solidFill>
            <a:srgbClr val="ffffff"/>
          </a:solidFill>
          <a:ln w="9525">
            <a:solidFill>
              <a:srgbClr val="ececec"/>
            </a:solidFill>
            <a:round/>
          </a:ln>
        </p:spPr>
        <p:style>
          <a:lnRef idx="0"/>
          <a:fillRef idx="0"/>
          <a:effectRef idx="0"/>
          <a:fontRef idx="minor"/>
        </p:style>
      </p:sp>
      <p:grpSp>
        <p:nvGrpSpPr>
          <p:cNvPr id="1947" name="Google Shape;2352;p62"/>
          <p:cNvGrpSpPr/>
          <p:nvPr/>
        </p:nvGrpSpPr>
        <p:grpSpPr>
          <a:xfrm>
            <a:off x="734400" y="1158840"/>
            <a:ext cx="6904080" cy="3450960"/>
            <a:chOff x="734400" y="1158840"/>
            <a:chExt cx="6904080" cy="3450960"/>
          </a:xfrm>
        </p:grpSpPr>
        <p:pic>
          <p:nvPicPr>
            <p:cNvPr id="1948" name="Google Shape;2353;p62" descr="ユーザー 単色塗りつぶし"/>
            <p:cNvPicPr/>
            <p:nvPr/>
          </p:nvPicPr>
          <p:blipFill>
            <a:blip r:embed="rId1"/>
            <a:stretch/>
          </p:blipFill>
          <p:spPr>
            <a:xfrm>
              <a:off x="2343600" y="4322880"/>
              <a:ext cx="219600" cy="219600"/>
            </a:xfrm>
            <a:prstGeom prst="rect">
              <a:avLst/>
            </a:prstGeom>
            <a:ln w="0">
              <a:noFill/>
            </a:ln>
          </p:spPr>
        </p:pic>
        <p:sp>
          <p:nvSpPr>
            <p:cNvPr id="1949" name="Google Shape;2354;p62"/>
            <p:cNvSpPr/>
            <p:nvPr/>
          </p:nvSpPr>
          <p:spPr>
            <a:xfrm>
              <a:off x="2519640" y="4358880"/>
              <a:ext cx="69804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zh-CN" sz="600" spc="-1" strike="noStrike">
                  <a:solidFill>
                    <a:srgbClr val="1e8900"/>
                  </a:solidFill>
                  <a:latin typeface="Arial"/>
                  <a:ea typeface="Arial"/>
                </a:rPr>
                <a:t>貴社メンバー</a:t>
              </a:r>
              <a:endParaRPr b="0" lang="en-US" sz="600" spc="-1" strike="noStrike">
                <a:latin typeface="Arial"/>
              </a:endParaRPr>
            </a:p>
          </p:txBody>
        </p:sp>
        <p:pic>
          <p:nvPicPr>
            <p:cNvPr id="1950" name="Google Shape;2355;p62" descr="ユーザー 単色塗りつぶし"/>
            <p:cNvPicPr/>
            <p:nvPr/>
          </p:nvPicPr>
          <p:blipFill>
            <a:blip r:embed="rId2"/>
            <a:stretch/>
          </p:blipFill>
          <p:spPr>
            <a:xfrm>
              <a:off x="3164400" y="4322880"/>
              <a:ext cx="219600" cy="219600"/>
            </a:xfrm>
            <a:prstGeom prst="rect">
              <a:avLst/>
            </a:prstGeom>
            <a:ln w="0">
              <a:noFill/>
            </a:ln>
          </p:spPr>
        </p:pic>
        <p:sp>
          <p:nvSpPr>
            <p:cNvPr id="1951" name="Google Shape;2356;p62"/>
            <p:cNvSpPr/>
            <p:nvPr/>
          </p:nvSpPr>
          <p:spPr>
            <a:xfrm>
              <a:off x="3340440" y="4358880"/>
              <a:ext cx="79308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en-US" sz="600" spc="-1" strike="noStrike">
                  <a:solidFill>
                    <a:srgbClr val="990000"/>
                  </a:solidFill>
                  <a:latin typeface="Arial"/>
                  <a:ea typeface="Arial"/>
                </a:rPr>
                <a:t>SunJP</a:t>
              </a:r>
              <a:r>
                <a:rPr b="1" lang="zh-CN" sz="600" spc="-1" strike="noStrike">
                  <a:solidFill>
                    <a:srgbClr val="990000"/>
                  </a:solidFill>
                  <a:latin typeface="Arial"/>
                  <a:ea typeface="Arial"/>
                </a:rPr>
                <a:t>メンバー</a:t>
              </a:r>
              <a:endParaRPr b="0" lang="en-US" sz="600" spc="-1" strike="noStrike">
                <a:latin typeface="Arial"/>
              </a:endParaRPr>
            </a:p>
          </p:txBody>
        </p:sp>
        <p:pic>
          <p:nvPicPr>
            <p:cNvPr id="1952" name="Google Shape;2357;p62" descr="ユーザー 単色塗りつぶし"/>
            <p:cNvPicPr/>
            <p:nvPr/>
          </p:nvPicPr>
          <p:blipFill>
            <a:blip r:embed="rId3"/>
            <a:stretch/>
          </p:blipFill>
          <p:spPr>
            <a:xfrm>
              <a:off x="4073040" y="4322880"/>
              <a:ext cx="219600" cy="219600"/>
            </a:xfrm>
            <a:prstGeom prst="rect">
              <a:avLst/>
            </a:prstGeom>
            <a:ln w="0">
              <a:noFill/>
            </a:ln>
          </p:spPr>
        </p:pic>
        <p:sp>
          <p:nvSpPr>
            <p:cNvPr id="1953" name="Google Shape;2358;p62"/>
            <p:cNvSpPr/>
            <p:nvPr/>
          </p:nvSpPr>
          <p:spPr>
            <a:xfrm>
              <a:off x="4249440" y="4358880"/>
              <a:ext cx="81360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en-US" sz="600" spc="-1" strike="noStrike">
                  <a:solidFill>
                    <a:srgbClr val="b69256"/>
                  </a:solidFill>
                  <a:latin typeface="Arial"/>
                  <a:ea typeface="Arial"/>
                </a:rPr>
                <a:t>SunVN</a:t>
              </a:r>
              <a:r>
                <a:rPr b="1" lang="zh-CN" sz="600" spc="-1" strike="noStrike">
                  <a:solidFill>
                    <a:srgbClr val="b69256"/>
                  </a:solidFill>
                  <a:latin typeface="Arial"/>
                  <a:ea typeface="Arial"/>
                </a:rPr>
                <a:t>メンバー</a:t>
              </a:r>
              <a:endParaRPr b="0" lang="en-US" sz="600" spc="-1" strike="noStrike">
                <a:latin typeface="Arial"/>
              </a:endParaRPr>
            </a:p>
          </p:txBody>
        </p:sp>
        <p:pic>
          <p:nvPicPr>
            <p:cNvPr id="1954" name="Google Shape;2359;p62" descr="ユーザー 単色塗りつぶし"/>
            <p:cNvPicPr/>
            <p:nvPr/>
          </p:nvPicPr>
          <p:blipFill>
            <a:blip r:embed="rId4"/>
            <a:stretch/>
          </p:blipFill>
          <p:spPr>
            <a:xfrm>
              <a:off x="5036040" y="4322880"/>
              <a:ext cx="219600" cy="219600"/>
            </a:xfrm>
            <a:prstGeom prst="rect">
              <a:avLst/>
            </a:prstGeom>
            <a:ln w="0">
              <a:noFill/>
            </a:ln>
          </p:spPr>
        </p:pic>
        <p:sp>
          <p:nvSpPr>
            <p:cNvPr id="1955" name="Google Shape;2360;p62"/>
            <p:cNvSpPr/>
            <p:nvPr/>
          </p:nvSpPr>
          <p:spPr>
            <a:xfrm>
              <a:off x="5212440" y="4358880"/>
              <a:ext cx="956880" cy="159480"/>
            </a:xfrm>
            <a:prstGeom prst="rect">
              <a:avLst/>
            </a:prstGeom>
            <a:noFill/>
            <a:ln w="0">
              <a:noFill/>
            </a:ln>
          </p:spPr>
          <p:style>
            <a:lnRef idx="0"/>
            <a:fillRef idx="0"/>
            <a:effectRef idx="0"/>
            <a:fontRef idx="minor"/>
          </p:style>
          <p:txBody>
            <a:bodyPr lIns="68400" rIns="68400" tIns="34200" bIns="34200" anchor="t">
              <a:spAutoFit/>
            </a:bodyPr>
            <a:p>
              <a:pPr>
                <a:lnSpc>
                  <a:spcPct val="100000"/>
                </a:lnSpc>
                <a:buNone/>
                <a:tabLst>
                  <a:tab algn="l" pos="0"/>
                </a:tabLst>
              </a:pPr>
              <a:r>
                <a:rPr b="1" lang="zh-CN" sz="600" spc="-1" strike="noStrike">
                  <a:solidFill>
                    <a:srgbClr val="999999"/>
                  </a:solidFill>
                  <a:latin typeface="Arial"/>
                  <a:ea typeface="Arial"/>
                </a:rPr>
                <a:t>外部ベンダメンバー</a:t>
              </a:r>
              <a:endParaRPr b="0" lang="en-US" sz="600" spc="-1" strike="noStrike">
                <a:latin typeface="Arial"/>
              </a:endParaRPr>
            </a:p>
          </p:txBody>
        </p:sp>
        <p:sp>
          <p:nvSpPr>
            <p:cNvPr id="1956" name="Google Shape;2361;p62"/>
            <p:cNvSpPr/>
            <p:nvPr/>
          </p:nvSpPr>
          <p:spPr>
            <a:xfrm>
              <a:off x="2550960" y="1623960"/>
              <a:ext cx="3188520" cy="224280"/>
            </a:xfrm>
            <a:prstGeom prst="rect">
              <a:avLst/>
            </a:prstGeom>
            <a:solidFill>
              <a:srgbClr val="595959"/>
            </a:solidFill>
            <a:ln w="0">
              <a:noFill/>
            </a:ln>
          </p:spPr>
          <p:style>
            <a:lnRef idx="0"/>
            <a:fillRef idx="0"/>
            <a:effectRef idx="0"/>
            <a:fontRef idx="minor"/>
          </p:style>
          <p:txBody>
            <a:bodyPr lIns="68400" rIns="68400" tIns="34200" bIns="34200" anchor="ctr">
              <a:noAutofit/>
            </a:bodyPr>
            <a:p>
              <a:pPr algn="ctr">
                <a:lnSpc>
                  <a:spcPct val="100000"/>
                </a:lnSpc>
                <a:buNone/>
                <a:tabLst>
                  <a:tab algn="l" pos="0"/>
                </a:tabLst>
              </a:pPr>
              <a:r>
                <a:rPr b="1" lang="zh-CN" sz="900" spc="-1" strike="noStrike">
                  <a:solidFill>
                    <a:srgbClr val="ffffff"/>
                  </a:solidFill>
                  <a:latin typeface="Arial"/>
                  <a:ea typeface="Arial"/>
                </a:rPr>
                <a:t>リリース直後の運用保守体制（例）</a:t>
              </a:r>
              <a:endParaRPr b="0" lang="en-US" sz="900" spc="-1" strike="noStrike">
                <a:latin typeface="Arial"/>
              </a:endParaRPr>
            </a:p>
          </p:txBody>
        </p:sp>
        <p:sp>
          <p:nvSpPr>
            <p:cNvPr id="1957" name="Google Shape;2362;p62"/>
            <p:cNvSpPr/>
            <p:nvPr/>
          </p:nvSpPr>
          <p:spPr>
            <a:xfrm>
              <a:off x="734400" y="1158840"/>
              <a:ext cx="6904080" cy="4179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1000" spc="-1" strike="noStrike">
                  <a:solidFill>
                    <a:srgbClr val="434343"/>
                  </a:solidFill>
                  <a:latin typeface="Arial"/>
                  <a:ea typeface="Arial"/>
                </a:rPr>
                <a:t>体制イメージ</a:t>
              </a:r>
              <a:endParaRPr b="0" lang="en-US" sz="1000" spc="-1" strike="noStrike">
                <a:latin typeface="Arial"/>
              </a:endParaRPr>
            </a:p>
            <a:p>
              <a:pPr algn="ctr">
                <a:lnSpc>
                  <a:spcPct val="115000"/>
                </a:lnSpc>
                <a:buNone/>
                <a:tabLst>
                  <a:tab algn="l" pos="0"/>
                </a:tabLst>
              </a:pPr>
              <a:r>
                <a:rPr b="1" lang="zh-CN" sz="1000" spc="-1" strike="noStrike">
                  <a:solidFill>
                    <a:srgbClr val="434343"/>
                  </a:solidFill>
                  <a:latin typeface="Arial"/>
                  <a:ea typeface="Arial"/>
                </a:rPr>
                <a:t>（実際にの体制は、運用設計時やリリース後に、状況を踏まえた最適な体制を検討します）</a:t>
              </a:r>
              <a:endParaRPr b="0" lang="en-US" sz="1000" spc="-1" strike="noStrike">
                <a:latin typeface="Arial"/>
              </a:endParaRPr>
            </a:p>
          </p:txBody>
        </p:sp>
        <p:pic>
          <p:nvPicPr>
            <p:cNvPr id="1958" name="Google Shape;2363;p62" descr="ユーザー 単色塗りつぶし"/>
            <p:cNvPicPr/>
            <p:nvPr/>
          </p:nvPicPr>
          <p:blipFill>
            <a:blip r:embed="rId5"/>
            <a:stretch/>
          </p:blipFill>
          <p:spPr>
            <a:xfrm>
              <a:off x="3137040" y="1892880"/>
              <a:ext cx="406440" cy="405360"/>
            </a:xfrm>
            <a:prstGeom prst="rect">
              <a:avLst/>
            </a:prstGeom>
            <a:ln w="0">
              <a:noFill/>
            </a:ln>
          </p:spPr>
        </p:pic>
        <p:sp>
          <p:nvSpPr>
            <p:cNvPr id="1959" name="Google Shape;2364;p62"/>
            <p:cNvSpPr/>
            <p:nvPr/>
          </p:nvSpPr>
          <p:spPr>
            <a:xfrm>
              <a:off x="2905920" y="2255040"/>
              <a:ext cx="86868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プロダクトオーナー</a:t>
              </a:r>
              <a:endParaRPr b="0" lang="en-US" sz="600" spc="-1" strike="noStrike">
                <a:latin typeface="Arial"/>
              </a:endParaRPr>
            </a:p>
          </p:txBody>
        </p:sp>
        <p:pic>
          <p:nvPicPr>
            <p:cNvPr id="1960" name="Google Shape;2365;p62" descr="ユーザー 単色塗りつぶし"/>
            <p:cNvPicPr/>
            <p:nvPr/>
          </p:nvPicPr>
          <p:blipFill>
            <a:blip r:embed="rId6"/>
            <a:stretch/>
          </p:blipFill>
          <p:spPr>
            <a:xfrm>
              <a:off x="4073400" y="2025720"/>
              <a:ext cx="406440" cy="405360"/>
            </a:xfrm>
            <a:prstGeom prst="rect">
              <a:avLst/>
            </a:prstGeom>
            <a:ln w="0">
              <a:noFill/>
            </a:ln>
          </p:spPr>
        </p:pic>
        <p:sp>
          <p:nvSpPr>
            <p:cNvPr id="1961" name="Google Shape;2366;p62"/>
            <p:cNvSpPr/>
            <p:nvPr/>
          </p:nvSpPr>
          <p:spPr>
            <a:xfrm>
              <a:off x="3782880" y="2388960"/>
              <a:ext cx="9878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運用</a:t>
              </a:r>
              <a:r>
                <a:rPr b="1" lang="en-US" sz="600" spc="-1" strike="noStrike">
                  <a:solidFill>
                    <a:srgbClr val="1e8900"/>
                  </a:solidFill>
                  <a:latin typeface="Arial"/>
                  <a:ea typeface="Arial"/>
                </a:rPr>
                <a:t>/</a:t>
              </a:r>
              <a:r>
                <a:rPr b="1" lang="zh-CN" sz="600" spc="-1" strike="noStrike">
                  <a:solidFill>
                    <a:srgbClr val="1e8900"/>
                  </a:solidFill>
                  <a:latin typeface="Arial"/>
                  <a:ea typeface="Arial"/>
                </a:rPr>
                <a:t>改善リーダー</a:t>
              </a:r>
              <a:endParaRPr b="0" lang="en-US" sz="600" spc="-1" strike="noStrike">
                <a:latin typeface="Arial"/>
              </a:endParaRPr>
            </a:p>
          </p:txBody>
        </p:sp>
        <p:pic>
          <p:nvPicPr>
            <p:cNvPr id="1962" name="Google Shape;2367;p62" descr="ユーザー 単色塗りつぶし"/>
            <p:cNvPicPr/>
            <p:nvPr/>
          </p:nvPicPr>
          <p:blipFill>
            <a:blip r:embed="rId7"/>
            <a:stretch/>
          </p:blipFill>
          <p:spPr>
            <a:xfrm>
              <a:off x="3094560" y="2517120"/>
              <a:ext cx="406440" cy="405360"/>
            </a:xfrm>
            <a:prstGeom prst="rect">
              <a:avLst/>
            </a:prstGeom>
            <a:ln w="0">
              <a:noFill/>
            </a:ln>
          </p:spPr>
        </p:pic>
        <p:sp>
          <p:nvSpPr>
            <p:cNvPr id="1963" name="Google Shape;2368;p62"/>
            <p:cNvSpPr/>
            <p:nvPr/>
          </p:nvSpPr>
          <p:spPr>
            <a:xfrm>
              <a:off x="2970000" y="2882520"/>
              <a:ext cx="6368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ヘルプデスク</a:t>
              </a:r>
              <a:endParaRPr b="0" lang="en-US" sz="600" spc="-1" strike="noStrike">
                <a:latin typeface="Arial"/>
              </a:endParaRPr>
            </a:p>
          </p:txBody>
        </p:sp>
        <p:sp>
          <p:nvSpPr>
            <p:cNvPr id="1964" name="Google Shape;2369;p62"/>
            <p:cNvSpPr/>
            <p:nvPr/>
          </p:nvSpPr>
          <p:spPr>
            <a:xfrm>
              <a:off x="2600280" y="4047480"/>
              <a:ext cx="103392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9999"/>
                  </a:solidFill>
                  <a:latin typeface="Arial"/>
                  <a:ea typeface="Arial"/>
                </a:rPr>
                <a:t>外部ベンダ保守担当</a:t>
              </a:r>
              <a:endParaRPr b="0" lang="en-US" sz="600" spc="-1" strike="noStrike">
                <a:latin typeface="Arial"/>
              </a:endParaRPr>
            </a:p>
          </p:txBody>
        </p:sp>
        <p:sp>
          <p:nvSpPr>
            <p:cNvPr id="1965" name="Google Shape;2370;p62"/>
            <p:cNvSpPr/>
            <p:nvPr/>
          </p:nvSpPr>
          <p:spPr>
            <a:xfrm>
              <a:off x="3841560" y="4047480"/>
              <a:ext cx="82512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b69256"/>
                  </a:solidFill>
                  <a:latin typeface="Arial"/>
                  <a:ea typeface="Arial"/>
                </a:rPr>
                <a:t>保守エンジニア</a:t>
              </a:r>
              <a:endParaRPr b="0" lang="en-US" sz="600" spc="-1" strike="noStrike">
                <a:latin typeface="Arial"/>
              </a:endParaRPr>
            </a:p>
          </p:txBody>
        </p:sp>
        <p:pic>
          <p:nvPicPr>
            <p:cNvPr id="1966" name="Google Shape;2371;p62" descr="ユーザー 単色塗りつぶし"/>
            <p:cNvPicPr/>
            <p:nvPr/>
          </p:nvPicPr>
          <p:blipFill>
            <a:blip r:embed="rId8"/>
            <a:stretch/>
          </p:blipFill>
          <p:spPr>
            <a:xfrm>
              <a:off x="3755160" y="2898360"/>
              <a:ext cx="406440" cy="405360"/>
            </a:xfrm>
            <a:prstGeom prst="rect">
              <a:avLst/>
            </a:prstGeom>
            <a:ln w="0">
              <a:noFill/>
            </a:ln>
          </p:spPr>
        </p:pic>
        <p:sp>
          <p:nvSpPr>
            <p:cNvPr id="1967" name="Google Shape;2372;p62"/>
            <p:cNvSpPr/>
            <p:nvPr/>
          </p:nvSpPr>
          <p:spPr>
            <a:xfrm>
              <a:off x="3453120" y="3267720"/>
              <a:ext cx="1059840" cy="27828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0000"/>
                  </a:solidFill>
                  <a:latin typeface="Arial"/>
                  <a:ea typeface="Arial"/>
                </a:rPr>
                <a:t>運用担当</a:t>
              </a:r>
              <a:r>
                <a:rPr b="1" lang="en-US" sz="600" spc="-1" strike="noStrike">
                  <a:solidFill>
                    <a:srgbClr val="990000"/>
                  </a:solidFill>
                  <a:latin typeface="Arial"/>
                  <a:ea typeface="Arial"/>
                </a:rPr>
                <a:t>/</a:t>
              </a:r>
              <a:endParaRPr b="0" lang="en-US" sz="600" spc="-1" strike="noStrike">
                <a:latin typeface="Arial"/>
              </a:endParaRPr>
            </a:p>
            <a:p>
              <a:pPr algn="ctr">
                <a:lnSpc>
                  <a:spcPct val="115000"/>
                </a:lnSpc>
                <a:buNone/>
                <a:tabLst>
                  <a:tab algn="l" pos="0"/>
                </a:tabLst>
              </a:pPr>
              <a:r>
                <a:rPr b="1" lang="zh-CN" sz="600" spc="-1" strike="noStrike">
                  <a:solidFill>
                    <a:srgbClr val="990000"/>
                  </a:solidFill>
                  <a:latin typeface="Arial"/>
                  <a:ea typeface="Arial"/>
                </a:rPr>
                <a:t>障害一次対応担当</a:t>
              </a:r>
              <a:endParaRPr b="0" lang="en-US" sz="600" spc="-1" strike="noStrike">
                <a:latin typeface="Arial"/>
              </a:endParaRPr>
            </a:p>
          </p:txBody>
        </p:sp>
        <p:pic>
          <p:nvPicPr>
            <p:cNvPr id="1968" name="Google Shape;2373;p62" descr="ユーザー 単色塗りつぶし"/>
            <p:cNvPicPr/>
            <p:nvPr/>
          </p:nvPicPr>
          <p:blipFill>
            <a:blip r:embed="rId9"/>
            <a:stretch/>
          </p:blipFill>
          <p:spPr>
            <a:xfrm>
              <a:off x="5031720" y="2963160"/>
              <a:ext cx="406440" cy="405360"/>
            </a:xfrm>
            <a:prstGeom prst="rect">
              <a:avLst/>
            </a:prstGeom>
            <a:ln w="0">
              <a:noFill/>
            </a:ln>
          </p:spPr>
        </p:pic>
        <p:sp>
          <p:nvSpPr>
            <p:cNvPr id="1969" name="Google Shape;2374;p62"/>
            <p:cNvSpPr/>
            <p:nvPr/>
          </p:nvSpPr>
          <p:spPr>
            <a:xfrm>
              <a:off x="4733280" y="3335760"/>
              <a:ext cx="100296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990000"/>
                  </a:solidFill>
                  <a:latin typeface="Arial"/>
                  <a:ea typeface="Arial"/>
                </a:rPr>
                <a:t>改善要件定義担当</a:t>
              </a:r>
              <a:endParaRPr b="0" lang="en-US" sz="600" spc="-1" strike="noStrike">
                <a:latin typeface="Arial"/>
              </a:endParaRPr>
            </a:p>
          </p:txBody>
        </p:sp>
        <p:sp>
          <p:nvSpPr>
            <p:cNvPr id="1970" name="Google Shape;2375;p62"/>
            <p:cNvSpPr/>
            <p:nvPr/>
          </p:nvSpPr>
          <p:spPr>
            <a:xfrm>
              <a:off x="4873680" y="4047480"/>
              <a:ext cx="78444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b69256"/>
                  </a:solidFill>
                  <a:latin typeface="Arial"/>
                  <a:ea typeface="Arial"/>
                </a:rPr>
                <a:t>改善開発担当</a:t>
              </a:r>
              <a:endParaRPr b="0" lang="en-US" sz="600" spc="-1" strike="noStrike">
                <a:latin typeface="Arial"/>
              </a:endParaRPr>
            </a:p>
          </p:txBody>
        </p:sp>
        <p:sp>
          <p:nvSpPr>
            <p:cNvPr id="1971" name="Google Shape;2376;p62"/>
            <p:cNvSpPr/>
            <p:nvPr/>
          </p:nvSpPr>
          <p:spPr>
            <a:xfrm flipH="1">
              <a:off x="3375000" y="2541960"/>
              <a:ext cx="595080" cy="16632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2" name="Google Shape;2377;p62"/>
            <p:cNvSpPr/>
            <p:nvPr/>
          </p:nvSpPr>
          <p:spPr>
            <a:xfrm>
              <a:off x="5230080" y="2832120"/>
              <a:ext cx="3960" cy="12888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3" name="Google Shape;2378;p62"/>
            <p:cNvSpPr/>
            <p:nvPr/>
          </p:nvSpPr>
          <p:spPr>
            <a:xfrm flipH="1">
              <a:off x="3283920" y="3527640"/>
              <a:ext cx="361080" cy="17100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4" name="Google Shape;2379;p62"/>
            <p:cNvSpPr/>
            <p:nvPr/>
          </p:nvSpPr>
          <p:spPr>
            <a:xfrm>
              <a:off x="4111920" y="3557520"/>
              <a:ext cx="139680" cy="16128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5" name="Google Shape;2380;p62"/>
            <p:cNvSpPr/>
            <p:nvPr/>
          </p:nvSpPr>
          <p:spPr>
            <a:xfrm>
              <a:off x="3535920" y="2816280"/>
              <a:ext cx="287280" cy="12420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6" name="Google Shape;2381;p62"/>
            <p:cNvSpPr/>
            <p:nvPr/>
          </p:nvSpPr>
          <p:spPr>
            <a:xfrm>
              <a:off x="5235840" y="3497400"/>
              <a:ext cx="360" cy="15948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77" name="Google Shape;2382;p62"/>
            <p:cNvSpPr/>
            <p:nvPr/>
          </p:nvSpPr>
          <p:spPr>
            <a:xfrm rot="10800000">
              <a:off x="3547080" y="2098440"/>
              <a:ext cx="526320" cy="13104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pic>
          <p:nvPicPr>
            <p:cNvPr id="1978" name="Google Shape;2383;p62" descr="ユーザー 単色塗りつぶし"/>
            <p:cNvPicPr/>
            <p:nvPr/>
          </p:nvPicPr>
          <p:blipFill>
            <a:blip r:embed="rId10"/>
            <a:stretch/>
          </p:blipFill>
          <p:spPr>
            <a:xfrm>
              <a:off x="5018760" y="2320560"/>
              <a:ext cx="406440" cy="405360"/>
            </a:xfrm>
            <a:prstGeom prst="rect">
              <a:avLst/>
            </a:prstGeom>
            <a:ln w="0">
              <a:noFill/>
            </a:ln>
          </p:spPr>
        </p:pic>
        <p:sp>
          <p:nvSpPr>
            <p:cNvPr id="1979" name="Google Shape;2384;p62"/>
            <p:cNvSpPr/>
            <p:nvPr/>
          </p:nvSpPr>
          <p:spPr>
            <a:xfrm>
              <a:off x="4891320" y="2670480"/>
              <a:ext cx="675720" cy="173160"/>
            </a:xfrm>
            <a:prstGeom prst="rect">
              <a:avLst/>
            </a:prstGeom>
            <a:noFill/>
            <a:ln w="0">
              <a:noFill/>
            </a:ln>
          </p:spPr>
          <p:style>
            <a:lnRef idx="0"/>
            <a:fillRef idx="0"/>
            <a:effectRef idx="0"/>
            <a:fontRef idx="minor"/>
          </p:style>
          <p:txBody>
            <a:bodyPr lIns="68400" rIns="68400" tIns="34200" bIns="34200" anchor="t">
              <a:spAutoFit/>
            </a:bodyPr>
            <a:p>
              <a:pPr algn="ctr">
                <a:lnSpc>
                  <a:spcPct val="115000"/>
                </a:lnSpc>
                <a:buNone/>
                <a:tabLst>
                  <a:tab algn="l" pos="0"/>
                </a:tabLst>
              </a:pPr>
              <a:r>
                <a:rPr b="1" lang="zh-CN" sz="600" spc="-1" strike="noStrike">
                  <a:solidFill>
                    <a:srgbClr val="1e8900"/>
                  </a:solidFill>
                  <a:latin typeface="Arial"/>
                  <a:ea typeface="Arial"/>
                </a:rPr>
                <a:t>業務有識者</a:t>
              </a:r>
              <a:endParaRPr b="0" lang="en-US" sz="600" spc="-1" strike="noStrike">
                <a:latin typeface="Arial"/>
              </a:endParaRPr>
            </a:p>
          </p:txBody>
        </p:sp>
        <p:sp>
          <p:nvSpPr>
            <p:cNvPr id="1980" name="Google Shape;2385;p62"/>
            <p:cNvSpPr/>
            <p:nvPr/>
          </p:nvSpPr>
          <p:spPr>
            <a:xfrm>
              <a:off x="4574880" y="2320560"/>
              <a:ext cx="442080" cy="20196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grpSp>
          <p:nvGrpSpPr>
            <p:cNvPr id="1981" name="Google Shape;2386;p62"/>
            <p:cNvGrpSpPr/>
            <p:nvPr/>
          </p:nvGrpSpPr>
          <p:grpSpPr>
            <a:xfrm>
              <a:off x="4956120" y="3689640"/>
              <a:ext cx="561240" cy="343080"/>
              <a:chOff x="4956120" y="3689640"/>
              <a:chExt cx="561240" cy="343080"/>
            </a:xfrm>
          </p:grpSpPr>
          <p:pic>
            <p:nvPicPr>
              <p:cNvPr id="1982" name="Google Shape;2387;p62" descr="ユーザー 単色塗りつぶし"/>
              <p:cNvPicPr/>
              <p:nvPr/>
            </p:nvPicPr>
            <p:blipFill>
              <a:blip r:embed="rId11"/>
              <a:stretch/>
            </p:blipFill>
            <p:spPr>
              <a:xfrm>
                <a:off x="4956120" y="3689640"/>
                <a:ext cx="291960" cy="290880"/>
              </a:xfrm>
              <a:prstGeom prst="rect">
                <a:avLst/>
              </a:prstGeom>
              <a:ln w="0">
                <a:noFill/>
              </a:ln>
            </p:spPr>
          </p:pic>
          <p:pic>
            <p:nvPicPr>
              <p:cNvPr id="1983" name="Google Shape;2388;p62" descr="ユーザー 単色塗りつぶし"/>
              <p:cNvPicPr/>
              <p:nvPr/>
            </p:nvPicPr>
            <p:blipFill>
              <a:blip r:embed="rId12"/>
              <a:stretch/>
            </p:blipFill>
            <p:spPr>
              <a:xfrm>
                <a:off x="5090760" y="3741840"/>
                <a:ext cx="291960" cy="290880"/>
              </a:xfrm>
              <a:prstGeom prst="rect">
                <a:avLst/>
              </a:prstGeom>
              <a:ln w="0">
                <a:noFill/>
              </a:ln>
            </p:spPr>
          </p:pic>
          <p:pic>
            <p:nvPicPr>
              <p:cNvPr id="1984" name="Google Shape;2389;p62" descr="ユーザー 単色塗りつぶし"/>
              <p:cNvPicPr/>
              <p:nvPr/>
            </p:nvPicPr>
            <p:blipFill>
              <a:blip r:embed="rId13"/>
              <a:stretch/>
            </p:blipFill>
            <p:spPr>
              <a:xfrm>
                <a:off x="5225400" y="3689640"/>
                <a:ext cx="291960" cy="290880"/>
              </a:xfrm>
              <a:prstGeom prst="rect">
                <a:avLst/>
              </a:prstGeom>
              <a:ln w="0">
                <a:noFill/>
              </a:ln>
            </p:spPr>
          </p:pic>
        </p:grpSp>
        <p:grpSp>
          <p:nvGrpSpPr>
            <p:cNvPr id="1985" name="Google Shape;2390;p62"/>
            <p:cNvGrpSpPr/>
            <p:nvPr/>
          </p:nvGrpSpPr>
          <p:grpSpPr>
            <a:xfrm>
              <a:off x="2870280" y="3700440"/>
              <a:ext cx="560880" cy="343080"/>
              <a:chOff x="2870280" y="3700440"/>
              <a:chExt cx="560880" cy="343080"/>
            </a:xfrm>
          </p:grpSpPr>
          <p:pic>
            <p:nvPicPr>
              <p:cNvPr id="1986" name="Google Shape;2391;p62" descr="ユーザー 単色塗りつぶし"/>
              <p:cNvPicPr/>
              <p:nvPr/>
            </p:nvPicPr>
            <p:blipFill>
              <a:blip r:embed="rId14"/>
              <a:stretch/>
            </p:blipFill>
            <p:spPr>
              <a:xfrm>
                <a:off x="2870280" y="3700440"/>
                <a:ext cx="291960" cy="290880"/>
              </a:xfrm>
              <a:prstGeom prst="rect">
                <a:avLst/>
              </a:prstGeom>
              <a:ln w="0">
                <a:noFill/>
              </a:ln>
            </p:spPr>
          </p:pic>
          <p:pic>
            <p:nvPicPr>
              <p:cNvPr id="1987" name="Google Shape;2392;p62" descr="ユーザー 単色塗りつぶし"/>
              <p:cNvPicPr/>
              <p:nvPr/>
            </p:nvPicPr>
            <p:blipFill>
              <a:blip r:embed="rId15"/>
              <a:stretch/>
            </p:blipFill>
            <p:spPr>
              <a:xfrm>
                <a:off x="3004920" y="3752640"/>
                <a:ext cx="291960" cy="290880"/>
              </a:xfrm>
              <a:prstGeom prst="rect">
                <a:avLst/>
              </a:prstGeom>
              <a:ln w="0">
                <a:noFill/>
              </a:ln>
            </p:spPr>
          </p:pic>
          <p:pic>
            <p:nvPicPr>
              <p:cNvPr id="1988" name="Google Shape;2393;p62" descr="ユーザー 単色塗りつぶし"/>
              <p:cNvPicPr/>
              <p:nvPr/>
            </p:nvPicPr>
            <p:blipFill>
              <a:blip r:embed="rId16"/>
              <a:stretch/>
            </p:blipFill>
            <p:spPr>
              <a:xfrm>
                <a:off x="3139200" y="3700440"/>
                <a:ext cx="291960" cy="290880"/>
              </a:xfrm>
              <a:prstGeom prst="rect">
                <a:avLst/>
              </a:prstGeom>
              <a:ln w="0">
                <a:noFill/>
              </a:ln>
            </p:spPr>
          </p:pic>
        </p:grpSp>
        <p:grpSp>
          <p:nvGrpSpPr>
            <p:cNvPr id="1989" name="Google Shape;2394;p62"/>
            <p:cNvGrpSpPr/>
            <p:nvPr/>
          </p:nvGrpSpPr>
          <p:grpSpPr>
            <a:xfrm>
              <a:off x="3968280" y="3693600"/>
              <a:ext cx="561240" cy="343440"/>
              <a:chOff x="3968280" y="3693600"/>
              <a:chExt cx="561240" cy="343440"/>
            </a:xfrm>
          </p:grpSpPr>
          <p:pic>
            <p:nvPicPr>
              <p:cNvPr id="1990" name="Google Shape;2395;p62" descr="ユーザー 単色塗りつぶし"/>
              <p:cNvPicPr/>
              <p:nvPr/>
            </p:nvPicPr>
            <p:blipFill>
              <a:blip r:embed="rId17"/>
              <a:stretch/>
            </p:blipFill>
            <p:spPr>
              <a:xfrm>
                <a:off x="3968280" y="3693600"/>
                <a:ext cx="291960" cy="290880"/>
              </a:xfrm>
              <a:prstGeom prst="rect">
                <a:avLst/>
              </a:prstGeom>
              <a:ln w="0">
                <a:noFill/>
              </a:ln>
            </p:spPr>
          </p:pic>
          <p:pic>
            <p:nvPicPr>
              <p:cNvPr id="1991" name="Google Shape;2396;p62" descr="ユーザー 単色塗りつぶし"/>
              <p:cNvPicPr/>
              <p:nvPr/>
            </p:nvPicPr>
            <p:blipFill>
              <a:blip r:embed="rId18"/>
              <a:stretch/>
            </p:blipFill>
            <p:spPr>
              <a:xfrm>
                <a:off x="4102920" y="3746160"/>
                <a:ext cx="291960" cy="290880"/>
              </a:xfrm>
              <a:prstGeom prst="rect">
                <a:avLst/>
              </a:prstGeom>
              <a:ln w="0">
                <a:noFill/>
              </a:ln>
            </p:spPr>
          </p:pic>
          <p:pic>
            <p:nvPicPr>
              <p:cNvPr id="1992" name="Google Shape;2397;p62" descr="ユーザー 単色塗りつぶし"/>
              <p:cNvPicPr/>
              <p:nvPr/>
            </p:nvPicPr>
            <p:blipFill>
              <a:blip r:embed="rId19"/>
              <a:stretch/>
            </p:blipFill>
            <p:spPr>
              <a:xfrm>
                <a:off x="4237560" y="3693600"/>
                <a:ext cx="291960" cy="290880"/>
              </a:xfrm>
              <a:prstGeom prst="rect">
                <a:avLst/>
              </a:prstGeom>
              <a:ln w="0">
                <a:noFill/>
              </a:ln>
            </p:spPr>
          </p:pic>
        </p:grpSp>
        <p:sp>
          <p:nvSpPr>
            <p:cNvPr id="1993" name="Google Shape;2398;p62"/>
            <p:cNvSpPr/>
            <p:nvPr/>
          </p:nvSpPr>
          <p:spPr>
            <a:xfrm flipH="1">
              <a:off x="3957120" y="2550600"/>
              <a:ext cx="316440" cy="345960"/>
            </a:xfrm>
            <a:custGeom>
              <a:avLst/>
              <a:gdLst/>
              <a:ahLst/>
              <a:rect l="l" t="t" r="r" b="b"/>
              <a:pathLst>
                <a:path w="21600" h="21600">
                  <a:moveTo>
                    <a:pt x="0" y="0"/>
                  </a:moveTo>
                  <a:lnTo>
                    <a:pt x="21600" y="21600"/>
                  </a:lnTo>
                </a:path>
              </a:pathLst>
            </a:custGeom>
            <a:noFill/>
            <a:ln w="9525">
              <a:solidFill>
                <a:srgbClr val="000000"/>
              </a:solidFill>
              <a:miter/>
            </a:ln>
          </p:spPr>
          <p:style>
            <a:lnRef idx="0"/>
            <a:fillRef idx="0"/>
            <a:effectRef idx="0"/>
            <a:fontRef idx="minor"/>
          </p:style>
        </p:sp>
        <p:sp>
          <p:nvSpPr>
            <p:cNvPr id="1994" name="Google Shape;2399;p62"/>
            <p:cNvSpPr/>
            <p:nvPr/>
          </p:nvSpPr>
          <p:spPr>
            <a:xfrm>
              <a:off x="2213280" y="4266720"/>
              <a:ext cx="3941280" cy="343080"/>
            </a:xfrm>
            <a:prstGeom prst="roundRect">
              <a:avLst>
                <a:gd name="adj" fmla="val 29635"/>
              </a:avLst>
            </a:prstGeom>
            <a:noFill/>
            <a:ln w="19050">
              <a:solidFill>
                <a:srgbClr val="d9d9d9"/>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5"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1996" name="Google Shape;2405;p63"/>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a:t>
            </a:r>
            <a:endParaRPr b="0" lang="en-US" sz="1600" spc="-1" strike="noStrike">
              <a:latin typeface="Arial"/>
            </a:endParaRPr>
          </a:p>
        </p:txBody>
      </p:sp>
      <p:graphicFrame>
        <p:nvGraphicFramePr>
          <p:cNvPr id="1997" name="Google Shape;2406;p63"/>
          <p:cNvGraphicFramePr/>
          <p:nvPr/>
        </p:nvGraphicFramePr>
        <p:xfrm>
          <a:off x="287280" y="1144800"/>
          <a:ext cx="8516160" cy="3653280"/>
        </p:xfrm>
        <a:graphic>
          <a:graphicData uri="http://schemas.openxmlformats.org/drawingml/2006/table">
            <a:tbl>
              <a:tblPr/>
              <a:tblGrid>
                <a:gridCol w="1552320"/>
                <a:gridCol w="6964200"/>
              </a:tblGrid>
              <a:tr h="239760">
                <a:tc>
                  <a:txBody>
                    <a:bodyPr lIns="68400" rIns="68400" anchor="ctr">
                      <a:noAutofit/>
                    </a:bodyPr>
                    <a:p>
                      <a:pPr algn="ct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0" rIns="68400" anchor="ctr">
                      <a:noAutofit/>
                    </a:bodyPr>
                    <a:p>
                      <a:pPr algn="ctr">
                        <a:lnSpc>
                          <a:spcPct val="100000"/>
                        </a:lnSpc>
                        <a:buNone/>
                        <a:tabLst>
                          <a:tab algn="l" pos="0"/>
                        </a:tabLst>
                      </a:pPr>
                      <a:r>
                        <a:rPr b="1" lang="en-US" sz="800" spc="-1" strike="noStrike">
                          <a:solidFill>
                            <a:srgbClr val="000000"/>
                          </a:solidFill>
                          <a:latin typeface="Noto Sans JP"/>
                          <a:ea typeface="Noto Sans JP"/>
                        </a:rPr>
                        <a:t>  </a:t>
                      </a:r>
                      <a:r>
                        <a:rPr b="1" lang="zh-CN" sz="800" spc="-1" strike="noStrike">
                          <a:solidFill>
                            <a:srgbClr val="000000"/>
                          </a:solidFill>
                          <a:latin typeface="Noto Sans JP"/>
                          <a:ea typeface="Noto Sans JP"/>
                        </a:rPr>
                        <a:t>内容</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死活監視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サーバの死活監視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リソース監視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サーバのリソース監視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プロセス監視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サーバのプロセス監視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定常バックアップ</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定常バックアップの確認</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外部監視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対象</a:t>
                      </a:r>
                      <a:r>
                        <a:rPr b="0" lang="en-US" sz="800" spc="-1" strike="noStrike">
                          <a:solidFill>
                            <a:srgbClr val="000000"/>
                          </a:solidFill>
                          <a:latin typeface="Noto Sans JP"/>
                          <a:ea typeface="Noto Sans JP"/>
                        </a:rPr>
                        <a:t>URL</a:t>
                      </a:r>
                      <a:r>
                        <a:rPr b="0" lang="zh-CN" sz="800" spc="-1" strike="noStrike">
                          <a:solidFill>
                            <a:srgbClr val="000000"/>
                          </a:solidFill>
                          <a:latin typeface="Noto Sans JP"/>
                          <a:ea typeface="Noto Sans JP"/>
                        </a:rPr>
                        <a:t>のエラー監視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ログ監視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、ミドルウェア、アプリケーションの特定ログを監視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障害対応（暫定）</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障害発生時の手順書に基づいたエスカレーションおよび復旧作業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障害対応（恒久）</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システムの修正を伴う障害の修正対応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286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セキュリティ情報調査</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en-US" sz="800" spc="-1" strike="noStrike">
                          <a:solidFill>
                            <a:srgbClr val="000000"/>
                          </a:solidFill>
                          <a:latin typeface="Noto Sans JP"/>
                          <a:ea typeface="Noto Sans JP"/>
                        </a:rPr>
                        <a:t>OS</a:t>
                      </a:r>
                      <a:r>
                        <a:rPr b="0" lang="zh-CN" sz="800" spc="-1" strike="noStrike">
                          <a:solidFill>
                            <a:srgbClr val="000000"/>
                          </a:solidFill>
                          <a:latin typeface="Noto Sans JP"/>
                          <a:ea typeface="Noto Sans JP"/>
                        </a:rPr>
                        <a:t>・ミドルウェアのセキュリティ情報を調査し、月次レポートにて報告</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83160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その他運用保守作業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問い合わせ対応</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ドキュメント変更管理</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依頼作業</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SSL</a:t>
                      </a:r>
                      <a:r>
                        <a:rPr b="0" lang="zh-CN" sz="800" spc="-1" strike="noStrike">
                          <a:solidFill>
                            <a:srgbClr val="000000"/>
                          </a:solidFill>
                          <a:latin typeface="Noto Sans JP"/>
                          <a:ea typeface="Noto Sans JP"/>
                        </a:rPr>
                        <a:t>証明書更新、監視設定変更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要調整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、セキュリティグループ設定変更、バーチャルホスト設定変更、リダイレクト設定変更、</a:t>
                      </a:r>
                      <a:endParaRPr b="0" lang="en-US" sz="800" spc="-1" strike="noStrike">
                        <a:latin typeface="Arial"/>
                      </a:endParaRPr>
                    </a:p>
                    <a:p>
                      <a:pPr>
                        <a:lnSpc>
                          <a:spcPct val="100000"/>
                        </a:lnSpc>
                        <a:buNone/>
                        <a:tabLst>
                          <a:tab algn="l" pos="0"/>
                        </a:tabLst>
                      </a:pPr>
                      <a:r>
                        <a:rPr b="0" lang="zh-CN" sz="800" spc="-1" strike="noStrike">
                          <a:solidFill>
                            <a:srgbClr val="000000"/>
                          </a:solidFill>
                          <a:latin typeface="Noto Sans JP"/>
                          <a:ea typeface="Noto Sans JP"/>
                        </a:rPr>
                        <a:t>　サーバスケールアップ、実行ジョブ設定変更、</a:t>
                      </a:r>
                      <a:r>
                        <a:rPr b="0" lang="en-US" sz="800" spc="-1" strike="noStrike">
                          <a:solidFill>
                            <a:srgbClr val="000000"/>
                          </a:solidFill>
                          <a:latin typeface="Noto Sans JP"/>
                          <a:ea typeface="Noto Sans JP"/>
                        </a:rPr>
                        <a:t>WAF</a:t>
                      </a:r>
                      <a:r>
                        <a:rPr b="0" lang="zh-CN" sz="800" spc="-1" strike="noStrike">
                          <a:solidFill>
                            <a:srgbClr val="000000"/>
                          </a:solidFill>
                          <a:latin typeface="Noto Sans JP"/>
                          <a:ea typeface="Noto Sans JP"/>
                        </a:rPr>
                        <a:t>設定変更、アカウント管理、棚卸、その他調査及び設定変更</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bl>
          </a:graphicData>
        </a:graphic>
      </p:graphicFrame>
      <p:sp>
        <p:nvSpPr>
          <p:cNvPr id="1998" name="Google Shape;2407;p63"/>
          <p:cNvSpPr/>
          <p:nvPr/>
        </p:nvSpPr>
        <p:spPr>
          <a:xfrm>
            <a:off x="222840" y="756360"/>
            <a:ext cx="8638200" cy="24300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想定している運用保守作業は下記の通りです。詳細は別途策定いたします。</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9" name="Google Shape;2412;p64"/>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運用保守に対する考え </a:t>
            </a:r>
            <a:r>
              <a:rPr b="1" lang="en-US" sz="1600" spc="-1" strike="noStrike">
                <a:solidFill>
                  <a:srgbClr val="e61b0f"/>
                </a:solidFill>
                <a:latin typeface="Noto Sans JP"/>
                <a:ea typeface="Noto Sans JP"/>
              </a:rPr>
              <a:t>- Advanced (Mobile Only)</a:t>
            </a:r>
            <a:endParaRPr b="0" lang="en-US" sz="1600" spc="-1" strike="noStrike">
              <a:latin typeface="Arial"/>
            </a:endParaRPr>
          </a:p>
        </p:txBody>
      </p:sp>
      <p:sp>
        <p:nvSpPr>
          <p:cNvPr id="2000" name="Google Shape;2413;p64"/>
          <p:cNvSpPr/>
          <p:nvPr/>
        </p:nvSpPr>
        <p:spPr>
          <a:xfrm>
            <a:off x="222840" y="756360"/>
            <a:ext cx="8638200" cy="243000"/>
          </a:xfrm>
          <a:prstGeom prst="rect">
            <a:avLst/>
          </a:prstGeom>
          <a:noFill/>
          <a:ln w="0">
            <a:noFill/>
          </a:ln>
        </p:spPr>
        <p:style>
          <a:lnRef idx="0"/>
          <a:fillRef idx="0"/>
          <a:effectRef idx="0"/>
          <a:fontRef idx="minor"/>
        </p:style>
        <p:txBody>
          <a:bodyPr lIns="68400" rIns="68400" tIns="34200" bIns="34200" anchor="t">
            <a:spAutoFit/>
          </a:bodyPr>
          <a:p>
            <a:pPr>
              <a:lnSpc>
                <a:spcPct val="115000"/>
              </a:lnSpc>
              <a:buNone/>
              <a:tabLst>
                <a:tab algn="l" pos="0"/>
              </a:tabLst>
            </a:pPr>
            <a:r>
              <a:rPr b="0" lang="zh-CN" sz="1000" spc="-1" strike="noStrike">
                <a:solidFill>
                  <a:srgbClr val="3f3f3f"/>
                </a:solidFill>
                <a:latin typeface="Noto Sans JP"/>
                <a:ea typeface="Noto Sans JP"/>
              </a:rPr>
              <a:t>想定している運用保守作業は下記の通りです。詳細は別途策定いたします。</a:t>
            </a:r>
            <a:endParaRPr b="0" lang="en-US" sz="1000" spc="-1" strike="noStrike">
              <a:latin typeface="Arial"/>
            </a:endParaRPr>
          </a:p>
        </p:txBody>
      </p:sp>
      <p:sp>
        <p:nvSpPr>
          <p:cNvPr id="2001"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graphicFrame>
        <p:nvGraphicFramePr>
          <p:cNvPr id="2002" name="Google Shape;2415;p64"/>
          <p:cNvGraphicFramePr/>
          <p:nvPr/>
        </p:nvGraphicFramePr>
        <p:xfrm>
          <a:off x="287280" y="1144800"/>
          <a:ext cx="8516160" cy="2974680"/>
        </p:xfrm>
        <a:graphic>
          <a:graphicData uri="http://schemas.openxmlformats.org/drawingml/2006/table">
            <a:tbl>
              <a:tblPr/>
              <a:tblGrid>
                <a:gridCol w="1552320"/>
                <a:gridCol w="6964200"/>
              </a:tblGrid>
              <a:tr h="276120">
                <a:tc>
                  <a:txBody>
                    <a:bodyPr lIns="68400" rIns="68400" anchor="ctr">
                      <a:noAutofit/>
                    </a:bodyPr>
                    <a:p>
                      <a:pPr algn="ctr">
                        <a:lnSpc>
                          <a:spcPct val="100000"/>
                        </a:lnSpc>
                        <a:buNone/>
                        <a:tabLst>
                          <a:tab algn="l" pos="0"/>
                        </a:tabLst>
                      </a:pPr>
                      <a:r>
                        <a:rPr b="1" lang="zh-CN" sz="800" spc="-1" strike="noStrike">
                          <a:solidFill>
                            <a:srgbClr val="f7f7f7"/>
                          </a:solidFill>
                          <a:latin typeface="Noto Sans JP"/>
                          <a:ea typeface="Noto Sans JP"/>
                        </a:rPr>
                        <a:t>項目</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0" rIns="68400" anchor="ctr">
                      <a:noAutofit/>
                    </a:bodyPr>
                    <a:p>
                      <a:pPr algn="ctr">
                        <a:lnSpc>
                          <a:spcPct val="100000"/>
                        </a:lnSpc>
                        <a:buNone/>
                        <a:tabLst>
                          <a:tab algn="l" pos="0"/>
                        </a:tabLst>
                      </a:pPr>
                      <a:r>
                        <a:rPr b="1" lang="en-US" sz="800" spc="-1" strike="noStrike">
                          <a:solidFill>
                            <a:srgbClr val="000000"/>
                          </a:solidFill>
                          <a:latin typeface="Noto Sans JP"/>
                          <a:ea typeface="Noto Sans JP"/>
                        </a:rPr>
                        <a:t>  </a:t>
                      </a:r>
                      <a:r>
                        <a:rPr b="1" lang="zh-CN" sz="800" spc="-1" strike="noStrike">
                          <a:solidFill>
                            <a:srgbClr val="000000"/>
                          </a:solidFill>
                          <a:latin typeface="Noto Sans JP"/>
                          <a:ea typeface="Noto Sans JP"/>
                        </a:rPr>
                        <a:t>内容</a:t>
                      </a:r>
                      <a:endParaRPr b="0" lang="en-US" sz="800" spc="-1" strike="noStrike">
                        <a:latin typeface="Arial"/>
                      </a:endParaRPr>
                    </a:p>
                  </a:txBody>
                  <a:tcPr anchor="ctr" marL="68400" marR="68400">
                    <a:lnL w="9360">
                      <a:solidFill>
                        <a:srgbClr val="a5a5a5"/>
                      </a:solidFill>
                    </a:lnL>
                    <a:lnR w="9360">
                      <a:solidFill>
                        <a:srgbClr val="a5a5a5"/>
                      </a:solidFill>
                    </a:lnR>
                    <a:lnT w="9360">
                      <a:solidFill>
                        <a:srgbClr val="a5a5a5"/>
                      </a:solidFill>
                    </a:lnT>
                    <a:lnB w="9360">
                      <a:solidFill>
                        <a:srgbClr val="a5a5a5"/>
                      </a:solidFill>
                    </a:lnB>
                    <a:noFill/>
                  </a:tcPr>
                </a:tc>
              </a:tr>
              <a:tr h="42984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ログ監視</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アプリケーションの特定ログを監視</a:t>
                      </a:r>
                      <a:endParaRPr b="0" lang="en-US" sz="800" spc="-1" strike="noStrike">
                        <a:latin typeface="Arial"/>
                      </a:endParaRPr>
                    </a:p>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アプリのクラッシュレポート対応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障害対応（暫定）</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障害発生時の手順書に基づいたエスカレーションおよび復旧作業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障害対応（恒久）</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アプリケーションの修正を伴う障害の修正対応</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3859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セキュリティ情報調査</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00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アプリケーションのセキュリティ情報を調査し、月次レポートにて報告</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r h="1111320">
                <a:tc>
                  <a:txBody>
                    <a:bodyPr lIns="6840" rIns="6840" anchor="ctr">
                      <a:noAutofit/>
                    </a:bodyPr>
                    <a:p>
                      <a:pPr>
                        <a:lnSpc>
                          <a:spcPct val="100000"/>
                        </a:lnSpc>
                        <a:buNone/>
                        <a:tabLst>
                          <a:tab algn="l" pos="0"/>
                        </a:tabLst>
                      </a:pPr>
                      <a:r>
                        <a:rPr b="1" lang="zh-CN" sz="800" spc="-1" strike="noStrike">
                          <a:solidFill>
                            <a:srgbClr val="f7f7f7"/>
                          </a:solidFill>
                          <a:latin typeface="Noto Sans JP"/>
                          <a:ea typeface="Noto Sans JP"/>
                        </a:rPr>
                        <a:t>　その他運用保守作業</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solidFill>
                      <a:srgbClr val="d9ae3b"/>
                    </a:solidFill>
                  </a:tcPr>
                </a:tc>
                <a:tc>
                  <a:txBody>
                    <a:bodyPr lIns="6840" rIns="6840" anchor="ctr">
                      <a:noAutofit/>
                    </a:bodyPr>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問い合わせ対応</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ドキュメント変更管理</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リリース対応</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定期的なバージョンアップ確認</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依頼作業</a:t>
                      </a:r>
                      <a:endParaRPr b="0" lang="en-US" sz="800" spc="-1" strike="noStrike">
                        <a:latin typeface="Arial"/>
                      </a:endParaRPr>
                    </a:p>
                    <a:p>
                      <a:pPr>
                        <a:lnSpc>
                          <a:spcPct val="115000"/>
                        </a:lnSpc>
                        <a:buNone/>
                        <a:tabLst>
                          <a:tab algn="l" pos="0"/>
                        </a:tabLst>
                      </a:pPr>
                      <a:r>
                        <a:rPr b="0" lang="en-US" sz="800" spc="-1" strike="noStrike">
                          <a:solidFill>
                            <a:srgbClr val="000000"/>
                          </a:solidFill>
                          <a:latin typeface="Noto Sans JP"/>
                          <a:ea typeface="Noto Sans JP"/>
                        </a:rPr>
                        <a:t>   </a:t>
                      </a:r>
                      <a:r>
                        <a:rPr b="0" lang="zh-CN" sz="800" spc="-1" strike="noStrike">
                          <a:solidFill>
                            <a:srgbClr val="000000"/>
                          </a:solidFill>
                          <a:latin typeface="Noto Sans JP"/>
                          <a:ea typeface="Noto Sans JP"/>
                        </a:rPr>
                        <a:t>・</a:t>
                      </a:r>
                      <a:r>
                        <a:rPr b="0" lang="en-US" sz="800" spc="-1" strike="noStrike">
                          <a:solidFill>
                            <a:srgbClr val="000000"/>
                          </a:solidFill>
                          <a:latin typeface="Noto Sans JP"/>
                          <a:ea typeface="Noto Sans JP"/>
                        </a:rPr>
                        <a:t>SSL</a:t>
                      </a:r>
                      <a:r>
                        <a:rPr b="0" lang="zh-CN" sz="800" spc="-1" strike="noStrike">
                          <a:solidFill>
                            <a:srgbClr val="000000"/>
                          </a:solidFill>
                          <a:latin typeface="Noto Sans JP"/>
                          <a:ea typeface="Noto Sans JP"/>
                        </a:rPr>
                        <a:t>証明書更新、監視設定変更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要調整</a:t>
                      </a:r>
                      <a:r>
                        <a:rPr b="0" lang="en-US" sz="800" spc="-1" strike="noStrike">
                          <a:solidFill>
                            <a:srgbClr val="000000"/>
                          </a:solidFill>
                          <a:latin typeface="Noto Sans JP"/>
                          <a:ea typeface="Noto Sans JP"/>
                        </a:rPr>
                        <a:t>)</a:t>
                      </a:r>
                      <a:r>
                        <a:rPr b="0" lang="zh-CN" sz="800" spc="-1" strike="noStrike">
                          <a:solidFill>
                            <a:srgbClr val="000000"/>
                          </a:solidFill>
                          <a:latin typeface="Noto Sans JP"/>
                          <a:ea typeface="Noto Sans JP"/>
                        </a:rPr>
                        <a:t>、セキュリティグループ設定変更、実行ジョブ設定変更、統計、その他調査及び設定変更</a:t>
                      </a:r>
                      <a:endParaRPr b="0" lang="en-US" sz="800" spc="-1" strike="noStrike">
                        <a:latin typeface="Arial"/>
                      </a:endParaRPr>
                    </a:p>
                  </a:txBody>
                  <a:tcPr anchor="ctr" marL="6840" marR="6840">
                    <a:lnL w="9360">
                      <a:solidFill>
                        <a:srgbClr val="a5a5a5"/>
                      </a:solidFill>
                    </a:lnL>
                    <a:lnR w="9360">
                      <a:solidFill>
                        <a:srgbClr val="a5a5a5"/>
                      </a:solidFill>
                    </a:lnR>
                    <a:lnT w="9360">
                      <a:solidFill>
                        <a:srgbClr val="a5a5a5"/>
                      </a:solidFill>
                    </a:lnT>
                    <a:lnB w="9360">
                      <a:solidFill>
                        <a:srgbClr val="a5a5a5"/>
                      </a:solidFill>
                    </a:lnB>
                    <a:noFill/>
                  </a:tcPr>
                </a:tc>
              </a:tr>
            </a:tbl>
          </a:graphicData>
        </a:graphic>
      </p:graphicFrame>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3"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04" name="Google Shape;2421;p65"/>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運用保守体制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2005" name="Google Shape;2422;p65"/>
          <p:cNvSpPr/>
          <p:nvPr/>
        </p:nvSpPr>
        <p:spPr>
          <a:xfrm>
            <a:off x="166680" y="704160"/>
            <a:ext cx="5894280" cy="38592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運用保守についてはベトナムのみの体制を検討しております。製作したサービスの規模やリリース後の必要な開発規模により体制検討を行う想定です。</a:t>
            </a:r>
            <a:endParaRPr b="0" lang="en-US" sz="1000" spc="-1" strike="noStrike">
              <a:latin typeface="Arial"/>
            </a:endParaRPr>
          </a:p>
        </p:txBody>
      </p:sp>
      <p:sp>
        <p:nvSpPr>
          <p:cNvPr id="2006" name="Google Shape;2423;p65"/>
          <p:cNvSpPr/>
          <p:nvPr/>
        </p:nvSpPr>
        <p:spPr>
          <a:xfrm>
            <a:off x="257400" y="1177200"/>
            <a:ext cx="8633520" cy="3321720"/>
          </a:xfrm>
          <a:prstGeom prst="roundRect">
            <a:avLst>
              <a:gd name="adj" fmla="val 3347"/>
            </a:avLst>
          </a:prstGeom>
          <a:solidFill>
            <a:srgbClr val="ffffff"/>
          </a:solidFill>
          <a:ln w="9525">
            <a:solidFill>
              <a:srgbClr val="ececec"/>
            </a:solidFill>
            <a:round/>
          </a:ln>
        </p:spPr>
        <p:style>
          <a:lnRef idx="0"/>
          <a:fillRef idx="0"/>
          <a:effectRef idx="0"/>
          <a:fontRef idx="minor"/>
        </p:style>
      </p:sp>
      <p:grpSp>
        <p:nvGrpSpPr>
          <p:cNvPr id="2007" name="Google Shape;2424;p65"/>
          <p:cNvGrpSpPr/>
          <p:nvPr/>
        </p:nvGrpSpPr>
        <p:grpSpPr>
          <a:xfrm>
            <a:off x="1170360" y="1891440"/>
            <a:ext cx="7008120" cy="1587600"/>
            <a:chOff x="1170360" y="1891440"/>
            <a:chExt cx="7008120" cy="1587600"/>
          </a:xfrm>
        </p:grpSpPr>
        <p:sp>
          <p:nvSpPr>
            <p:cNvPr id="2008" name="Google Shape;2425;p65"/>
            <p:cNvSpPr/>
            <p:nvPr/>
          </p:nvSpPr>
          <p:spPr>
            <a:xfrm>
              <a:off x="1228320" y="1993320"/>
              <a:ext cx="2361240" cy="1482480"/>
            </a:xfrm>
            <a:prstGeom prst="roundRect">
              <a:avLst>
                <a:gd name="adj" fmla="val 5335"/>
              </a:avLst>
            </a:prstGeom>
            <a:noFill/>
            <a:ln w="9525">
              <a:solidFill>
                <a:srgbClr val="d9d9d9"/>
              </a:solidFill>
              <a:round/>
            </a:ln>
          </p:spPr>
          <p:style>
            <a:lnRef idx="0"/>
            <a:fillRef idx="0"/>
            <a:effectRef idx="0"/>
            <a:fontRef idx="minor"/>
          </p:style>
        </p:sp>
        <p:sp>
          <p:nvSpPr>
            <p:cNvPr id="2009" name="Google Shape;2426;p65"/>
            <p:cNvSpPr/>
            <p:nvPr/>
          </p:nvSpPr>
          <p:spPr>
            <a:xfrm>
              <a:off x="1822320" y="2212920"/>
              <a:ext cx="136476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プロジェクトリーダー</a:t>
              </a:r>
              <a:br>
                <a:rPr sz="800"/>
              </a:br>
              <a:r>
                <a:rPr b="1" lang="zh-CN" sz="800" spc="-1" strike="noStrike">
                  <a:solidFill>
                    <a:srgbClr val="ffffff"/>
                  </a:solidFill>
                  <a:latin typeface="Noto Sans JP"/>
                  <a:ea typeface="Noto Sans JP"/>
                </a:rPr>
                <a:t>松下（小座野）様</a:t>
              </a:r>
              <a:endParaRPr b="0" lang="en-US" sz="800" spc="-1" strike="noStrike">
                <a:latin typeface="Arial"/>
              </a:endParaRPr>
            </a:p>
          </p:txBody>
        </p:sp>
        <p:sp>
          <p:nvSpPr>
            <p:cNvPr id="2010" name="Google Shape;2427;p65"/>
            <p:cNvSpPr/>
            <p:nvPr/>
          </p:nvSpPr>
          <p:spPr>
            <a:xfrm>
              <a:off x="1822320" y="2919240"/>
              <a:ext cx="136476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プロジェクトメンバ</a:t>
              </a:r>
              <a:br>
                <a:rPr sz="800"/>
              </a:b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
          <p:nvSpPr>
            <p:cNvPr id="2011" name="Google Shape;2428;p65"/>
            <p:cNvSpPr/>
            <p:nvPr/>
          </p:nvSpPr>
          <p:spPr>
            <a:xfrm>
              <a:off x="1170360" y="1900800"/>
              <a:ext cx="928080" cy="227880"/>
            </a:xfrm>
            <a:prstGeom prst="rect">
              <a:avLst/>
            </a:prstGeom>
            <a:solidFill>
              <a:schemeClr val="accent5"/>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3f3f3f"/>
                  </a:solidFill>
                  <a:latin typeface="Noto Sans JP"/>
                  <a:ea typeface="Noto Sans JP"/>
                </a:rPr>
                <a:t>クライアント様</a:t>
              </a:r>
              <a:endParaRPr b="0" lang="en-US" sz="800" spc="-1" strike="noStrike">
                <a:latin typeface="Arial"/>
              </a:endParaRPr>
            </a:p>
          </p:txBody>
        </p:sp>
        <p:sp>
          <p:nvSpPr>
            <p:cNvPr id="2012" name="Google Shape;2429;p65"/>
            <p:cNvSpPr/>
            <p:nvPr/>
          </p:nvSpPr>
          <p:spPr>
            <a:xfrm>
              <a:off x="5247720" y="221832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0" lang="en-US" sz="800" spc="-1" strike="noStrike">
                  <a:solidFill>
                    <a:srgbClr val="ffffff"/>
                  </a:solidFill>
                  <a:latin typeface="Arial"/>
                  <a:ea typeface="Arial"/>
                </a:rPr>
                <a:t>BrSE</a:t>
              </a:r>
              <a:endParaRPr b="0" lang="en-US" sz="800" spc="-1" strike="noStrike">
                <a:latin typeface="Arial"/>
              </a:endParaRPr>
            </a:p>
            <a:p>
              <a:pPr algn="ctr">
                <a:lnSpc>
                  <a:spcPct val="115000"/>
                </a:lnSpc>
                <a:buNone/>
                <a:tabLst>
                  <a:tab algn="l" pos="0"/>
                </a:tabLst>
              </a:pPr>
              <a:r>
                <a:rPr b="0" lang="zh-CN" sz="800" spc="-1" strike="noStrike">
                  <a:solidFill>
                    <a:srgbClr val="ffffff"/>
                  </a:solidFill>
                  <a:latin typeface="Arial"/>
                  <a:ea typeface="Arial"/>
                </a:rPr>
                <a:t>（</a:t>
              </a:r>
              <a:r>
                <a:rPr b="0" lang="en-US" sz="800" spc="-1" strike="noStrike">
                  <a:solidFill>
                    <a:srgbClr val="ffffff"/>
                  </a:solidFill>
                  <a:latin typeface="Arial"/>
                  <a:ea typeface="Arial"/>
                </a:rPr>
                <a:t>TBD</a:t>
              </a:r>
              <a:r>
                <a:rPr b="0" lang="zh-CN" sz="800" spc="-1" strike="noStrike">
                  <a:solidFill>
                    <a:srgbClr val="ffffff"/>
                  </a:solidFill>
                  <a:latin typeface="Arial"/>
                  <a:ea typeface="Arial"/>
                </a:rPr>
                <a:t>）</a:t>
              </a:r>
              <a:endParaRPr b="0" lang="en-US" sz="800" spc="-1" strike="noStrike">
                <a:latin typeface="Arial"/>
              </a:endParaRPr>
            </a:p>
          </p:txBody>
        </p:sp>
        <p:sp>
          <p:nvSpPr>
            <p:cNvPr id="2013" name="Google Shape;2430;p65"/>
            <p:cNvSpPr/>
            <p:nvPr/>
          </p:nvSpPr>
          <p:spPr>
            <a:xfrm flipH="1">
              <a:off x="3186360" y="2368440"/>
              <a:ext cx="2060280" cy="360"/>
            </a:xfrm>
            <a:prstGeom prst="bentConnector3">
              <a:avLst>
                <a:gd name="adj1" fmla="val 50000"/>
              </a:avLst>
            </a:prstGeom>
            <a:noFill/>
            <a:ln w="19050">
              <a:solidFill>
                <a:srgbClr val="666666"/>
              </a:solidFill>
              <a:round/>
            </a:ln>
          </p:spPr>
          <p:style>
            <a:lnRef idx="0"/>
            <a:fillRef idx="0"/>
            <a:effectRef idx="0"/>
            <a:fontRef idx="minor"/>
          </p:style>
        </p:sp>
        <p:sp>
          <p:nvSpPr>
            <p:cNvPr id="2014" name="Google Shape;2431;p65"/>
            <p:cNvSpPr/>
            <p:nvPr/>
          </p:nvSpPr>
          <p:spPr>
            <a:xfrm>
              <a:off x="5137560" y="1996560"/>
              <a:ext cx="3040920" cy="1482480"/>
            </a:xfrm>
            <a:prstGeom prst="roundRect">
              <a:avLst>
                <a:gd name="adj" fmla="val 8416"/>
              </a:avLst>
            </a:prstGeom>
            <a:noFill/>
            <a:ln w="9525">
              <a:solidFill>
                <a:srgbClr val="d9d9d9"/>
              </a:solidFill>
              <a:round/>
            </a:ln>
          </p:spPr>
          <p:style>
            <a:lnRef idx="0"/>
            <a:fillRef idx="0"/>
            <a:effectRef idx="0"/>
            <a:fontRef idx="minor"/>
          </p:style>
        </p:sp>
        <p:sp>
          <p:nvSpPr>
            <p:cNvPr id="2015" name="Google Shape;2432;p65"/>
            <p:cNvSpPr/>
            <p:nvPr/>
          </p:nvSpPr>
          <p:spPr>
            <a:xfrm>
              <a:off x="6219360" y="1891440"/>
              <a:ext cx="805320" cy="227880"/>
            </a:xfrm>
            <a:prstGeom prst="rect">
              <a:avLst/>
            </a:prstGeom>
            <a:solidFill>
              <a:srgbClr val="fff6e0"/>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zh-CN" sz="800" spc="-1" strike="noStrike">
                  <a:solidFill>
                    <a:srgbClr val="3f3f3f"/>
                  </a:solidFill>
                  <a:latin typeface="Noto Sans JP"/>
                  <a:ea typeface="Noto Sans JP"/>
                </a:rPr>
                <a:t>エンジニア</a:t>
              </a:r>
              <a:endParaRPr b="0" lang="en-US" sz="800" spc="-1" strike="noStrike">
                <a:latin typeface="Arial"/>
              </a:endParaRPr>
            </a:p>
          </p:txBody>
        </p:sp>
        <p:sp>
          <p:nvSpPr>
            <p:cNvPr id="2016" name="Google Shape;2433;p65"/>
            <p:cNvSpPr/>
            <p:nvPr/>
          </p:nvSpPr>
          <p:spPr>
            <a:xfrm>
              <a:off x="6718320" y="221832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フロントサイド</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
          <p:nvSpPr>
            <p:cNvPr id="2017" name="Google Shape;2434;p65"/>
            <p:cNvSpPr/>
            <p:nvPr/>
          </p:nvSpPr>
          <p:spPr>
            <a:xfrm>
              <a:off x="6718320" y="261108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en-US" sz="800" spc="-1" strike="noStrike">
                  <a:solidFill>
                    <a:srgbClr val="ffffff"/>
                  </a:solidFill>
                  <a:latin typeface="Noto Sans JP"/>
                  <a:ea typeface="Noto Sans JP"/>
                </a:rPr>
                <a:t>QA</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0" lang="zh-CN" sz="800" spc="-1" strike="noStrike">
                  <a:solidFill>
                    <a:srgbClr val="ffffff"/>
                  </a:solidFill>
                  <a:latin typeface="Noto Sans JP"/>
                  <a:ea typeface="Noto Sans JP"/>
                </a:rPr>
                <a:t>）</a:t>
              </a:r>
              <a:endParaRPr b="0" lang="en-US" sz="800" spc="-1" strike="noStrike">
                <a:latin typeface="Arial"/>
              </a:endParaRPr>
            </a:p>
          </p:txBody>
        </p:sp>
        <p:sp>
          <p:nvSpPr>
            <p:cNvPr id="2018" name="Google Shape;2435;p65"/>
            <p:cNvSpPr/>
            <p:nvPr/>
          </p:nvSpPr>
          <p:spPr>
            <a:xfrm>
              <a:off x="7122240" y="1891440"/>
              <a:ext cx="983880" cy="227880"/>
            </a:xfrm>
            <a:prstGeom prst="rect">
              <a:avLst/>
            </a:prstGeom>
            <a:solidFill>
              <a:schemeClr val="accent5"/>
            </a:solid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US" sz="800" spc="-1" strike="noStrike">
                  <a:solidFill>
                    <a:srgbClr val="3f3f3f"/>
                  </a:solidFill>
                  <a:latin typeface="Noto Sans JP"/>
                  <a:ea typeface="Noto Sans JP"/>
                </a:rPr>
                <a:t>Sun* VN</a:t>
              </a:r>
              <a:r>
                <a:rPr b="1" lang="zh-CN" sz="800" spc="-1" strike="noStrike">
                  <a:solidFill>
                    <a:srgbClr val="3f3f3f"/>
                  </a:solidFill>
                  <a:latin typeface="Noto Sans JP"/>
                  <a:ea typeface="Noto Sans JP"/>
                </a:rPr>
                <a:t>開発チーム</a:t>
              </a:r>
              <a:endParaRPr b="0" lang="en-US" sz="800" spc="-1" strike="noStrike">
                <a:latin typeface="Arial"/>
              </a:endParaRPr>
            </a:p>
          </p:txBody>
        </p:sp>
        <p:sp>
          <p:nvSpPr>
            <p:cNvPr id="2019" name="Google Shape;2436;p65"/>
            <p:cNvSpPr/>
            <p:nvPr/>
          </p:nvSpPr>
          <p:spPr>
            <a:xfrm>
              <a:off x="5247720" y="262080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zh-CN" sz="800" spc="-1" strike="noStrike">
                  <a:solidFill>
                    <a:srgbClr val="ffffff"/>
                  </a:solidFill>
                  <a:latin typeface="Noto Sans JP"/>
                  <a:ea typeface="Noto Sans JP"/>
                </a:rPr>
                <a:t>サーバーサイド</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grpSp>
      <p:sp>
        <p:nvSpPr>
          <p:cNvPr id="2020" name="Google Shape;2437;p65"/>
          <p:cNvSpPr/>
          <p:nvPr/>
        </p:nvSpPr>
        <p:spPr>
          <a:xfrm>
            <a:off x="5176080" y="2215080"/>
            <a:ext cx="1373400" cy="310680"/>
          </a:xfrm>
          <a:prstGeom prst="rect">
            <a:avLst/>
          </a:prstGeom>
          <a:solidFill>
            <a:srgbClr val="d3b03a"/>
          </a:solidFill>
          <a:ln w="0">
            <a:noFill/>
          </a:ln>
        </p:spPr>
        <p:style>
          <a:lnRef idx="0"/>
          <a:fillRef idx="0"/>
          <a:effectRef idx="0"/>
          <a:fontRef idx="minor"/>
        </p:style>
        <p:txBody>
          <a:bodyPr lIns="68400" rIns="68400" tIns="68400" bIns="68400" anchor="ctr">
            <a:noAutofit/>
          </a:bodyPr>
          <a:p>
            <a:pPr algn="ctr">
              <a:lnSpc>
                <a:spcPct val="115000"/>
              </a:lnSpc>
              <a:buNone/>
              <a:tabLst>
                <a:tab algn="l" pos="0"/>
              </a:tabLst>
            </a:pPr>
            <a:r>
              <a:rPr b="1" lang="en-US" sz="800" spc="-1" strike="noStrike">
                <a:solidFill>
                  <a:srgbClr val="ffffff"/>
                </a:solidFill>
                <a:latin typeface="Noto Sans JP"/>
                <a:ea typeface="Noto Sans JP"/>
              </a:rPr>
              <a:t>BrSE</a:t>
            </a:r>
            <a:endParaRPr b="0" lang="en-US" sz="800" spc="-1" strike="noStrike">
              <a:latin typeface="Arial"/>
            </a:endParaRPr>
          </a:p>
          <a:p>
            <a:pPr algn="ctr">
              <a:lnSpc>
                <a:spcPct val="115000"/>
              </a:lnSpc>
              <a:buNone/>
              <a:tabLst>
                <a:tab algn="l" pos="0"/>
              </a:tabLst>
            </a:pPr>
            <a:r>
              <a:rPr b="1" lang="zh-CN" sz="800" spc="-1" strike="noStrike">
                <a:solidFill>
                  <a:srgbClr val="ffffff"/>
                </a:solidFill>
                <a:latin typeface="Noto Sans JP"/>
                <a:ea typeface="Noto Sans JP"/>
              </a:rPr>
              <a:t>（</a:t>
            </a:r>
            <a:r>
              <a:rPr b="1" lang="en-US" sz="800" spc="-1" strike="noStrike">
                <a:solidFill>
                  <a:srgbClr val="ffffff"/>
                </a:solidFill>
                <a:latin typeface="Noto Sans JP"/>
                <a:ea typeface="Noto Sans JP"/>
              </a:rPr>
              <a:t>TBD</a:t>
            </a:r>
            <a:r>
              <a:rPr b="1" lang="zh-CN" sz="800" spc="-1" strike="noStrike">
                <a:solidFill>
                  <a:srgbClr val="ffffff"/>
                </a:solidFill>
                <a:latin typeface="Noto Sans JP"/>
                <a:ea typeface="Noto Sans JP"/>
              </a:rPr>
              <a:t>）</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1"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22" name="Google Shape;2443;p66"/>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運用保守費用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2023" name="Google Shape;2444;p66"/>
          <p:cNvSpPr/>
          <p:nvPr/>
        </p:nvSpPr>
        <p:spPr>
          <a:xfrm>
            <a:off x="166680" y="704160"/>
            <a:ext cx="8483760" cy="385920"/>
          </a:xfrm>
          <a:prstGeom prst="rect">
            <a:avLst/>
          </a:prstGeom>
          <a:noFill/>
          <a:ln w="0">
            <a:noFill/>
          </a:ln>
        </p:spPr>
        <p:style>
          <a:lnRef idx="0"/>
          <a:fillRef idx="0"/>
          <a:effectRef idx="0"/>
          <a:fontRef idx="minor"/>
        </p:style>
        <p:txBody>
          <a:bodyPr lIns="68400" rIns="68400" tIns="34200" bIns="34200" anchor="t">
            <a:noAutofit/>
          </a:bodyPr>
          <a:p>
            <a:pPr>
              <a:lnSpc>
                <a:spcPct val="115000"/>
              </a:lnSpc>
              <a:buNone/>
              <a:tabLst>
                <a:tab algn="l" pos="0"/>
              </a:tabLst>
            </a:pPr>
            <a:r>
              <a:rPr b="0" lang="zh-CN" sz="1000" spc="-1" strike="noStrike">
                <a:solidFill>
                  <a:srgbClr val="3f3f3f"/>
                </a:solidFill>
                <a:latin typeface="Noto Sans JP"/>
                <a:ea typeface="Noto Sans JP"/>
              </a:rPr>
              <a:t>運用保守フェーズにおけるお見積もり金額（超概算）は以下の通りです。</a:t>
            </a:r>
            <a:endParaRPr b="0" lang="en-US" sz="1000" spc="-1" strike="noStrike">
              <a:latin typeface="Arial"/>
            </a:endParaRPr>
          </a:p>
          <a:p>
            <a:pPr>
              <a:lnSpc>
                <a:spcPct val="115000"/>
              </a:lnSpc>
              <a:buNone/>
              <a:tabLst>
                <a:tab algn="l" pos="0"/>
              </a:tabLst>
            </a:pPr>
            <a:r>
              <a:rPr b="0" lang="en-US" sz="1000" spc="-1" strike="noStrike">
                <a:solidFill>
                  <a:srgbClr val="3f3f3f"/>
                </a:solidFill>
                <a:latin typeface="Noto Sans JP"/>
                <a:ea typeface="Noto Sans JP"/>
              </a:rPr>
              <a:t>※</a:t>
            </a:r>
            <a:r>
              <a:rPr b="0" lang="zh-CN" sz="1000" spc="-1" strike="noStrike">
                <a:solidFill>
                  <a:srgbClr val="3f3f3f"/>
                </a:solidFill>
                <a:latin typeface="Noto Sans JP"/>
                <a:ea typeface="Noto Sans JP"/>
              </a:rPr>
              <a:t>準委任契約を前提として算出しております</a:t>
            </a:r>
            <a:endParaRPr b="0" lang="en-US" sz="1000" spc="-1" strike="noStrike">
              <a:latin typeface="Arial"/>
            </a:endParaRPr>
          </a:p>
        </p:txBody>
      </p:sp>
      <p:sp>
        <p:nvSpPr>
          <p:cNvPr id="2024" name="Google Shape;2445;p66"/>
          <p:cNvSpPr/>
          <p:nvPr/>
        </p:nvSpPr>
        <p:spPr>
          <a:xfrm>
            <a:off x="5375160" y="858240"/>
            <a:ext cx="3402360" cy="644760"/>
          </a:xfrm>
          <a:prstGeom prst="rect">
            <a:avLst/>
          </a:prstGeom>
          <a:solidFill>
            <a:srgbClr val="bfbfbf"/>
          </a:solid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zh-CN" sz="1100" spc="-1" strike="noStrike">
                <a:solidFill>
                  <a:srgbClr val="262626"/>
                </a:solidFill>
                <a:latin typeface="Arial"/>
                <a:ea typeface="Arial"/>
              </a:rPr>
              <a:t>夜間や年末年始等の緊急対応時は事前に算出困難のため、実費請求で考えておりますが、別途、協議させてくだい</a:t>
            </a:r>
            <a:endParaRPr b="0" lang="en-US" sz="1100" spc="-1" strike="noStrike">
              <a:latin typeface="Arial"/>
            </a:endParaRPr>
          </a:p>
        </p:txBody>
      </p:sp>
      <p:pic>
        <p:nvPicPr>
          <p:cNvPr id="2025" name="Google Shape;2446;p66" descr=""/>
          <p:cNvPicPr/>
          <p:nvPr/>
        </p:nvPicPr>
        <p:blipFill>
          <a:blip r:embed="rId1"/>
          <a:stretch/>
        </p:blipFill>
        <p:spPr>
          <a:xfrm>
            <a:off x="698400" y="1627560"/>
            <a:ext cx="7745040" cy="2732760"/>
          </a:xfrm>
          <a:prstGeom prst="rect">
            <a:avLst/>
          </a:prstGeom>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6" name="Google Shape;2451;p67"/>
          <p:cNvSpPr/>
          <p:nvPr/>
        </p:nvSpPr>
        <p:spPr>
          <a:xfrm>
            <a:off x="594000" y="1800000"/>
            <a:ext cx="7954200" cy="8398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1" lang="zh-CN" sz="2600" spc="-1" strike="noStrike">
                <a:solidFill>
                  <a:srgbClr val="000000"/>
                </a:solidFill>
                <a:latin typeface="Noto Sans JP"/>
                <a:ea typeface="Noto Sans JP"/>
              </a:rPr>
              <a:t>インフラコスト</a:t>
            </a:r>
            <a:endParaRPr b="0" lang="en-US" sz="2600" spc="-1" strike="noStrike">
              <a:latin typeface="Arial"/>
            </a:endParaRPr>
          </a:p>
        </p:txBody>
      </p:sp>
      <p:sp>
        <p:nvSpPr>
          <p:cNvPr id="2027" name="Google Shape;2452;p67"/>
          <p:cNvSpPr/>
          <p:nvPr/>
        </p:nvSpPr>
        <p:spPr>
          <a:xfrm>
            <a:off x="6829200" y="42696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400" spc="-1" strike="noStrike">
                <a:solidFill>
                  <a:srgbClr val="000000"/>
                </a:solidFill>
                <a:latin typeface="Arial"/>
                <a:ea typeface="Arial"/>
              </a:rPr>
              <a:t>Phần Infra cost, tách riêng và giải thích keypoint trong việc thiết kế infra và chi tiết các thành phần chi phí</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8"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29" name="Google Shape;2458;p68"/>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a:t>
            </a:r>
            <a:endParaRPr b="0" lang="en-US" sz="1600" spc="-1" strike="noStrike">
              <a:latin typeface="Arial"/>
            </a:endParaRPr>
          </a:p>
        </p:txBody>
      </p:sp>
      <p:sp>
        <p:nvSpPr>
          <p:cNvPr id="2030" name="Google Shape;2459;p68"/>
          <p:cNvSpPr/>
          <p:nvPr/>
        </p:nvSpPr>
        <p:spPr>
          <a:xfrm>
            <a:off x="5632920" y="669240"/>
            <a:ext cx="336528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2031" name="Google Shape;2460;p68"/>
          <p:cNvSpPr/>
          <p:nvPr/>
        </p:nvSpPr>
        <p:spPr>
          <a:xfrm>
            <a:off x="5914440" y="828360"/>
            <a:ext cx="27604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f2200"/>
                </a:solidFill>
                <a:latin typeface="Noto Sans JP"/>
                <a:ea typeface="Noto Sans JP"/>
              </a:rPr>
              <a:t>Staging Environment</a:t>
            </a:r>
            <a:endParaRPr b="0" lang="en-US" sz="1200" spc="-1" strike="noStrike">
              <a:latin typeface="Arial"/>
            </a:endParaRPr>
          </a:p>
        </p:txBody>
      </p:sp>
      <p:sp>
        <p:nvSpPr>
          <p:cNvPr id="2032" name="Google Shape;2461;p68"/>
          <p:cNvSpPr/>
          <p:nvPr/>
        </p:nvSpPr>
        <p:spPr>
          <a:xfrm>
            <a:off x="5914440" y="1352520"/>
            <a:ext cx="112140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月額費用概算</a:t>
            </a:r>
            <a:endParaRPr b="0" lang="en-US" sz="1000" spc="-1" strike="noStrike">
              <a:latin typeface="Arial"/>
            </a:endParaRPr>
          </a:p>
        </p:txBody>
      </p:sp>
      <p:sp>
        <p:nvSpPr>
          <p:cNvPr id="2033" name="Google Shape;2462;p68"/>
          <p:cNvSpPr/>
          <p:nvPr/>
        </p:nvSpPr>
        <p:spPr>
          <a:xfrm>
            <a:off x="6986520" y="1335600"/>
            <a:ext cx="17578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300" spc="-1" strike="noStrike">
                <a:solidFill>
                  <a:srgbClr val="ff2200"/>
                </a:solidFill>
                <a:latin typeface="Noto Sans JP"/>
                <a:ea typeface="Noto Sans JP"/>
              </a:rPr>
              <a:t>$000.00</a:t>
            </a:r>
            <a:r>
              <a:rPr b="1" lang="en-US" sz="700" spc="-1" strike="noStrike">
                <a:solidFill>
                  <a:srgbClr val="000000"/>
                </a:solidFill>
                <a:latin typeface="Noto Sans JP"/>
                <a:ea typeface="Noto Sans JP"/>
              </a:rPr>
              <a:t> (</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2034" name="Google Shape;2463;p68"/>
          <p:cNvSpPr/>
          <p:nvPr/>
        </p:nvSpPr>
        <p:spPr>
          <a:xfrm>
            <a:off x="5887080" y="1222560"/>
            <a:ext cx="281592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35" name="Google Shape;2464;p68"/>
          <p:cNvSpPr/>
          <p:nvPr/>
        </p:nvSpPr>
        <p:spPr>
          <a:xfrm>
            <a:off x="5632920" y="1941480"/>
            <a:ext cx="3365280" cy="1089720"/>
          </a:xfrm>
          <a:prstGeom prst="roundRect">
            <a:avLst>
              <a:gd name="adj" fmla="val 5603"/>
            </a:avLst>
          </a:prstGeom>
          <a:solidFill>
            <a:srgbClr val="ffffff"/>
          </a:solidFill>
          <a:ln w="9525">
            <a:solidFill>
              <a:srgbClr val="ececec"/>
            </a:solidFill>
            <a:round/>
          </a:ln>
        </p:spPr>
        <p:style>
          <a:lnRef idx="0"/>
          <a:fillRef idx="0"/>
          <a:effectRef idx="0"/>
          <a:fontRef idx="minor"/>
        </p:style>
      </p:sp>
      <p:sp>
        <p:nvSpPr>
          <p:cNvPr id="2036" name="Google Shape;2465;p68"/>
          <p:cNvSpPr/>
          <p:nvPr/>
        </p:nvSpPr>
        <p:spPr>
          <a:xfrm>
            <a:off x="5914440" y="2100960"/>
            <a:ext cx="2760480" cy="1821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en-US" sz="1200" spc="-1" strike="noStrike">
                <a:solidFill>
                  <a:srgbClr val="f3b51c"/>
                </a:solidFill>
                <a:latin typeface="Noto Sans JP"/>
                <a:ea typeface="Noto Sans JP"/>
              </a:rPr>
              <a:t>Production Environment</a:t>
            </a:r>
            <a:endParaRPr b="0" lang="en-US" sz="1200" spc="-1" strike="noStrike">
              <a:latin typeface="Arial"/>
            </a:endParaRPr>
          </a:p>
        </p:txBody>
      </p:sp>
      <p:sp>
        <p:nvSpPr>
          <p:cNvPr id="2037" name="Google Shape;2466;p68"/>
          <p:cNvSpPr/>
          <p:nvPr/>
        </p:nvSpPr>
        <p:spPr>
          <a:xfrm>
            <a:off x="5914440" y="2625120"/>
            <a:ext cx="1121400" cy="304920"/>
          </a:xfrm>
          <a:prstGeom prst="rect">
            <a:avLst/>
          </a:prstGeom>
          <a:noFill/>
          <a:ln w="0">
            <a:noFill/>
          </a:ln>
        </p:spPr>
        <p:style>
          <a:lnRef idx="0"/>
          <a:fillRef idx="0"/>
          <a:effectRef idx="0"/>
          <a:fontRef idx="minor"/>
        </p:style>
        <p:txBody>
          <a:bodyPr lIns="90000" rIns="90000" tIns="153360" bIns="153360" anchor="ctr">
            <a:spAutoFit/>
          </a:bodyPr>
          <a:p>
            <a:pPr>
              <a:lnSpc>
                <a:spcPct val="100000"/>
              </a:lnSpc>
              <a:buNone/>
              <a:tabLst>
                <a:tab algn="l" pos="0"/>
              </a:tabLst>
            </a:pPr>
            <a:r>
              <a:rPr b="1" lang="zh-CN" sz="1000" spc="-1" strike="noStrike">
                <a:solidFill>
                  <a:srgbClr val="262626"/>
                </a:solidFill>
                <a:latin typeface="Noto Sans JP"/>
                <a:ea typeface="Noto Sans JP"/>
              </a:rPr>
              <a:t>月額費用概算</a:t>
            </a:r>
            <a:endParaRPr b="0" lang="en-US" sz="1000" spc="-1" strike="noStrike">
              <a:latin typeface="Arial"/>
            </a:endParaRPr>
          </a:p>
        </p:txBody>
      </p:sp>
      <p:sp>
        <p:nvSpPr>
          <p:cNvPr id="2038" name="Google Shape;2467;p68"/>
          <p:cNvSpPr/>
          <p:nvPr/>
        </p:nvSpPr>
        <p:spPr>
          <a:xfrm>
            <a:off x="6986520" y="2608200"/>
            <a:ext cx="1757880" cy="340200"/>
          </a:xfrm>
          <a:prstGeom prst="rect">
            <a:avLst/>
          </a:prstGeom>
          <a:noFill/>
          <a:ln w="0">
            <a:noFill/>
          </a:ln>
        </p:spPr>
        <p:style>
          <a:lnRef idx="0"/>
          <a:fillRef idx="0"/>
          <a:effectRef idx="0"/>
          <a:fontRef idx="minor"/>
        </p:style>
        <p:txBody>
          <a:bodyPr lIns="90000" rIns="90000" tIns="340560" bIns="340560" anchor="ctr">
            <a:noAutofit/>
          </a:bodyPr>
          <a:p>
            <a:pPr algn="r">
              <a:lnSpc>
                <a:spcPct val="100000"/>
              </a:lnSpc>
              <a:buNone/>
              <a:tabLst>
                <a:tab algn="l" pos="0"/>
              </a:tabLst>
            </a:pPr>
            <a:r>
              <a:rPr b="1" lang="en-US" sz="1300" spc="-1" strike="noStrike">
                <a:solidFill>
                  <a:srgbClr val="ff2200"/>
                </a:solidFill>
                <a:latin typeface="Noto Sans JP"/>
                <a:ea typeface="Noto Sans JP"/>
              </a:rPr>
              <a:t>$000.00</a:t>
            </a:r>
            <a:r>
              <a:rPr b="1" lang="en-US" sz="700" spc="-1" strike="noStrike">
                <a:solidFill>
                  <a:srgbClr val="000000"/>
                </a:solidFill>
                <a:latin typeface="Noto Sans JP"/>
                <a:ea typeface="Noto Sans JP"/>
              </a:rPr>
              <a:t>(</a:t>
            </a:r>
            <a:r>
              <a:rPr b="1" lang="zh-CN" sz="700" spc="-1" strike="noStrike">
                <a:solidFill>
                  <a:srgbClr val="000000"/>
                </a:solidFill>
                <a:latin typeface="Noto Sans JP"/>
                <a:ea typeface="Noto Sans JP"/>
              </a:rPr>
              <a:t>税抜</a:t>
            </a:r>
            <a:r>
              <a:rPr b="1" lang="en-US" sz="700" spc="-1" strike="noStrike">
                <a:solidFill>
                  <a:srgbClr val="000000"/>
                </a:solidFill>
                <a:latin typeface="Noto Sans JP"/>
                <a:ea typeface="Noto Sans JP"/>
              </a:rPr>
              <a:t>)</a:t>
            </a:r>
            <a:endParaRPr b="0" lang="en-US" sz="700" spc="-1" strike="noStrike">
              <a:latin typeface="Arial"/>
            </a:endParaRPr>
          </a:p>
        </p:txBody>
      </p:sp>
      <p:sp>
        <p:nvSpPr>
          <p:cNvPr id="2039" name="Google Shape;2468;p68"/>
          <p:cNvSpPr/>
          <p:nvPr/>
        </p:nvSpPr>
        <p:spPr>
          <a:xfrm>
            <a:off x="5887080" y="2494800"/>
            <a:ext cx="2815920" cy="900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40" name="Google Shape;2469;p68"/>
          <p:cNvSpPr/>
          <p:nvPr/>
        </p:nvSpPr>
        <p:spPr>
          <a:xfrm>
            <a:off x="235080" y="644400"/>
            <a:ext cx="5226480" cy="4126680"/>
          </a:xfrm>
          <a:prstGeom prst="roundRect">
            <a:avLst>
              <a:gd name="adj" fmla="val 1709"/>
            </a:avLst>
          </a:prstGeom>
          <a:solidFill>
            <a:srgbClr val="ffffff"/>
          </a:solidFill>
          <a:ln w="9525">
            <a:solidFill>
              <a:srgbClr val="ececec"/>
            </a:solidFill>
            <a:round/>
          </a:ln>
        </p:spPr>
        <p:style>
          <a:lnRef idx="0"/>
          <a:fillRef idx="0"/>
          <a:effectRef idx="0"/>
          <a:fontRef idx="minor"/>
        </p:style>
      </p:sp>
      <p:pic>
        <p:nvPicPr>
          <p:cNvPr id="2041" name="Google Shape;2470;p68" descr=""/>
          <p:cNvPicPr/>
          <p:nvPr/>
        </p:nvPicPr>
        <p:blipFill>
          <a:blip r:embed="rId1"/>
          <a:stretch/>
        </p:blipFill>
        <p:spPr>
          <a:xfrm>
            <a:off x="511200" y="669240"/>
            <a:ext cx="4907160" cy="4101480"/>
          </a:xfrm>
          <a:prstGeom prst="rect">
            <a:avLst/>
          </a:prstGeom>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2" name="Google Shape;2475;p69"/>
          <p:cNvSpPr/>
          <p:nvPr/>
        </p:nvSpPr>
        <p:spPr>
          <a:xfrm>
            <a:off x="450000" y="1039680"/>
            <a:ext cx="2691360" cy="30837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43"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44" name="Google Shape;2477;p69"/>
          <p:cNvSpPr/>
          <p:nvPr/>
        </p:nvSpPr>
        <p:spPr>
          <a:xfrm>
            <a:off x="691920" y="29674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45" name="Google Shape;2478;p69"/>
          <p:cNvSpPr/>
          <p:nvPr/>
        </p:nvSpPr>
        <p:spPr>
          <a:xfrm>
            <a:off x="691920" y="1262880"/>
            <a:ext cx="220788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開発環境</a:t>
            </a:r>
            <a:endParaRPr b="0" lang="en-US" sz="1400" spc="-1" strike="noStrike">
              <a:latin typeface="Arial"/>
            </a:endParaRPr>
          </a:p>
        </p:txBody>
      </p:sp>
      <p:sp>
        <p:nvSpPr>
          <p:cNvPr id="2046" name="Google Shape;2479;p69"/>
          <p:cNvSpPr/>
          <p:nvPr/>
        </p:nvSpPr>
        <p:spPr>
          <a:xfrm>
            <a:off x="432000" y="4239720"/>
            <a:ext cx="8278200" cy="364680"/>
          </a:xfrm>
          <a:prstGeom prst="rect">
            <a:avLst/>
          </a:prstGeom>
          <a:noFill/>
          <a:ln w="0">
            <a:noFill/>
          </a:ln>
        </p:spPr>
        <p:style>
          <a:lnRef idx="0"/>
          <a:fillRef idx="0"/>
          <a:effectRef idx="0"/>
          <a:fontRef idx="minor"/>
        </p:style>
        <p:txBody>
          <a:bodyPr lIns="0" rIns="0" tIns="0" bIns="0" anchor="t">
            <a:spAutoFit/>
          </a:bodyPr>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インフラ運用費用の詳細については別紙「</a:t>
            </a: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株式会社 </a:t>
            </a:r>
            <a:r>
              <a:rPr b="0" lang="en-US" sz="800" spc="-1" strike="noStrike">
                <a:solidFill>
                  <a:srgbClr val="434343"/>
                </a:solidFill>
                <a:latin typeface="Noto Sans JP"/>
                <a:ea typeface="Noto Sans JP"/>
              </a:rPr>
              <a:t>TSUNAGUTE</a:t>
            </a:r>
            <a:r>
              <a:rPr b="0" lang="zh-CN" sz="800" spc="-1" strike="noStrike">
                <a:solidFill>
                  <a:srgbClr val="434343"/>
                </a:solidFill>
                <a:latin typeface="Noto Sans JP"/>
                <a:ea typeface="Noto Sans JP"/>
              </a:rPr>
              <a:t>様</a:t>
            </a:r>
            <a:r>
              <a:rPr b="0" lang="en-US" sz="800" spc="-1" strike="noStrike">
                <a:solidFill>
                  <a:srgbClr val="434343"/>
                </a:solidFill>
                <a:latin typeface="Noto Sans JP"/>
                <a:ea typeface="Noto Sans JP"/>
              </a:rPr>
              <a:t>] </a:t>
            </a:r>
            <a:r>
              <a:rPr b="0" lang="zh-CN" sz="800" spc="-1" strike="noStrike">
                <a:solidFill>
                  <a:srgbClr val="434343"/>
                </a:solidFill>
                <a:latin typeface="Noto Sans JP"/>
                <a:ea typeface="Noto Sans JP"/>
              </a:rPr>
              <a:t>お見積概算見積もり </a:t>
            </a:r>
            <a:r>
              <a:rPr b="0" lang="en-US" sz="800" spc="-1" strike="noStrike">
                <a:solidFill>
                  <a:srgbClr val="434343"/>
                </a:solidFill>
                <a:latin typeface="Noto Sans JP"/>
                <a:ea typeface="Noto Sans JP"/>
              </a:rPr>
              <a:t>2025.06.12</a:t>
            </a:r>
            <a:r>
              <a:rPr b="0" lang="zh-CN" sz="800" spc="-1" strike="noStrike">
                <a:solidFill>
                  <a:srgbClr val="434343"/>
                </a:solidFill>
                <a:latin typeface="Noto Sans JP"/>
                <a:ea typeface="Noto Sans JP"/>
              </a:rPr>
              <a:t>」を参照ください。</a:t>
            </a:r>
            <a:endParaRPr b="0" lang="en-US" sz="800" spc="-1" strike="noStrike">
              <a:latin typeface="Arial"/>
            </a:endParaRPr>
          </a:p>
          <a:p>
            <a:pPr>
              <a:lnSpc>
                <a:spcPct val="150000"/>
              </a:lnSpc>
              <a:buNone/>
              <a:tabLst>
                <a:tab algn="l" pos="0"/>
              </a:tabLst>
            </a:pPr>
            <a:r>
              <a:rPr b="0" lang="en-US" sz="800" spc="-1" strike="noStrike">
                <a:solidFill>
                  <a:srgbClr val="434343"/>
                </a:solidFill>
                <a:latin typeface="Noto Sans JP"/>
                <a:ea typeface="Noto Sans JP"/>
              </a:rPr>
              <a:t>※</a:t>
            </a:r>
            <a:r>
              <a:rPr b="0" lang="zh-CN" sz="800" spc="-1" strike="noStrike">
                <a:solidFill>
                  <a:srgbClr val="434343"/>
                </a:solidFill>
                <a:latin typeface="Noto Sans JP"/>
                <a:ea typeface="Noto Sans JP"/>
              </a:rPr>
              <a:t>概算金額については</a:t>
            </a:r>
            <a:r>
              <a:rPr b="0" lang="en-US" sz="800" spc="-1" strike="noStrike">
                <a:solidFill>
                  <a:srgbClr val="434343"/>
                </a:solidFill>
                <a:latin typeface="Noto Sans JP"/>
                <a:ea typeface="Noto Sans JP"/>
              </a:rPr>
              <a:t>$1=¥150</a:t>
            </a:r>
            <a:r>
              <a:rPr b="0" lang="zh-CN" sz="800" spc="-1" strike="noStrike">
                <a:solidFill>
                  <a:srgbClr val="434343"/>
                </a:solidFill>
                <a:latin typeface="Noto Sans JP"/>
                <a:ea typeface="Noto Sans JP"/>
              </a:rPr>
              <a:t>で計算しています。</a:t>
            </a:r>
            <a:endParaRPr b="0" lang="en-US" sz="800" spc="-1" strike="noStrike">
              <a:latin typeface="Arial"/>
            </a:endParaRPr>
          </a:p>
        </p:txBody>
      </p:sp>
      <p:sp>
        <p:nvSpPr>
          <p:cNvPr id="2047" name="Google Shape;2480;p69"/>
          <p:cNvSpPr/>
          <p:nvPr/>
        </p:nvSpPr>
        <p:spPr>
          <a:xfrm>
            <a:off x="692640" y="18190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48" name="Google Shape;2481;p69"/>
          <p:cNvSpPr/>
          <p:nvPr/>
        </p:nvSpPr>
        <p:spPr>
          <a:xfrm>
            <a:off x="1820520" y="2060640"/>
            <a:ext cx="1078200" cy="3060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49" name="Google Shape;2482;p69"/>
          <p:cNvSpPr/>
          <p:nvPr/>
        </p:nvSpPr>
        <p:spPr>
          <a:xfrm>
            <a:off x="692640" y="2412000"/>
            <a:ext cx="220788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50" name="Google Shape;2483;p69"/>
          <p:cNvSpPr/>
          <p:nvPr/>
        </p:nvSpPr>
        <p:spPr>
          <a:xfrm>
            <a:off x="692640" y="2145240"/>
            <a:ext cx="288720" cy="1364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51" name="Google Shape;2484;p69"/>
          <p:cNvSpPr/>
          <p:nvPr/>
        </p:nvSpPr>
        <p:spPr>
          <a:xfrm>
            <a:off x="692640" y="3300120"/>
            <a:ext cx="2207880" cy="2790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zh-CN" sz="800" spc="-1" strike="noStrike">
                <a:solidFill>
                  <a:srgbClr val="3f3f3f"/>
                </a:solidFill>
                <a:latin typeface="Noto Sans JP"/>
                <a:ea typeface="Noto Sans JP"/>
              </a:rPr>
              <a:t>弊社オンプレミスサーバーにて開発を実施いたします。</a:t>
            </a:r>
            <a:endParaRPr b="0" lang="en-US" sz="800" spc="-1" strike="noStrike">
              <a:latin typeface="Arial"/>
            </a:endParaRPr>
          </a:p>
        </p:txBody>
      </p:sp>
      <p:sp>
        <p:nvSpPr>
          <p:cNvPr id="2052" name="Google Shape;2485;p69"/>
          <p:cNvSpPr/>
          <p:nvPr/>
        </p:nvSpPr>
        <p:spPr>
          <a:xfrm>
            <a:off x="703440" y="277308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53" name="Google Shape;2486;p69"/>
          <p:cNvSpPr/>
          <p:nvPr/>
        </p:nvSpPr>
        <p:spPr>
          <a:xfrm>
            <a:off x="703440" y="163152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54" name="Google Shape;2487;p69"/>
          <p:cNvSpPr/>
          <p:nvPr/>
        </p:nvSpPr>
        <p:spPr>
          <a:xfrm>
            <a:off x="3246120" y="1039680"/>
            <a:ext cx="2691360" cy="30837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55" name="Google Shape;2488;p69"/>
          <p:cNvSpPr/>
          <p:nvPr/>
        </p:nvSpPr>
        <p:spPr>
          <a:xfrm>
            <a:off x="3488400" y="29674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56" name="Google Shape;2489;p69"/>
          <p:cNvSpPr/>
          <p:nvPr/>
        </p:nvSpPr>
        <p:spPr>
          <a:xfrm>
            <a:off x="3488040" y="1262880"/>
            <a:ext cx="220788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検証環境</a:t>
            </a:r>
            <a:endParaRPr b="0" lang="en-US" sz="1400" spc="-1" strike="noStrike">
              <a:latin typeface="Arial"/>
            </a:endParaRPr>
          </a:p>
        </p:txBody>
      </p:sp>
      <p:sp>
        <p:nvSpPr>
          <p:cNvPr id="2057" name="Google Shape;2490;p69"/>
          <p:cNvSpPr/>
          <p:nvPr/>
        </p:nvSpPr>
        <p:spPr>
          <a:xfrm>
            <a:off x="3488760" y="18190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58" name="Google Shape;2491;p69"/>
          <p:cNvSpPr/>
          <p:nvPr/>
        </p:nvSpPr>
        <p:spPr>
          <a:xfrm>
            <a:off x="4616640" y="2060640"/>
            <a:ext cx="1078200" cy="3060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00,000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59" name="Google Shape;2492;p69"/>
          <p:cNvSpPr/>
          <p:nvPr/>
        </p:nvSpPr>
        <p:spPr>
          <a:xfrm>
            <a:off x="3488760" y="2412000"/>
            <a:ext cx="220788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60" name="Google Shape;2493;p69"/>
          <p:cNvSpPr/>
          <p:nvPr/>
        </p:nvSpPr>
        <p:spPr>
          <a:xfrm>
            <a:off x="3488760" y="2145240"/>
            <a:ext cx="288720" cy="1364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61" name="Google Shape;2494;p69"/>
          <p:cNvSpPr/>
          <p:nvPr/>
        </p:nvSpPr>
        <p:spPr>
          <a:xfrm>
            <a:off x="3488760" y="3300120"/>
            <a:ext cx="2207880" cy="27900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en-US" sz="800" spc="-1" strike="noStrike">
                <a:solidFill>
                  <a:srgbClr val="3f3f3f"/>
                </a:solidFill>
                <a:latin typeface="Noto Sans JP"/>
                <a:ea typeface="Noto Sans JP"/>
              </a:rPr>
              <a:t>2025</a:t>
            </a:r>
            <a:r>
              <a:rPr b="0" lang="zh-CN" sz="800" spc="-1" strike="noStrike">
                <a:solidFill>
                  <a:srgbClr val="3f3f3f"/>
                </a:solidFill>
                <a:latin typeface="Noto Sans JP"/>
                <a:ea typeface="Noto Sans JP"/>
              </a:rPr>
              <a:t>年</a:t>
            </a:r>
            <a:r>
              <a:rPr b="0" lang="en-US" sz="800" spc="-1" strike="noStrike">
                <a:solidFill>
                  <a:srgbClr val="3f3f3f"/>
                </a:solidFill>
                <a:latin typeface="Noto Sans JP"/>
                <a:ea typeface="Noto Sans JP"/>
              </a:rPr>
              <a:t>8</a:t>
            </a:r>
            <a:r>
              <a:rPr b="0" lang="zh-CN" sz="800" spc="-1" strike="noStrike">
                <a:solidFill>
                  <a:srgbClr val="3f3f3f"/>
                </a:solidFill>
                <a:latin typeface="Noto Sans JP"/>
                <a:ea typeface="Noto Sans JP"/>
              </a:rPr>
              <a:t>月から費用が発生する見込みです。</a:t>
            </a:r>
            <a:endParaRPr b="0" lang="en-US" sz="800" spc="-1" strike="noStrike">
              <a:latin typeface="Arial"/>
            </a:endParaRPr>
          </a:p>
        </p:txBody>
      </p:sp>
      <p:sp>
        <p:nvSpPr>
          <p:cNvPr id="2062" name="Google Shape;2495;p69"/>
          <p:cNvSpPr/>
          <p:nvPr/>
        </p:nvSpPr>
        <p:spPr>
          <a:xfrm>
            <a:off x="3499560" y="277308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63" name="Google Shape;2496;p69"/>
          <p:cNvSpPr/>
          <p:nvPr/>
        </p:nvSpPr>
        <p:spPr>
          <a:xfrm>
            <a:off x="3499560" y="163152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64" name="Google Shape;2497;p69"/>
          <p:cNvSpPr/>
          <p:nvPr/>
        </p:nvSpPr>
        <p:spPr>
          <a:xfrm>
            <a:off x="6030000" y="1039680"/>
            <a:ext cx="2691360" cy="3083760"/>
          </a:xfrm>
          <a:prstGeom prst="roundRect">
            <a:avLst>
              <a:gd name="adj" fmla="val 4097"/>
            </a:avLst>
          </a:prstGeom>
          <a:solidFill>
            <a:srgbClr val="ffffff"/>
          </a:solidFill>
          <a:ln w="9525">
            <a:solidFill>
              <a:srgbClr val="efefef"/>
            </a:solidFill>
            <a:round/>
          </a:ln>
        </p:spPr>
        <p:style>
          <a:lnRef idx="0"/>
          <a:fillRef idx="0"/>
          <a:effectRef idx="0"/>
          <a:fontRef idx="minor"/>
        </p:style>
      </p:sp>
      <p:sp>
        <p:nvSpPr>
          <p:cNvPr id="2065" name="Google Shape;2498;p69"/>
          <p:cNvSpPr/>
          <p:nvPr/>
        </p:nvSpPr>
        <p:spPr>
          <a:xfrm>
            <a:off x="6271920" y="29674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備考</a:t>
            </a:r>
            <a:endParaRPr b="0" lang="en-US" sz="900" spc="-1" strike="noStrike">
              <a:latin typeface="Arial"/>
            </a:endParaRPr>
          </a:p>
        </p:txBody>
      </p:sp>
      <p:sp>
        <p:nvSpPr>
          <p:cNvPr id="2066" name="Google Shape;2499;p69"/>
          <p:cNvSpPr/>
          <p:nvPr/>
        </p:nvSpPr>
        <p:spPr>
          <a:xfrm>
            <a:off x="6271920" y="1262880"/>
            <a:ext cx="2207880" cy="212760"/>
          </a:xfrm>
          <a:prstGeom prst="rect">
            <a:avLst/>
          </a:prstGeom>
          <a:noFill/>
          <a:ln w="0">
            <a:noFill/>
          </a:ln>
        </p:spPr>
        <p:style>
          <a:lnRef idx="0"/>
          <a:fillRef idx="0"/>
          <a:effectRef idx="0"/>
          <a:fontRef idx="minor"/>
        </p:style>
        <p:txBody>
          <a:bodyPr lIns="0" rIns="0" tIns="0" bIns="0" anchor="t">
            <a:spAutoFit/>
          </a:bodyPr>
          <a:p>
            <a:pPr algn="ctr">
              <a:lnSpc>
                <a:spcPct val="100000"/>
              </a:lnSpc>
              <a:buNone/>
              <a:tabLst>
                <a:tab algn="l" pos="0"/>
              </a:tabLst>
            </a:pPr>
            <a:r>
              <a:rPr b="1" lang="zh-CN" sz="1400" spc="-1" strike="noStrike">
                <a:solidFill>
                  <a:srgbClr val="3f3f3f"/>
                </a:solidFill>
                <a:latin typeface="Noto Sans JP"/>
                <a:ea typeface="Noto Sans JP"/>
              </a:rPr>
              <a:t>本番環境</a:t>
            </a:r>
            <a:endParaRPr b="0" lang="en-US" sz="1400" spc="-1" strike="noStrike">
              <a:latin typeface="Arial"/>
            </a:endParaRPr>
          </a:p>
        </p:txBody>
      </p:sp>
      <p:sp>
        <p:nvSpPr>
          <p:cNvPr id="2067" name="Google Shape;2500;p69"/>
          <p:cNvSpPr/>
          <p:nvPr/>
        </p:nvSpPr>
        <p:spPr>
          <a:xfrm>
            <a:off x="6272640" y="1819080"/>
            <a:ext cx="2207880" cy="136800"/>
          </a:xfrm>
          <a:prstGeom prst="rect">
            <a:avLst/>
          </a:prstGeom>
          <a:noFill/>
          <a:ln w="0">
            <a:noFill/>
          </a:ln>
        </p:spPr>
        <p:style>
          <a:lnRef idx="0"/>
          <a:fillRef idx="0"/>
          <a:effectRef idx="0"/>
          <a:fontRef idx="minor"/>
        </p:style>
        <p:txBody>
          <a:bodyPr lIns="0" rIns="0" tIns="0" bIns="0" anchor="t">
            <a:spAutoFit/>
          </a:bodyPr>
          <a:p>
            <a:pPr>
              <a:lnSpc>
                <a:spcPct val="100000"/>
              </a:lnSpc>
              <a:buNone/>
              <a:tabLst>
                <a:tab algn="l" pos="0"/>
              </a:tabLst>
            </a:pPr>
            <a:r>
              <a:rPr b="1" lang="zh-CN" sz="900" spc="-1" strike="noStrike">
                <a:solidFill>
                  <a:srgbClr val="3f3f3f"/>
                </a:solidFill>
                <a:latin typeface="Noto Sans JP"/>
                <a:ea typeface="Noto Sans JP"/>
              </a:rPr>
              <a:t>概算費用</a:t>
            </a:r>
            <a:r>
              <a:rPr b="1" lang="en-US" sz="900" spc="-1" strike="noStrike">
                <a:solidFill>
                  <a:srgbClr val="3f3f3f"/>
                </a:solidFill>
                <a:latin typeface="Noto Sans JP"/>
                <a:ea typeface="Noto Sans JP"/>
              </a:rPr>
              <a:t>(</a:t>
            </a:r>
            <a:r>
              <a:rPr b="1" lang="zh-CN" sz="900" spc="-1" strike="noStrike">
                <a:solidFill>
                  <a:srgbClr val="3f3f3f"/>
                </a:solidFill>
                <a:latin typeface="Noto Sans JP"/>
                <a:ea typeface="Noto Sans JP"/>
              </a:rPr>
              <a:t>月額</a:t>
            </a:r>
            <a:r>
              <a:rPr b="1" lang="en-US" sz="900" spc="-1" strike="noStrike">
                <a:solidFill>
                  <a:srgbClr val="3f3f3f"/>
                </a:solidFill>
                <a:latin typeface="Noto Sans JP"/>
                <a:ea typeface="Noto Sans JP"/>
              </a:rPr>
              <a:t>)</a:t>
            </a:r>
            <a:endParaRPr b="0" lang="en-US" sz="900" spc="-1" strike="noStrike">
              <a:latin typeface="Arial"/>
            </a:endParaRPr>
          </a:p>
        </p:txBody>
      </p:sp>
      <p:sp>
        <p:nvSpPr>
          <p:cNvPr id="2068" name="Google Shape;2501;p69"/>
          <p:cNvSpPr/>
          <p:nvPr/>
        </p:nvSpPr>
        <p:spPr>
          <a:xfrm>
            <a:off x="7139160" y="2060640"/>
            <a:ext cx="1339560" cy="306000"/>
          </a:xfrm>
          <a:prstGeom prst="rect">
            <a:avLst/>
          </a:prstGeom>
          <a:noFill/>
          <a:ln w="0">
            <a:noFill/>
          </a:ln>
        </p:spPr>
        <p:style>
          <a:lnRef idx="0"/>
          <a:fillRef idx="0"/>
          <a:effectRef idx="0"/>
          <a:fontRef idx="minor"/>
        </p:style>
        <p:txBody>
          <a:bodyPr lIns="0" rIns="0" tIns="0" bIns="0" anchor="ctr">
            <a:noAutofit/>
          </a:bodyPr>
          <a:p>
            <a:pPr algn="r">
              <a:lnSpc>
                <a:spcPct val="100000"/>
              </a:lnSpc>
              <a:buNone/>
              <a:tabLst>
                <a:tab algn="l" pos="0"/>
              </a:tabLst>
            </a:pPr>
            <a:r>
              <a:rPr b="1" lang="en-US" sz="2000" spc="-1" strike="noStrike">
                <a:solidFill>
                  <a:srgbClr val="ff2200"/>
                </a:solidFill>
                <a:latin typeface="Noto Sans JP"/>
                <a:ea typeface="Noto Sans JP"/>
              </a:rPr>
              <a:t>000,000</a:t>
            </a:r>
            <a:r>
              <a:rPr b="1" lang="zh-CN" sz="1100" spc="-1" strike="noStrike">
                <a:solidFill>
                  <a:srgbClr val="ff2200"/>
                </a:solidFill>
                <a:latin typeface="Noto Sans JP"/>
                <a:ea typeface="Noto Sans JP"/>
              </a:rPr>
              <a:t>円</a:t>
            </a:r>
            <a:endParaRPr b="0" lang="en-US" sz="1100" spc="-1" strike="noStrike">
              <a:latin typeface="Arial"/>
            </a:endParaRPr>
          </a:p>
        </p:txBody>
      </p:sp>
      <p:sp>
        <p:nvSpPr>
          <p:cNvPr id="2069" name="Google Shape;2502;p69"/>
          <p:cNvSpPr/>
          <p:nvPr/>
        </p:nvSpPr>
        <p:spPr>
          <a:xfrm>
            <a:off x="6272640" y="2412000"/>
            <a:ext cx="2207880" cy="2732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666666"/>
                </a:solidFill>
                <a:latin typeface="Noto Sans JP"/>
                <a:ea typeface="Noto Sans JP"/>
              </a:rPr>
              <a:t>ドル換算　　　　　　　　        </a:t>
            </a:r>
            <a:r>
              <a:rPr b="1" lang="en-US" sz="1000" spc="-1" strike="noStrike">
                <a:solidFill>
                  <a:srgbClr val="666666"/>
                </a:solidFill>
                <a:latin typeface="Noto Sans JP"/>
                <a:ea typeface="Noto Sans JP"/>
              </a:rPr>
              <a:t>0,000</a:t>
            </a:r>
            <a:r>
              <a:rPr b="0" lang="zh-CN" sz="800" spc="-1" strike="noStrike">
                <a:solidFill>
                  <a:srgbClr val="666666"/>
                </a:solidFill>
                <a:latin typeface="Noto Sans JP"/>
                <a:ea typeface="Noto Sans JP"/>
              </a:rPr>
              <a:t>ドル</a:t>
            </a:r>
            <a:endParaRPr b="0" lang="en-US" sz="800" spc="-1" strike="noStrike">
              <a:latin typeface="Arial"/>
            </a:endParaRPr>
          </a:p>
        </p:txBody>
      </p:sp>
      <p:sp>
        <p:nvSpPr>
          <p:cNvPr id="2070" name="Google Shape;2503;p69"/>
          <p:cNvSpPr/>
          <p:nvPr/>
        </p:nvSpPr>
        <p:spPr>
          <a:xfrm>
            <a:off x="6272640" y="2145240"/>
            <a:ext cx="288720" cy="136440"/>
          </a:xfrm>
          <a:prstGeom prst="rect">
            <a:avLst/>
          </a:prstGeom>
          <a:noFill/>
          <a:ln w="0">
            <a:noFill/>
          </a:ln>
        </p:spPr>
        <p:style>
          <a:lnRef idx="0"/>
          <a:fillRef idx="0"/>
          <a:effectRef idx="0"/>
          <a:fontRef idx="minor"/>
        </p:style>
        <p:txBody>
          <a:bodyPr lIns="0" rIns="0" tIns="0" bIns="0" anchor="ctr">
            <a:spAutoFit/>
          </a:bodyPr>
          <a:p>
            <a:pPr>
              <a:lnSpc>
                <a:spcPct val="100000"/>
              </a:lnSpc>
              <a:buNone/>
              <a:tabLst>
                <a:tab algn="l" pos="0"/>
              </a:tabLst>
            </a:pPr>
            <a:r>
              <a:rPr b="0" lang="zh-CN" sz="900" spc="-1" strike="noStrike">
                <a:solidFill>
                  <a:srgbClr val="ff2200"/>
                </a:solidFill>
                <a:latin typeface="Noto Sans JP"/>
                <a:ea typeface="Noto Sans JP"/>
              </a:rPr>
              <a:t>月額</a:t>
            </a:r>
            <a:endParaRPr b="0" lang="en-US" sz="900" spc="-1" strike="noStrike">
              <a:latin typeface="Arial"/>
            </a:endParaRPr>
          </a:p>
        </p:txBody>
      </p:sp>
      <p:sp>
        <p:nvSpPr>
          <p:cNvPr id="2071" name="Google Shape;2504;p69"/>
          <p:cNvSpPr/>
          <p:nvPr/>
        </p:nvSpPr>
        <p:spPr>
          <a:xfrm>
            <a:off x="6272640" y="3300120"/>
            <a:ext cx="2207880" cy="621720"/>
          </a:xfrm>
          <a:prstGeom prst="rect">
            <a:avLst/>
          </a:prstGeom>
          <a:noFill/>
          <a:ln w="0">
            <a:noFill/>
          </a:ln>
        </p:spPr>
        <p:style>
          <a:lnRef idx="0"/>
          <a:fillRef idx="0"/>
          <a:effectRef idx="0"/>
          <a:fontRef idx="minor"/>
        </p:style>
        <p:txBody>
          <a:bodyPr lIns="0" rIns="0" tIns="0" bIns="0" anchor="t">
            <a:spAutoFit/>
          </a:bodyPr>
          <a:p>
            <a:pPr>
              <a:lnSpc>
                <a:spcPct val="115000"/>
              </a:lnSpc>
              <a:buNone/>
              <a:tabLst>
                <a:tab algn="l" pos="0"/>
              </a:tabLst>
            </a:pPr>
            <a:r>
              <a:rPr b="1" lang="zh-CN" sz="800" spc="-1" strike="noStrike">
                <a:solidFill>
                  <a:srgbClr val="3f3f3f"/>
                </a:solidFill>
                <a:latin typeface="Noto Sans JP"/>
                <a:ea typeface="Noto Sans JP"/>
              </a:rPr>
              <a:t>・</a:t>
            </a:r>
            <a:r>
              <a:rPr b="0" lang="en-US" sz="800" spc="-1" strike="noStrike">
                <a:solidFill>
                  <a:srgbClr val="3f3f3f"/>
                </a:solidFill>
                <a:latin typeface="Noto Sans JP"/>
                <a:ea typeface="Noto Sans JP"/>
              </a:rPr>
              <a:t>2025</a:t>
            </a:r>
            <a:r>
              <a:rPr b="0" lang="zh-CN" sz="800" spc="-1" strike="noStrike">
                <a:solidFill>
                  <a:srgbClr val="3f3f3f"/>
                </a:solidFill>
                <a:latin typeface="Noto Sans JP"/>
                <a:ea typeface="Noto Sans JP"/>
              </a:rPr>
              <a:t>年</a:t>
            </a:r>
            <a:r>
              <a:rPr b="0" lang="en-US" sz="800" spc="-1" strike="noStrike">
                <a:solidFill>
                  <a:srgbClr val="3f3f3f"/>
                </a:solidFill>
                <a:latin typeface="Noto Sans JP"/>
                <a:ea typeface="Noto Sans JP"/>
              </a:rPr>
              <a:t>8</a:t>
            </a:r>
            <a:r>
              <a:rPr b="0" lang="zh-CN" sz="800" spc="-1" strike="noStrike">
                <a:solidFill>
                  <a:srgbClr val="3f3f3f"/>
                </a:solidFill>
                <a:latin typeface="Noto Sans JP"/>
                <a:ea typeface="Noto Sans JP"/>
              </a:rPr>
              <a:t>月から費用が発生する見込みです。</a:t>
            </a:r>
            <a:endParaRPr b="0" lang="en-US" sz="800" spc="-1" strike="noStrike">
              <a:latin typeface="Arial"/>
            </a:endParaRPr>
          </a:p>
          <a:p>
            <a:pPr>
              <a:lnSpc>
                <a:spcPct val="115000"/>
              </a:lnSpc>
              <a:spcBef>
                <a:spcPts val="499"/>
              </a:spcBef>
              <a:buNone/>
              <a:tabLst>
                <a:tab algn="l" pos="0"/>
              </a:tabLst>
            </a:pPr>
            <a:r>
              <a:rPr b="1" lang="zh-CN" sz="800" spc="-1" strike="noStrike">
                <a:solidFill>
                  <a:srgbClr val="3f3f3f"/>
                </a:solidFill>
                <a:latin typeface="Noto Sans JP"/>
                <a:ea typeface="Noto Sans JP"/>
              </a:rPr>
              <a:t>・</a:t>
            </a:r>
            <a:r>
              <a:rPr b="0" lang="zh-CN" sz="800" spc="-1" strike="noStrike">
                <a:solidFill>
                  <a:srgbClr val="3f3f3f"/>
                </a:solidFill>
                <a:latin typeface="Noto Sans JP"/>
                <a:ea typeface="Noto Sans JP"/>
              </a:rPr>
              <a:t>開発期間はここまでの費用にはならず、利用した分のみの費用になります。</a:t>
            </a:r>
            <a:endParaRPr b="0" lang="en-US" sz="800" spc="-1" strike="noStrike">
              <a:latin typeface="Arial"/>
            </a:endParaRPr>
          </a:p>
        </p:txBody>
      </p:sp>
      <p:sp>
        <p:nvSpPr>
          <p:cNvPr id="2072" name="Google Shape;2505;p69"/>
          <p:cNvSpPr/>
          <p:nvPr/>
        </p:nvSpPr>
        <p:spPr>
          <a:xfrm>
            <a:off x="6283440" y="2773080"/>
            <a:ext cx="2184480" cy="360"/>
          </a:xfrm>
          <a:custGeom>
            <a:avLst/>
            <a:gdLst/>
            <a:ahLst/>
            <a:rect l="l" t="t" r="r" b="b"/>
            <a:pathLst>
              <a:path w="21600" h="21600">
                <a:moveTo>
                  <a:pt x="0" y="0"/>
                </a:moveTo>
                <a:lnTo>
                  <a:pt x="21600" y="21600"/>
                </a:lnTo>
              </a:path>
            </a:pathLst>
          </a:custGeom>
          <a:noFill/>
          <a:ln w="9525">
            <a:solidFill>
              <a:srgbClr val="b7b7b7"/>
            </a:solidFill>
            <a:prstDash val="dot"/>
            <a:round/>
          </a:ln>
        </p:spPr>
        <p:style>
          <a:lnRef idx="0"/>
          <a:fillRef idx="0"/>
          <a:effectRef idx="0"/>
          <a:fontRef idx="minor"/>
        </p:style>
      </p:sp>
      <p:sp>
        <p:nvSpPr>
          <p:cNvPr id="2073" name="Google Shape;2506;p69"/>
          <p:cNvSpPr/>
          <p:nvPr/>
        </p:nvSpPr>
        <p:spPr>
          <a:xfrm>
            <a:off x="6283440" y="1631520"/>
            <a:ext cx="2184480" cy="360"/>
          </a:xfrm>
          <a:custGeom>
            <a:avLst/>
            <a:gdLst/>
            <a:ahLst/>
            <a:rect l="l" t="t" r="r" b="b"/>
            <a:pathLst>
              <a:path w="21600" h="21600">
                <a:moveTo>
                  <a:pt x="0" y="0"/>
                </a:moveTo>
                <a:lnTo>
                  <a:pt x="21600" y="21600"/>
                </a:lnTo>
              </a:path>
            </a:pathLst>
          </a:custGeom>
          <a:noFill/>
          <a:ln w="9525">
            <a:solidFill>
              <a:srgbClr val="d9d9d9"/>
            </a:solidFill>
            <a:round/>
          </a:ln>
        </p:spPr>
        <p:style>
          <a:lnRef idx="0"/>
          <a:fillRef idx="0"/>
          <a:effectRef idx="0"/>
          <a:fontRef idx="minor"/>
        </p:style>
      </p:sp>
      <p:sp>
        <p:nvSpPr>
          <p:cNvPr id="2074" name="Google Shape;2507;p69"/>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a:t>
            </a:r>
            <a:r>
              <a:rPr b="1" lang="zh-CN" sz="1600" spc="-1" strike="noStrike" u="sng">
                <a:solidFill>
                  <a:srgbClr val="0000ff"/>
                </a:solidFill>
                <a:uFillTx/>
                <a:latin typeface="Noto Sans JP"/>
                <a:ea typeface="Noto Sans JP"/>
              </a:rPr>
              <a:t>シミュレーション</a:t>
            </a:r>
            <a:r>
              <a:rPr b="1" lang="zh-CN" sz="1600" spc="-1" strike="noStrike">
                <a:solidFill>
                  <a:srgbClr val="000000"/>
                </a:solidFill>
                <a:latin typeface="Noto Sans JP"/>
                <a:ea typeface="Noto Sans JP"/>
              </a:rPr>
              <a:t>）</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5" name="PlaceHolder 1"/>
          <p:cNvSpPr>
            <a:spLocks noGrp="1"/>
          </p:cNvSpPr>
          <p:nvPr>
            <p:ph type="subTitle"/>
          </p:nvPr>
        </p:nvSpPr>
        <p:spPr>
          <a:xfrm>
            <a:off x="194760" y="98640"/>
            <a:ext cx="8278200" cy="3089880"/>
          </a:xfrm>
          <a:prstGeom prst="rect">
            <a:avLst/>
          </a:prstGeom>
          <a:noFill/>
          <a:ln w="0">
            <a:noFill/>
          </a:ln>
        </p:spPr>
        <p:txBody>
          <a:bodyPr lIns="0" rIns="0" tIns="54000" bIns="54000" anchor="t">
            <a:noAutofit/>
          </a:bodyPr>
          <a:p>
            <a:pPr>
              <a:lnSpc>
                <a:spcPct val="115000"/>
              </a:lnSpc>
              <a:buNone/>
              <a:tabLst>
                <a:tab algn="l" pos="0"/>
              </a:tabLst>
            </a:pPr>
            <a:r>
              <a:rPr b="1" lang="en-US" sz="800" spc="-1" strike="noStrike">
                <a:solidFill>
                  <a:srgbClr val="999999"/>
                </a:solidFill>
                <a:latin typeface="Noto Sans JP"/>
                <a:ea typeface="Noto Sans JP"/>
              </a:rPr>
              <a:t>Cost  </a:t>
            </a:r>
            <a:r>
              <a:rPr b="1" lang="zh-CN" sz="800" spc="-1" strike="noStrike">
                <a:solidFill>
                  <a:srgbClr val="999999"/>
                </a:solidFill>
                <a:latin typeface="Noto Sans JP"/>
                <a:ea typeface="Noto Sans JP"/>
              </a:rPr>
              <a:t>｜ </a:t>
            </a:r>
            <a:r>
              <a:rPr b="1" lang="zh-CN" sz="800" spc="-1" strike="noStrike">
                <a:solidFill>
                  <a:srgbClr val="ff2200"/>
                </a:solidFill>
                <a:latin typeface="Arial"/>
                <a:ea typeface="Arial"/>
              </a:rPr>
              <a:t>費用</a:t>
            </a:r>
            <a:endParaRPr b="0" lang="en-US" sz="800" spc="-1" strike="noStrike">
              <a:latin typeface="Arial"/>
            </a:endParaRPr>
          </a:p>
        </p:txBody>
      </p:sp>
      <p:sp>
        <p:nvSpPr>
          <p:cNvPr id="2076" name="Google Shape;2513;p70"/>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インフラコスト </a:t>
            </a:r>
            <a:r>
              <a:rPr b="1" lang="en-US" sz="1600" spc="-1" strike="noStrike">
                <a:solidFill>
                  <a:srgbClr val="000000"/>
                </a:solidFill>
                <a:latin typeface="Noto Sans JP"/>
                <a:ea typeface="Noto Sans JP"/>
              </a:rPr>
              <a:t>- </a:t>
            </a:r>
            <a:r>
              <a:rPr b="1" lang="en-US" sz="1600" spc="-1" strike="noStrike">
                <a:solidFill>
                  <a:srgbClr val="ff2200"/>
                </a:solidFill>
                <a:latin typeface="Noto Sans JP"/>
                <a:ea typeface="Noto Sans JP"/>
              </a:rPr>
              <a:t>Advance</a:t>
            </a:r>
            <a:endParaRPr b="0" lang="en-US" sz="1600" spc="-1" strike="noStrike">
              <a:latin typeface="Arial"/>
            </a:endParaRPr>
          </a:p>
        </p:txBody>
      </p:sp>
      <p:sp>
        <p:nvSpPr>
          <p:cNvPr id="2077" name="Google Shape;2514;p70"/>
          <p:cNvSpPr/>
          <p:nvPr/>
        </p:nvSpPr>
        <p:spPr>
          <a:xfrm>
            <a:off x="454680" y="1249920"/>
            <a:ext cx="915480" cy="230400"/>
          </a:xfrm>
          <a:prstGeom prst="rect">
            <a:avLst/>
          </a:prstGeom>
          <a:solidFill>
            <a:srgbClr val="d9af00"/>
          </a:solidFill>
          <a:ln w="0">
            <a:noFill/>
          </a:ln>
        </p:spPr>
        <p:style>
          <a:lnRef idx="0"/>
          <a:fillRef idx="0"/>
          <a:effectRef idx="0"/>
          <a:fontRef idx="minor"/>
        </p:style>
        <p:txBody>
          <a:bodyPr lIns="90000" rIns="90000" tIns="231120" bIns="231120" anchor="ctr">
            <a:noAutofit/>
          </a:bodyPr>
          <a:p>
            <a:pPr algn="ctr">
              <a:lnSpc>
                <a:spcPct val="100000"/>
              </a:lnSpc>
              <a:buNone/>
              <a:tabLst>
                <a:tab algn="l" pos="0"/>
              </a:tabLst>
            </a:pPr>
            <a:r>
              <a:rPr b="1" lang="zh-CN" sz="1000" spc="-1" strike="noStrike">
                <a:solidFill>
                  <a:srgbClr val="f7f7f7"/>
                </a:solidFill>
                <a:latin typeface="Noto Sans JP"/>
                <a:ea typeface="Noto Sans JP"/>
              </a:rPr>
              <a:t>カテゴリ</a:t>
            </a:r>
            <a:endParaRPr b="0" lang="en-US" sz="1000" spc="-1" strike="noStrike">
              <a:latin typeface="Arial"/>
            </a:endParaRPr>
          </a:p>
        </p:txBody>
      </p:sp>
      <p:sp>
        <p:nvSpPr>
          <p:cNvPr id="2078" name="Google Shape;2515;p70"/>
          <p:cNvSpPr/>
          <p:nvPr/>
        </p:nvSpPr>
        <p:spPr>
          <a:xfrm>
            <a:off x="7462080" y="1249920"/>
            <a:ext cx="1222560" cy="230400"/>
          </a:xfrm>
          <a:prstGeom prst="rect">
            <a:avLst/>
          </a:prstGeom>
          <a:solidFill>
            <a:srgbClr val="d9af00"/>
          </a:solidFill>
          <a:ln w="0">
            <a:noFill/>
          </a:ln>
        </p:spPr>
        <p:style>
          <a:lnRef idx="0"/>
          <a:fillRef idx="0"/>
          <a:effectRef idx="0"/>
          <a:fontRef idx="minor"/>
        </p:style>
        <p:txBody>
          <a:bodyPr lIns="90000" rIns="90000" tIns="231120" bIns="231120" anchor="ctr">
            <a:noAutofit/>
          </a:bodyPr>
          <a:p>
            <a:pPr algn="ctr">
              <a:lnSpc>
                <a:spcPct val="100000"/>
              </a:lnSpc>
              <a:buNone/>
              <a:tabLst>
                <a:tab algn="l" pos="0"/>
              </a:tabLst>
            </a:pPr>
            <a:r>
              <a:rPr b="1" lang="zh-CN" sz="1000" spc="-1" strike="noStrike">
                <a:solidFill>
                  <a:srgbClr val="f7f7f7"/>
                </a:solidFill>
                <a:latin typeface="Noto Sans JP"/>
                <a:ea typeface="Noto Sans JP"/>
              </a:rPr>
              <a:t>金額</a:t>
            </a:r>
            <a:r>
              <a:rPr b="1" lang="en-US" sz="1000" spc="-1" strike="noStrike">
                <a:solidFill>
                  <a:srgbClr val="f7f7f7"/>
                </a:solidFill>
                <a:latin typeface="Noto Sans JP"/>
                <a:ea typeface="Noto Sans JP"/>
              </a:rPr>
              <a:t>(</a:t>
            </a:r>
            <a:r>
              <a:rPr b="1" lang="zh-CN" sz="1000" spc="-1" strike="noStrike">
                <a:solidFill>
                  <a:srgbClr val="f7f7f7"/>
                </a:solidFill>
                <a:latin typeface="Noto Sans JP"/>
                <a:ea typeface="Noto Sans JP"/>
              </a:rPr>
              <a:t>税抜</a:t>
            </a:r>
            <a:r>
              <a:rPr b="1" lang="en-US" sz="1000" spc="-1" strike="noStrike">
                <a:solidFill>
                  <a:srgbClr val="f7f7f7"/>
                </a:solidFill>
                <a:latin typeface="Noto Sans JP"/>
                <a:ea typeface="Noto Sans JP"/>
              </a:rPr>
              <a:t>)</a:t>
            </a:r>
            <a:endParaRPr b="0" lang="en-US" sz="1000" spc="-1" strike="noStrike">
              <a:latin typeface="Arial"/>
            </a:endParaRPr>
          </a:p>
        </p:txBody>
      </p:sp>
      <p:sp>
        <p:nvSpPr>
          <p:cNvPr id="2079" name="Google Shape;2516;p70"/>
          <p:cNvSpPr/>
          <p:nvPr/>
        </p:nvSpPr>
        <p:spPr>
          <a:xfrm>
            <a:off x="7462080" y="152316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638</a:t>
            </a:r>
            <a:endParaRPr b="0" lang="en-US" sz="1100" spc="-1" strike="noStrike">
              <a:latin typeface="Arial"/>
            </a:endParaRPr>
          </a:p>
        </p:txBody>
      </p:sp>
      <p:sp>
        <p:nvSpPr>
          <p:cNvPr id="2080" name="Google Shape;2517;p70"/>
          <p:cNvSpPr/>
          <p:nvPr/>
        </p:nvSpPr>
        <p:spPr>
          <a:xfrm>
            <a:off x="454680" y="1523160"/>
            <a:ext cx="915480" cy="2136240"/>
          </a:xfrm>
          <a:prstGeom prst="rect">
            <a:avLst/>
          </a:prstGeom>
          <a:solidFill>
            <a:srgbClr val="ffffff"/>
          </a:solid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100" spc="-1" strike="noStrike">
                <a:solidFill>
                  <a:srgbClr val="000000"/>
                </a:solidFill>
                <a:latin typeface="Noto Sans JP"/>
                <a:ea typeface="Noto Sans JP"/>
              </a:rPr>
              <a:t>AWS</a:t>
            </a:r>
            <a:endParaRPr b="0" lang="en-US" sz="1100" spc="-1" strike="noStrike">
              <a:latin typeface="Arial"/>
            </a:endParaRPr>
          </a:p>
        </p:txBody>
      </p:sp>
      <p:sp>
        <p:nvSpPr>
          <p:cNvPr id="2081" name="Google Shape;2518;p70"/>
          <p:cNvSpPr/>
          <p:nvPr/>
        </p:nvSpPr>
        <p:spPr>
          <a:xfrm>
            <a:off x="7462080" y="187848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251</a:t>
            </a:r>
            <a:endParaRPr b="0" lang="en-US" sz="1100" spc="-1" strike="noStrike">
              <a:latin typeface="Arial"/>
            </a:endParaRPr>
          </a:p>
        </p:txBody>
      </p:sp>
      <p:sp>
        <p:nvSpPr>
          <p:cNvPr id="2082" name="Google Shape;2519;p70"/>
          <p:cNvSpPr/>
          <p:nvPr/>
        </p:nvSpPr>
        <p:spPr>
          <a:xfrm>
            <a:off x="7462080" y="223380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31,398</a:t>
            </a:r>
            <a:endParaRPr b="0" lang="en-US" sz="1100" spc="-1" strike="noStrike">
              <a:latin typeface="Arial"/>
            </a:endParaRPr>
          </a:p>
        </p:txBody>
      </p:sp>
      <p:sp>
        <p:nvSpPr>
          <p:cNvPr id="2083" name="Google Shape;2520;p70"/>
          <p:cNvSpPr/>
          <p:nvPr/>
        </p:nvSpPr>
        <p:spPr>
          <a:xfrm>
            <a:off x="1433160" y="1249920"/>
            <a:ext cx="1986480" cy="230400"/>
          </a:xfrm>
          <a:prstGeom prst="rect">
            <a:avLst/>
          </a:prstGeom>
          <a:solidFill>
            <a:srgbClr val="d9af00"/>
          </a:solidFill>
          <a:ln w="0">
            <a:noFill/>
          </a:ln>
        </p:spPr>
        <p:style>
          <a:lnRef idx="0"/>
          <a:fillRef idx="0"/>
          <a:effectRef idx="0"/>
          <a:fontRef idx="minor"/>
        </p:style>
        <p:txBody>
          <a:bodyPr lIns="90000" rIns="90000" tIns="231120" bIns="231120" anchor="ctr">
            <a:noAutofit/>
          </a:bodyPr>
          <a:p>
            <a:pPr algn="ctr">
              <a:lnSpc>
                <a:spcPct val="100000"/>
              </a:lnSpc>
              <a:buNone/>
              <a:tabLst>
                <a:tab algn="l" pos="0"/>
              </a:tabLst>
            </a:pPr>
            <a:r>
              <a:rPr b="1" lang="zh-CN" sz="1000" spc="-1" strike="noStrike">
                <a:solidFill>
                  <a:srgbClr val="f7f7f7"/>
                </a:solidFill>
                <a:latin typeface="Noto Sans JP"/>
                <a:ea typeface="Noto Sans JP"/>
              </a:rPr>
              <a:t>サービス名</a:t>
            </a:r>
            <a:endParaRPr b="0" lang="en-US" sz="1000" spc="-1" strike="noStrike">
              <a:latin typeface="Arial"/>
            </a:endParaRPr>
          </a:p>
        </p:txBody>
      </p:sp>
      <p:sp>
        <p:nvSpPr>
          <p:cNvPr id="2084" name="Google Shape;2521;p70"/>
          <p:cNvSpPr/>
          <p:nvPr/>
        </p:nvSpPr>
        <p:spPr>
          <a:xfrm>
            <a:off x="1433160" y="152316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API Gateway</a:t>
            </a:r>
            <a:endParaRPr b="0" lang="en-US" sz="900" spc="-1" strike="noStrike">
              <a:latin typeface="Arial"/>
            </a:endParaRPr>
          </a:p>
        </p:txBody>
      </p:sp>
      <p:sp>
        <p:nvSpPr>
          <p:cNvPr id="2085" name="Google Shape;2522;p70"/>
          <p:cNvSpPr/>
          <p:nvPr/>
        </p:nvSpPr>
        <p:spPr>
          <a:xfrm>
            <a:off x="1432800" y="187848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Lambda</a:t>
            </a:r>
            <a:endParaRPr b="0" lang="en-US" sz="900" spc="-1" strike="noStrike">
              <a:latin typeface="Arial"/>
            </a:endParaRPr>
          </a:p>
        </p:txBody>
      </p:sp>
      <p:sp>
        <p:nvSpPr>
          <p:cNvPr id="2086" name="Google Shape;2523;p70"/>
          <p:cNvSpPr/>
          <p:nvPr/>
        </p:nvSpPr>
        <p:spPr>
          <a:xfrm>
            <a:off x="1432800" y="223380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ECS InnoRules</a:t>
            </a:r>
            <a:endParaRPr b="0" lang="en-US" sz="900" spc="-1" strike="noStrike">
              <a:latin typeface="Arial"/>
            </a:endParaRPr>
          </a:p>
        </p:txBody>
      </p:sp>
      <p:sp>
        <p:nvSpPr>
          <p:cNvPr id="2087" name="Google Shape;2524;p70"/>
          <p:cNvSpPr/>
          <p:nvPr/>
        </p:nvSpPr>
        <p:spPr>
          <a:xfrm>
            <a:off x="3483000" y="152496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Requests per mont</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万</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Average Request Siz</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100K</a:t>
            </a:r>
            <a:endParaRPr b="0" lang="en-US" sz="900" spc="-1" strike="noStrike">
              <a:latin typeface="Arial"/>
            </a:endParaRPr>
          </a:p>
        </p:txBody>
      </p:sp>
      <p:sp>
        <p:nvSpPr>
          <p:cNvPr id="2088" name="Google Shape;2525;p70"/>
          <p:cNvSpPr/>
          <p:nvPr/>
        </p:nvSpPr>
        <p:spPr>
          <a:xfrm>
            <a:off x="3483000" y="188064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Requests per month</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10</a:t>
            </a:r>
            <a:r>
              <a:rPr b="0" lang="zh-CN" sz="900" spc="-1" strike="noStrike">
                <a:solidFill>
                  <a:srgbClr val="000000"/>
                </a:solidFill>
                <a:latin typeface="Noto Sans JP"/>
                <a:ea typeface="Noto Sans JP"/>
              </a:rPr>
              <a:t>万、</a:t>
            </a:r>
            <a:r>
              <a:rPr b="0" lang="en-US" sz="900" spc="-1" strike="noStrike">
                <a:solidFill>
                  <a:srgbClr val="000000"/>
                </a:solidFill>
                <a:latin typeface="Noto Sans JP"/>
                <a:ea typeface="Noto Sans JP"/>
              </a:rPr>
              <a:t>Memor</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512MB</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Average processing time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1s 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512MB</a:t>
            </a:r>
            <a:endParaRPr b="0" lang="en-US" sz="900" spc="-1" strike="noStrike">
              <a:latin typeface="Arial"/>
            </a:endParaRPr>
          </a:p>
        </p:txBody>
      </p:sp>
      <p:sp>
        <p:nvSpPr>
          <p:cNvPr id="2089" name="Google Shape;2526;p70"/>
          <p:cNvSpPr/>
          <p:nvPr/>
        </p:nvSpPr>
        <p:spPr>
          <a:xfrm>
            <a:off x="3483000" y="223596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Number of Tasks</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vCPU</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Memory</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4GB</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20GB</a:t>
            </a:r>
            <a:endParaRPr b="0" lang="en-US" sz="900" spc="-1" strike="noStrike">
              <a:latin typeface="Arial"/>
            </a:endParaRPr>
          </a:p>
        </p:txBody>
      </p:sp>
      <p:sp>
        <p:nvSpPr>
          <p:cNvPr id="2090" name="Google Shape;2527;p70"/>
          <p:cNvSpPr/>
          <p:nvPr/>
        </p:nvSpPr>
        <p:spPr>
          <a:xfrm>
            <a:off x="3483000" y="1249920"/>
            <a:ext cx="3072600" cy="230400"/>
          </a:xfrm>
          <a:prstGeom prst="rect">
            <a:avLst/>
          </a:prstGeom>
          <a:solidFill>
            <a:srgbClr val="d9af00"/>
          </a:solidFill>
          <a:ln w="0">
            <a:noFill/>
          </a:ln>
        </p:spPr>
        <p:style>
          <a:lnRef idx="0"/>
          <a:fillRef idx="0"/>
          <a:effectRef idx="0"/>
          <a:fontRef idx="minor"/>
        </p:style>
        <p:txBody>
          <a:bodyPr lIns="90000" rIns="90000" tIns="231120" bIns="231120" anchor="ctr">
            <a:noAutofit/>
          </a:bodyPr>
          <a:p>
            <a:pPr algn="ctr">
              <a:lnSpc>
                <a:spcPct val="100000"/>
              </a:lnSpc>
              <a:buNone/>
              <a:tabLst>
                <a:tab algn="l" pos="0"/>
              </a:tabLst>
            </a:pPr>
            <a:r>
              <a:rPr b="1" lang="zh-CN" sz="1000" spc="-1" strike="noStrike">
                <a:solidFill>
                  <a:srgbClr val="f7f7f7"/>
                </a:solidFill>
                <a:latin typeface="Noto Sans JP"/>
                <a:ea typeface="Noto Sans JP"/>
              </a:rPr>
              <a:t>構成</a:t>
            </a:r>
            <a:endParaRPr b="0" lang="en-US" sz="1000" spc="-1" strike="noStrike">
              <a:latin typeface="Arial"/>
            </a:endParaRPr>
          </a:p>
        </p:txBody>
      </p:sp>
      <p:sp>
        <p:nvSpPr>
          <p:cNvPr id="2091" name="Google Shape;2528;p70"/>
          <p:cNvSpPr/>
          <p:nvPr/>
        </p:nvSpPr>
        <p:spPr>
          <a:xfrm>
            <a:off x="6630480" y="152496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4.25</a:t>
            </a:r>
            <a:endParaRPr b="0" lang="en-US" sz="1100" spc="-1" strike="noStrike">
              <a:latin typeface="Arial"/>
            </a:endParaRPr>
          </a:p>
        </p:txBody>
      </p:sp>
      <p:sp>
        <p:nvSpPr>
          <p:cNvPr id="2092" name="Google Shape;2529;p70"/>
          <p:cNvSpPr/>
          <p:nvPr/>
        </p:nvSpPr>
        <p:spPr>
          <a:xfrm>
            <a:off x="6630480" y="188064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1.67</a:t>
            </a:r>
            <a:endParaRPr b="0" lang="en-US" sz="1100" spc="-1" strike="noStrike">
              <a:latin typeface="Arial"/>
            </a:endParaRPr>
          </a:p>
        </p:txBody>
      </p:sp>
      <p:sp>
        <p:nvSpPr>
          <p:cNvPr id="2093" name="Google Shape;2530;p70"/>
          <p:cNvSpPr/>
          <p:nvPr/>
        </p:nvSpPr>
        <p:spPr>
          <a:xfrm>
            <a:off x="6630480" y="223596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209.32</a:t>
            </a:r>
            <a:endParaRPr b="0" lang="en-US" sz="1100" spc="-1" strike="noStrike">
              <a:latin typeface="Arial"/>
            </a:endParaRPr>
          </a:p>
        </p:txBody>
      </p:sp>
      <p:sp>
        <p:nvSpPr>
          <p:cNvPr id="2094" name="Google Shape;2531;p70"/>
          <p:cNvSpPr/>
          <p:nvPr/>
        </p:nvSpPr>
        <p:spPr>
          <a:xfrm>
            <a:off x="6630480" y="1249920"/>
            <a:ext cx="766440" cy="230400"/>
          </a:xfrm>
          <a:prstGeom prst="rect">
            <a:avLst/>
          </a:prstGeom>
          <a:solidFill>
            <a:srgbClr val="d9af00"/>
          </a:solidFill>
          <a:ln w="0">
            <a:noFill/>
          </a:ln>
        </p:spPr>
        <p:style>
          <a:lnRef idx="0"/>
          <a:fillRef idx="0"/>
          <a:effectRef idx="0"/>
          <a:fontRef idx="minor"/>
        </p:style>
        <p:txBody>
          <a:bodyPr lIns="90000" rIns="90000" tIns="231120" bIns="231120" anchor="ctr">
            <a:noAutofit/>
          </a:bodyPr>
          <a:p>
            <a:pPr algn="ctr">
              <a:lnSpc>
                <a:spcPct val="100000"/>
              </a:lnSpc>
              <a:buNone/>
              <a:tabLst>
                <a:tab algn="l" pos="0"/>
              </a:tabLst>
            </a:pPr>
            <a:r>
              <a:rPr b="1" lang="zh-CN" sz="1000" spc="-1" strike="noStrike">
                <a:solidFill>
                  <a:srgbClr val="f7f7f7"/>
                </a:solidFill>
                <a:latin typeface="Noto Sans JP"/>
                <a:ea typeface="Noto Sans JP"/>
              </a:rPr>
              <a:t>金額</a:t>
            </a:r>
            <a:endParaRPr b="0" lang="en-US" sz="1000" spc="-1" strike="noStrike">
              <a:latin typeface="Arial"/>
            </a:endParaRPr>
          </a:p>
        </p:txBody>
      </p:sp>
      <p:sp>
        <p:nvSpPr>
          <p:cNvPr id="2095" name="Google Shape;2532;p70"/>
          <p:cNvSpPr/>
          <p:nvPr/>
        </p:nvSpPr>
        <p:spPr>
          <a:xfrm>
            <a:off x="7461720" y="259164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99,035</a:t>
            </a:r>
            <a:endParaRPr b="0" lang="en-US" sz="1100" spc="-1" strike="noStrike">
              <a:latin typeface="Arial"/>
            </a:endParaRPr>
          </a:p>
        </p:txBody>
      </p:sp>
      <p:sp>
        <p:nvSpPr>
          <p:cNvPr id="2096" name="Google Shape;2533;p70"/>
          <p:cNvSpPr/>
          <p:nvPr/>
        </p:nvSpPr>
        <p:spPr>
          <a:xfrm>
            <a:off x="1432800" y="259164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RDS (Aurora MySQL)</a:t>
            </a:r>
            <a:endParaRPr b="0" lang="en-US" sz="900" spc="-1" strike="noStrike">
              <a:latin typeface="Arial"/>
            </a:endParaRPr>
          </a:p>
        </p:txBody>
      </p:sp>
      <p:sp>
        <p:nvSpPr>
          <p:cNvPr id="2097" name="Google Shape;2534;p70"/>
          <p:cNvSpPr/>
          <p:nvPr/>
        </p:nvSpPr>
        <p:spPr>
          <a:xfrm>
            <a:off x="3482280" y="259380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Number of node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a:t>
            </a:r>
            <a:endParaRPr b="0" lang="en-US" sz="900" spc="-1" strike="noStrike">
              <a:latin typeface="Arial"/>
            </a:endParaRPr>
          </a:p>
          <a:p>
            <a:pPr>
              <a:lnSpc>
                <a:spcPct val="100000"/>
              </a:lnSpc>
              <a:buNone/>
              <a:tabLst>
                <a:tab algn="l" pos="0"/>
              </a:tabLst>
            </a:pPr>
            <a:r>
              <a:rPr b="0" lang="en-US" sz="900" spc="-1" strike="noStrike">
                <a:solidFill>
                  <a:srgbClr val="000000"/>
                </a:solidFill>
                <a:latin typeface="Noto Sans JP"/>
                <a:ea typeface="Noto Sans JP"/>
              </a:rPr>
              <a:t>Instance type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db.t4g.medium</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Storage</a:t>
            </a:r>
            <a:r>
              <a:rPr b="0" lang="zh-CN" sz="900" spc="-1" strike="noStrike">
                <a:solidFill>
                  <a:srgbClr val="000000"/>
                </a:solidFill>
                <a:latin typeface="Noto Sans JP"/>
                <a:ea typeface="Noto Sans JP"/>
              </a:rPr>
              <a:t>：</a:t>
            </a:r>
            <a:r>
              <a:rPr b="0" lang="en-US" sz="900" spc="-1" strike="noStrike">
                <a:solidFill>
                  <a:srgbClr val="000000"/>
                </a:solidFill>
                <a:latin typeface="Noto Sans JP"/>
                <a:ea typeface="Noto Sans JP"/>
              </a:rPr>
              <a:t>1TB</a:t>
            </a:r>
            <a:endParaRPr b="0" lang="en-US" sz="900" spc="-1" strike="noStrike">
              <a:latin typeface="Arial"/>
            </a:endParaRPr>
          </a:p>
        </p:txBody>
      </p:sp>
      <p:sp>
        <p:nvSpPr>
          <p:cNvPr id="2098" name="Google Shape;2535;p70"/>
          <p:cNvSpPr/>
          <p:nvPr/>
        </p:nvSpPr>
        <p:spPr>
          <a:xfrm>
            <a:off x="6630480" y="259380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680.23</a:t>
            </a:r>
            <a:endParaRPr b="0" lang="en-US" sz="1100" spc="-1" strike="noStrike">
              <a:latin typeface="Arial"/>
            </a:endParaRPr>
          </a:p>
        </p:txBody>
      </p:sp>
      <p:sp>
        <p:nvSpPr>
          <p:cNvPr id="2099" name="Google Shape;2536;p70"/>
          <p:cNvSpPr/>
          <p:nvPr/>
        </p:nvSpPr>
        <p:spPr>
          <a:xfrm>
            <a:off x="7461720" y="295308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375</a:t>
            </a:r>
            <a:endParaRPr b="0" lang="en-US" sz="1100" spc="-1" strike="noStrike">
              <a:latin typeface="Arial"/>
            </a:endParaRPr>
          </a:p>
        </p:txBody>
      </p:sp>
      <p:sp>
        <p:nvSpPr>
          <p:cNvPr id="2100" name="Google Shape;2537;p70"/>
          <p:cNvSpPr/>
          <p:nvPr/>
        </p:nvSpPr>
        <p:spPr>
          <a:xfrm>
            <a:off x="1432800" y="295308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S3</a:t>
            </a:r>
            <a:endParaRPr b="0" lang="en-US" sz="900" spc="-1" strike="noStrike">
              <a:latin typeface="Arial"/>
            </a:endParaRPr>
          </a:p>
        </p:txBody>
      </p:sp>
      <p:sp>
        <p:nvSpPr>
          <p:cNvPr id="2101" name="Google Shape;2538;p70"/>
          <p:cNvSpPr/>
          <p:nvPr/>
        </p:nvSpPr>
        <p:spPr>
          <a:xfrm>
            <a:off x="3482280" y="295524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1TB</a:t>
            </a:r>
            <a:endParaRPr b="0" lang="en-US" sz="900" spc="-1" strike="noStrike">
              <a:latin typeface="Arial"/>
            </a:endParaRPr>
          </a:p>
        </p:txBody>
      </p:sp>
      <p:sp>
        <p:nvSpPr>
          <p:cNvPr id="2102" name="Google Shape;2539;p70"/>
          <p:cNvSpPr/>
          <p:nvPr/>
        </p:nvSpPr>
        <p:spPr>
          <a:xfrm>
            <a:off x="6630480" y="295524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2.5</a:t>
            </a:r>
            <a:endParaRPr b="0" lang="en-US" sz="1100" spc="-1" strike="noStrike">
              <a:latin typeface="Arial"/>
            </a:endParaRPr>
          </a:p>
        </p:txBody>
      </p:sp>
      <p:sp>
        <p:nvSpPr>
          <p:cNvPr id="2103" name="Google Shape;2540;p70"/>
          <p:cNvSpPr/>
          <p:nvPr/>
        </p:nvSpPr>
        <p:spPr>
          <a:xfrm>
            <a:off x="7198200" y="750960"/>
            <a:ext cx="1489320" cy="310320"/>
          </a:xfrm>
          <a:prstGeom prst="rect">
            <a:avLst/>
          </a:prstGeom>
          <a:noFill/>
          <a:ln w="0">
            <a:noFill/>
          </a:ln>
        </p:spPr>
        <p:style>
          <a:lnRef idx="0"/>
          <a:fillRef idx="0"/>
          <a:effectRef idx="0"/>
          <a:fontRef idx="minor"/>
        </p:style>
        <p:txBody>
          <a:bodyPr lIns="90000" rIns="90000" tIns="45000" bIns="45000" anchor="ctr">
            <a:noAutofit/>
          </a:bodyPr>
          <a:p>
            <a:pPr marL="343080" indent="-343080" algn="r">
              <a:lnSpc>
                <a:spcPct val="100000"/>
              </a:lnSpc>
              <a:buNone/>
              <a:tabLst>
                <a:tab algn="l" pos="0"/>
              </a:tabLst>
            </a:pPr>
            <a:r>
              <a:rPr b="0" lang="en-US" sz="1000" spc="-1" strike="noStrike">
                <a:solidFill>
                  <a:srgbClr val="1d1d1d"/>
                </a:solidFill>
                <a:latin typeface="Calibri"/>
                <a:ea typeface="Calibri"/>
              </a:rPr>
              <a:t>※</a:t>
            </a:r>
            <a:r>
              <a:rPr b="0" lang="en-US" sz="1000" spc="-1" strike="noStrike">
                <a:solidFill>
                  <a:srgbClr val="1d1d1d"/>
                </a:solidFill>
                <a:latin typeface="Calibri"/>
                <a:ea typeface="Calibri"/>
              </a:rPr>
              <a:t>1</a:t>
            </a:r>
            <a:r>
              <a:rPr b="0" lang="zh-CN" sz="1000" spc="-1" strike="noStrike">
                <a:solidFill>
                  <a:srgbClr val="1d1d1d"/>
                </a:solidFill>
                <a:latin typeface="Noto Sans JP"/>
                <a:ea typeface="Noto Sans JP"/>
              </a:rPr>
              <a:t>ドル </a:t>
            </a:r>
            <a:r>
              <a:rPr b="0" lang="en-US" sz="1000" spc="-1" strike="noStrike">
                <a:solidFill>
                  <a:srgbClr val="1d1d1d"/>
                </a:solidFill>
                <a:latin typeface="Noto Sans JP"/>
                <a:ea typeface="Noto Sans JP"/>
              </a:rPr>
              <a:t>= 150</a:t>
            </a:r>
            <a:r>
              <a:rPr b="0" lang="zh-CN" sz="1000" spc="-1" strike="noStrike">
                <a:solidFill>
                  <a:srgbClr val="1d1d1d"/>
                </a:solidFill>
                <a:latin typeface="Noto Sans JP"/>
                <a:ea typeface="Noto Sans JP"/>
              </a:rPr>
              <a:t>円換</a:t>
            </a:r>
            <a:r>
              <a:rPr b="0" lang="zh-CN" sz="1000" spc="-1" strike="noStrike">
                <a:solidFill>
                  <a:srgbClr val="1d1d1d"/>
                </a:solidFill>
                <a:latin typeface="Calibri"/>
                <a:ea typeface="Calibri"/>
              </a:rPr>
              <a:t>算</a:t>
            </a:r>
            <a:endParaRPr b="0" lang="en-US" sz="1000" spc="-1" strike="noStrike">
              <a:latin typeface="Arial"/>
            </a:endParaRPr>
          </a:p>
        </p:txBody>
      </p:sp>
      <p:sp>
        <p:nvSpPr>
          <p:cNvPr id="2104" name="Google Shape;2541;p70"/>
          <p:cNvSpPr/>
          <p:nvPr/>
        </p:nvSpPr>
        <p:spPr>
          <a:xfrm>
            <a:off x="454680" y="4456440"/>
            <a:ext cx="6941880" cy="318600"/>
          </a:xfrm>
          <a:prstGeom prst="rect">
            <a:avLst/>
          </a:prstGeom>
          <a:solidFill>
            <a:srgbClr val="ffffff"/>
          </a:solidFill>
          <a:ln w="0">
            <a:noFill/>
          </a:ln>
        </p:spPr>
        <p:style>
          <a:lnRef idx="0"/>
          <a:fillRef idx="0"/>
          <a:effectRef idx="0"/>
          <a:fontRef idx="minor"/>
        </p:style>
        <p:txBody>
          <a:bodyPr lIns="90000" rIns="90000" tIns="318960" bIns="318960" anchor="ctr">
            <a:noAutofit/>
          </a:bodyPr>
          <a:p>
            <a:pPr algn="ctr">
              <a:lnSpc>
                <a:spcPct val="100000"/>
              </a:lnSpc>
              <a:buNone/>
              <a:tabLst>
                <a:tab algn="l" pos="0"/>
              </a:tabLst>
            </a:pPr>
            <a:r>
              <a:rPr b="1" lang="en-US" sz="1100" spc="-1" strike="noStrike">
                <a:solidFill>
                  <a:srgbClr val="000000"/>
                </a:solidFill>
                <a:latin typeface="Noto Sans JP"/>
                <a:ea typeface="Noto Sans JP"/>
              </a:rPr>
              <a:t>                                                                                                                                     </a:t>
            </a:r>
            <a:r>
              <a:rPr b="1" lang="zh-CN" sz="1100" spc="-1" strike="noStrike">
                <a:solidFill>
                  <a:srgbClr val="000000"/>
                </a:solidFill>
                <a:latin typeface="Noto Sans JP"/>
                <a:ea typeface="Noto Sans JP"/>
              </a:rPr>
              <a:t>合計費用</a:t>
            </a:r>
            <a:r>
              <a:rPr b="1" lang="en-US" sz="1100" spc="-1" strike="noStrike">
                <a:solidFill>
                  <a:srgbClr val="000000"/>
                </a:solidFill>
                <a:latin typeface="Noto Sans JP"/>
                <a:ea typeface="Noto Sans JP"/>
              </a:rPr>
              <a:t>(</a:t>
            </a:r>
            <a:r>
              <a:rPr b="1" lang="zh-CN" sz="1100" spc="-1" strike="noStrike">
                <a:solidFill>
                  <a:srgbClr val="000000"/>
                </a:solidFill>
                <a:latin typeface="Noto Sans JP"/>
                <a:ea typeface="Noto Sans JP"/>
              </a:rPr>
              <a:t>月額</a:t>
            </a:r>
            <a:r>
              <a:rPr b="1" lang="en-US" sz="1100" spc="-1" strike="noStrike">
                <a:solidFill>
                  <a:srgbClr val="000000"/>
                </a:solidFill>
                <a:latin typeface="Noto Sans JP"/>
                <a:ea typeface="Noto Sans JP"/>
              </a:rPr>
              <a:t>)</a:t>
            </a:r>
            <a:endParaRPr b="0" lang="en-US" sz="1100" spc="-1" strike="noStrike">
              <a:latin typeface="Arial"/>
            </a:endParaRPr>
          </a:p>
        </p:txBody>
      </p:sp>
      <p:sp>
        <p:nvSpPr>
          <p:cNvPr id="2105" name="Google Shape;2542;p70"/>
          <p:cNvSpPr/>
          <p:nvPr/>
        </p:nvSpPr>
        <p:spPr>
          <a:xfrm>
            <a:off x="7464960" y="4451040"/>
            <a:ext cx="1222560" cy="318600"/>
          </a:xfrm>
          <a:prstGeom prst="rect">
            <a:avLst/>
          </a:prstGeom>
          <a:solidFill>
            <a:srgbClr val="fbe6e2"/>
          </a:solidFill>
          <a:ln w="0">
            <a:noFill/>
          </a:ln>
        </p:spPr>
        <p:style>
          <a:lnRef idx="0"/>
          <a:fillRef idx="0"/>
          <a:effectRef idx="0"/>
          <a:fontRef idx="minor"/>
        </p:style>
        <p:txBody>
          <a:bodyPr lIns="90000" rIns="90000" tIns="318960" bIns="318960" anchor="ctr">
            <a:noAutofit/>
          </a:bodyPr>
          <a:p>
            <a:pPr algn="r">
              <a:lnSpc>
                <a:spcPct val="100000"/>
              </a:lnSpc>
              <a:buNone/>
              <a:tabLst>
                <a:tab algn="l" pos="0"/>
              </a:tabLst>
            </a:pPr>
            <a:r>
              <a:rPr b="1" lang="zh-CN" sz="1100" spc="-1" strike="noStrike">
                <a:solidFill>
                  <a:srgbClr val="000000"/>
                </a:solidFill>
                <a:latin typeface="Noto Sans JP"/>
                <a:ea typeface="Noto Sans JP"/>
              </a:rPr>
              <a:t>￥ </a:t>
            </a:r>
            <a:r>
              <a:rPr b="1" lang="en-US" sz="1100" spc="-1" strike="noStrike">
                <a:solidFill>
                  <a:srgbClr val="000000"/>
                </a:solidFill>
                <a:latin typeface="Noto Sans JP"/>
                <a:ea typeface="Noto Sans JP"/>
              </a:rPr>
              <a:t>154,064</a:t>
            </a:r>
            <a:endParaRPr b="0" lang="en-US" sz="1100" spc="-1" strike="noStrike">
              <a:latin typeface="Arial"/>
            </a:endParaRPr>
          </a:p>
        </p:txBody>
      </p:sp>
      <p:sp>
        <p:nvSpPr>
          <p:cNvPr id="2106" name="Google Shape;2543;p70"/>
          <p:cNvSpPr/>
          <p:nvPr/>
        </p:nvSpPr>
        <p:spPr>
          <a:xfrm>
            <a:off x="7464960" y="371448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140,058</a:t>
            </a:r>
            <a:endParaRPr b="0" lang="en-US" sz="1100" spc="-1" strike="noStrike">
              <a:latin typeface="Arial"/>
            </a:endParaRPr>
          </a:p>
        </p:txBody>
      </p:sp>
      <p:sp>
        <p:nvSpPr>
          <p:cNvPr id="2107" name="Google Shape;2544;p70"/>
          <p:cNvSpPr/>
          <p:nvPr/>
        </p:nvSpPr>
        <p:spPr>
          <a:xfrm>
            <a:off x="454680" y="3723840"/>
            <a:ext cx="61002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gn="ctr">
              <a:lnSpc>
                <a:spcPct val="100000"/>
              </a:lnSpc>
              <a:buNone/>
              <a:tabLst>
                <a:tab algn="l" pos="0"/>
              </a:tabLst>
            </a:pPr>
            <a:r>
              <a:rPr b="1" lang="en-US" sz="1000" spc="-1" strike="noStrike">
                <a:solidFill>
                  <a:srgbClr val="000000"/>
                </a:solidFill>
                <a:latin typeface="Noto Sans JP"/>
                <a:ea typeface="Noto Sans JP"/>
              </a:rPr>
              <a:t>                                                                                                                                                        </a:t>
            </a:r>
            <a:r>
              <a:rPr b="1" lang="zh-CN" sz="1000" spc="-1" strike="noStrike">
                <a:solidFill>
                  <a:srgbClr val="000000"/>
                </a:solidFill>
                <a:latin typeface="Noto Sans JP"/>
                <a:ea typeface="Noto Sans JP"/>
              </a:rPr>
              <a:t>小計</a:t>
            </a:r>
            <a:endParaRPr b="0" lang="en-US" sz="1000" spc="-1" strike="noStrike">
              <a:latin typeface="Arial"/>
            </a:endParaRPr>
          </a:p>
        </p:txBody>
      </p:sp>
      <p:sp>
        <p:nvSpPr>
          <p:cNvPr id="2108" name="Google Shape;2545;p70"/>
          <p:cNvSpPr/>
          <p:nvPr/>
        </p:nvSpPr>
        <p:spPr>
          <a:xfrm>
            <a:off x="6630120" y="372384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933.72</a:t>
            </a:r>
            <a:endParaRPr b="0" lang="en-US" sz="1100" spc="-1" strike="noStrike">
              <a:latin typeface="Arial"/>
            </a:endParaRPr>
          </a:p>
        </p:txBody>
      </p:sp>
      <p:sp>
        <p:nvSpPr>
          <p:cNvPr id="2109" name="Google Shape;2546;p70"/>
          <p:cNvSpPr/>
          <p:nvPr/>
        </p:nvSpPr>
        <p:spPr>
          <a:xfrm>
            <a:off x="454680" y="4089960"/>
            <a:ext cx="61002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1" lang="en-US" sz="1000" spc="-1" strike="noStrike">
                <a:solidFill>
                  <a:srgbClr val="000000"/>
                </a:solidFill>
                <a:latin typeface="Noto Sans JP"/>
                <a:ea typeface="Noto Sans JP"/>
              </a:rPr>
              <a:t>Buffer</a:t>
            </a:r>
            <a:r>
              <a:rPr b="1" lang="zh-CN" sz="1000" spc="-1" strike="noStrike">
                <a:solidFill>
                  <a:srgbClr val="000000"/>
                </a:solidFill>
                <a:latin typeface="Noto Sans JP"/>
                <a:ea typeface="Noto Sans JP"/>
              </a:rPr>
              <a:t>（</a:t>
            </a:r>
            <a:r>
              <a:rPr b="1" lang="en-US" sz="1000" spc="-1" strike="noStrike">
                <a:solidFill>
                  <a:srgbClr val="000000"/>
                </a:solidFill>
                <a:latin typeface="Noto Sans JP"/>
                <a:ea typeface="Noto Sans JP"/>
              </a:rPr>
              <a:t>10%</a:t>
            </a:r>
            <a:r>
              <a:rPr b="1" lang="zh-CN" sz="1000" spc="-1" strike="noStrike">
                <a:solidFill>
                  <a:srgbClr val="000000"/>
                </a:solidFill>
                <a:latin typeface="Noto Sans JP"/>
                <a:ea typeface="Noto Sans JP"/>
              </a:rPr>
              <a:t>）</a:t>
            </a:r>
            <a:endParaRPr b="0" lang="en-US" sz="1000" spc="-1" strike="noStrike">
              <a:latin typeface="Arial"/>
            </a:endParaRPr>
          </a:p>
        </p:txBody>
      </p:sp>
      <p:sp>
        <p:nvSpPr>
          <p:cNvPr id="2110" name="Google Shape;2547;p70"/>
          <p:cNvSpPr/>
          <p:nvPr/>
        </p:nvSpPr>
        <p:spPr>
          <a:xfrm>
            <a:off x="7464960" y="408276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 </a:t>
            </a:r>
            <a:r>
              <a:rPr b="0" lang="en-US" sz="1100" spc="-1" strike="noStrike">
                <a:solidFill>
                  <a:srgbClr val="000000"/>
                </a:solidFill>
                <a:latin typeface="Noto Sans JP"/>
                <a:ea typeface="Noto Sans JP"/>
              </a:rPr>
              <a:t>14,006</a:t>
            </a:r>
            <a:endParaRPr b="0" lang="en-US" sz="1100" spc="-1" strike="noStrike">
              <a:latin typeface="Arial"/>
            </a:endParaRPr>
          </a:p>
        </p:txBody>
      </p:sp>
      <p:sp>
        <p:nvSpPr>
          <p:cNvPr id="2111" name="Google Shape;2548;p70"/>
          <p:cNvSpPr/>
          <p:nvPr/>
        </p:nvSpPr>
        <p:spPr>
          <a:xfrm>
            <a:off x="6630120" y="409212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93.37</a:t>
            </a:r>
            <a:endParaRPr b="0" lang="en-US" sz="1100" spc="-1" strike="noStrike">
              <a:latin typeface="Arial"/>
            </a:endParaRPr>
          </a:p>
        </p:txBody>
      </p:sp>
      <p:sp>
        <p:nvSpPr>
          <p:cNvPr id="2112" name="Google Shape;2549;p70"/>
          <p:cNvSpPr/>
          <p:nvPr/>
        </p:nvSpPr>
        <p:spPr>
          <a:xfrm>
            <a:off x="7461720" y="3333600"/>
            <a:ext cx="122256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8,363 </a:t>
            </a:r>
            <a:endParaRPr b="0" lang="en-US" sz="1100" spc="-1" strike="noStrike">
              <a:latin typeface="Arial"/>
            </a:endParaRPr>
          </a:p>
        </p:txBody>
      </p:sp>
      <p:sp>
        <p:nvSpPr>
          <p:cNvPr id="2113" name="Google Shape;2550;p70"/>
          <p:cNvSpPr/>
          <p:nvPr/>
        </p:nvSpPr>
        <p:spPr>
          <a:xfrm>
            <a:off x="1432800" y="3333600"/>
            <a:ext cx="198648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en-US" sz="900" spc="-1" strike="noStrike">
                <a:solidFill>
                  <a:srgbClr val="000000"/>
                </a:solidFill>
                <a:latin typeface="Noto Sans JP"/>
                <a:ea typeface="Noto Sans JP"/>
              </a:rPr>
              <a:t>WorkSpaces</a:t>
            </a:r>
            <a:endParaRPr b="0" lang="en-US" sz="900" spc="-1" strike="noStrike">
              <a:latin typeface="Arial"/>
            </a:endParaRPr>
          </a:p>
        </p:txBody>
      </p:sp>
      <p:sp>
        <p:nvSpPr>
          <p:cNvPr id="2114" name="Google Shape;2551;p70"/>
          <p:cNvSpPr/>
          <p:nvPr/>
        </p:nvSpPr>
        <p:spPr>
          <a:xfrm>
            <a:off x="3485880" y="3338640"/>
            <a:ext cx="3072600" cy="325440"/>
          </a:xfrm>
          <a:prstGeom prst="rect">
            <a:avLst/>
          </a:prstGeom>
          <a:solidFill>
            <a:srgbClr val="ffffff"/>
          </a:solidFill>
          <a:ln w="0">
            <a:noFill/>
          </a:ln>
        </p:spPr>
        <p:style>
          <a:lnRef idx="0"/>
          <a:fillRef idx="0"/>
          <a:effectRef idx="0"/>
          <a:fontRef idx="minor"/>
        </p:style>
        <p:txBody>
          <a:bodyPr lIns="90000" rIns="90000" tIns="326160" bIns="326160" anchor="ctr">
            <a:noAutofit/>
          </a:bodyPr>
          <a:p>
            <a:pPr>
              <a:lnSpc>
                <a:spcPct val="100000"/>
              </a:lnSpc>
              <a:buNone/>
              <a:tabLst>
                <a:tab algn="l" pos="0"/>
              </a:tabLst>
            </a:pPr>
            <a:r>
              <a:rPr b="0" lang="zh-CN" sz="1000" spc="-1" strike="noStrike">
                <a:solidFill>
                  <a:srgbClr val="000000"/>
                </a:solidFill>
                <a:latin typeface="Noto Sans JP"/>
                <a:ea typeface="Noto Sans JP"/>
              </a:rPr>
              <a:t>設定</a:t>
            </a:r>
            <a:r>
              <a:rPr b="0" lang="en-US" sz="1000" spc="-1" strike="noStrike">
                <a:solidFill>
                  <a:srgbClr val="000000"/>
                </a:solidFill>
                <a:latin typeface="Noto Sans JP"/>
                <a:ea typeface="Noto Sans JP"/>
              </a:rPr>
              <a:t>/</a:t>
            </a:r>
            <a:r>
              <a:rPr b="0" lang="zh-CN" sz="1000" spc="-1" strike="noStrike">
                <a:solidFill>
                  <a:srgbClr val="000000"/>
                </a:solidFill>
                <a:latin typeface="Noto Sans JP"/>
                <a:ea typeface="Noto Sans JP"/>
              </a:rPr>
              <a:t>動作確認用：</a:t>
            </a:r>
            <a:r>
              <a:rPr b="0" lang="en-US" sz="1000" spc="-1" strike="noStrike">
                <a:solidFill>
                  <a:srgbClr val="000000"/>
                </a:solidFill>
                <a:latin typeface="Noto Sans JP"/>
                <a:ea typeface="Noto Sans JP"/>
              </a:rPr>
              <a:t>1</a:t>
            </a:r>
            <a:r>
              <a:rPr b="0" lang="zh-CN" sz="1000" spc="-1" strike="noStrike">
                <a:solidFill>
                  <a:srgbClr val="000000"/>
                </a:solidFill>
                <a:latin typeface="Noto Sans JP"/>
                <a:ea typeface="Noto Sans JP"/>
              </a:rPr>
              <a:t>台</a:t>
            </a:r>
            <a:endParaRPr b="0" lang="en-US" sz="1000" spc="-1" strike="noStrike">
              <a:latin typeface="Arial"/>
            </a:endParaRPr>
          </a:p>
        </p:txBody>
      </p:sp>
      <p:sp>
        <p:nvSpPr>
          <p:cNvPr id="2115" name="Google Shape;2552;p70"/>
          <p:cNvSpPr/>
          <p:nvPr/>
        </p:nvSpPr>
        <p:spPr>
          <a:xfrm>
            <a:off x="6630480" y="3335760"/>
            <a:ext cx="766440" cy="325440"/>
          </a:xfrm>
          <a:prstGeom prst="rect">
            <a:avLst/>
          </a:prstGeom>
          <a:solidFill>
            <a:srgbClr val="fbe6e2"/>
          </a:solidFill>
          <a:ln w="0">
            <a:noFill/>
          </a:ln>
        </p:spPr>
        <p:style>
          <a:lnRef idx="0"/>
          <a:fillRef idx="0"/>
          <a:effectRef idx="0"/>
          <a:fontRef idx="minor"/>
        </p:style>
        <p:txBody>
          <a:bodyPr lIns="90000" rIns="90000" tIns="326160" bIns="326160" anchor="ctr">
            <a:noAutofit/>
          </a:bodyPr>
          <a:p>
            <a:pPr algn="r">
              <a:lnSpc>
                <a:spcPct val="100000"/>
              </a:lnSpc>
              <a:buNone/>
              <a:tabLst>
                <a:tab algn="l" pos="0"/>
              </a:tabLst>
            </a:pPr>
            <a:r>
              <a:rPr b="0" lang="zh-CN" sz="1100" spc="-1" strike="noStrike">
                <a:solidFill>
                  <a:srgbClr val="000000"/>
                </a:solidFill>
                <a:latin typeface="Noto Sans JP"/>
                <a:ea typeface="Noto Sans JP"/>
              </a:rPr>
              <a:t>＄</a:t>
            </a:r>
            <a:r>
              <a:rPr b="0" lang="en-US" sz="1100" spc="-1" strike="noStrike">
                <a:solidFill>
                  <a:srgbClr val="000000"/>
                </a:solidFill>
                <a:latin typeface="Noto Sans JP"/>
                <a:ea typeface="Noto Sans JP"/>
              </a:rPr>
              <a:t>55.75</a:t>
            </a:r>
            <a:endParaRPr b="0" lang="en-US" sz="1100" spc="-1" strike="noStrike">
              <a:latin typeface="Arial"/>
            </a:endParaRPr>
          </a:p>
        </p:txBody>
      </p:sp>
      <p:sp>
        <p:nvSpPr>
          <p:cNvPr id="2116" name="Google Shape;2553;p70"/>
          <p:cNvSpPr/>
          <p:nvPr/>
        </p:nvSpPr>
        <p:spPr>
          <a:xfrm>
            <a:off x="450000" y="770760"/>
            <a:ext cx="7155000" cy="42444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15000"/>
              </a:lnSpc>
              <a:buNone/>
              <a:tabLst>
                <a:tab algn="l" pos="0"/>
              </a:tabLst>
            </a:pPr>
            <a:r>
              <a:rPr b="1" lang="zh-CN" sz="1000" spc="-1" strike="noStrike">
                <a:solidFill>
                  <a:srgbClr val="1d1d1d"/>
                </a:solidFill>
                <a:latin typeface="Noto Sans JP"/>
                <a:ea typeface="Noto Sans JP"/>
              </a:rPr>
              <a:t>検証環境</a:t>
            </a:r>
            <a:endParaRPr b="0" lang="en-US" sz="1000" spc="-1" strike="noStrike">
              <a:latin typeface="Arial"/>
            </a:endParaRPr>
          </a:p>
          <a:p>
            <a:pPr marL="343080" indent="-343080">
              <a:lnSpc>
                <a:spcPct val="115000"/>
              </a:lnSpc>
              <a:buNone/>
              <a:tabLst>
                <a:tab algn="l" pos="0"/>
              </a:tabLst>
            </a:pPr>
            <a:r>
              <a:rPr b="0" lang="en-US" sz="800" spc="-1" strike="noStrike">
                <a:solidFill>
                  <a:srgbClr val="1d1d1d"/>
                </a:solidFill>
                <a:latin typeface="Noto Sans JP"/>
                <a:ea typeface="Noto Sans JP"/>
              </a:rPr>
              <a:t>※</a:t>
            </a:r>
            <a:r>
              <a:rPr b="0" lang="en-US" sz="800" spc="-1" strike="noStrike">
                <a:solidFill>
                  <a:srgbClr val="222222"/>
                </a:solidFill>
                <a:latin typeface="Noto Sans JP"/>
                <a:ea typeface="Noto Sans JP"/>
              </a:rPr>
              <a:t> </a:t>
            </a:r>
            <a:r>
              <a:rPr b="0" lang="en-US" sz="800" spc="-1" strike="noStrike">
                <a:solidFill>
                  <a:srgbClr val="222222"/>
                </a:solidFill>
                <a:latin typeface="Noto Sans JP"/>
                <a:ea typeface="Noto Sans JP"/>
              </a:rPr>
              <a:t>AWS</a:t>
            </a:r>
            <a:r>
              <a:rPr b="0" lang="zh-CN" sz="800" spc="-1" strike="noStrike">
                <a:solidFill>
                  <a:srgbClr val="222222"/>
                </a:solidFill>
                <a:latin typeface="Noto Sans JP"/>
                <a:ea typeface="Noto Sans JP"/>
              </a:rPr>
              <a:t>の料金体系は従量制課金となるため、実際のインフラコストとは差異が発生する可能性があります。</a:t>
            </a:r>
            <a:endParaRPr b="0" lang="en-US" sz="800" spc="-1" strike="noStrike">
              <a:latin typeface="Arial"/>
            </a:endParaRPr>
          </a:p>
        </p:txBody>
      </p:sp>
      <p:sp>
        <p:nvSpPr>
          <p:cNvPr id="2117" name="Google Shape;2554;p70"/>
          <p:cNvSpPr/>
          <p:nvPr/>
        </p:nvSpPr>
        <p:spPr>
          <a:xfrm>
            <a:off x="8279280" y="21600"/>
            <a:ext cx="1899000" cy="1922400"/>
          </a:xfrm>
          <a:prstGeom prst="foldedCorner">
            <a:avLst>
              <a:gd name="adj" fmla="val 16667"/>
            </a:avLst>
          </a:prstGeom>
          <a:solidFill>
            <a:srgbClr val="fbe6e2"/>
          </a:solidFill>
          <a:ln w="9525">
            <a:solidFill>
              <a:srgbClr val="ececec"/>
            </a:solidFill>
            <a:round/>
          </a:ln>
          <a:effectLst>
            <a:outerShdw algn="bl" blurRad="57240" dir="5400000" dist="19080" rotWithShape="0">
              <a:srgbClr val="000000">
                <a:alpha val="50000"/>
              </a:srgbClr>
            </a:outerShdw>
          </a:effectLst>
        </p:spPr>
        <p:style>
          <a:lnRef idx="0"/>
          <a:fillRef idx="0"/>
          <a:effectRef idx="0"/>
          <a:fontRef idx="minor"/>
        </p:style>
        <p:txBody>
          <a:bodyPr lIns="90000" rIns="90000" tIns="91440" bIns="91440" anchor="ctr">
            <a:noAutofit/>
          </a:bodyPr>
          <a:p>
            <a:pPr algn="ctr">
              <a:lnSpc>
                <a:spcPct val="100000"/>
              </a:lnSpc>
              <a:buNone/>
              <a:tabLst>
                <a:tab algn="l" pos="0"/>
              </a:tabLst>
            </a:pPr>
            <a:r>
              <a:rPr b="0" lang="en-US" sz="1300" spc="-1" strike="noStrike">
                <a:solidFill>
                  <a:srgbClr val="000000"/>
                </a:solidFill>
                <a:latin typeface="Noto Sans JP"/>
                <a:ea typeface="Noto Sans JP"/>
              </a:rPr>
              <a:t>Trường hợp khách hàng quan tâm sâu về chi tiết infra cost (vì sao đắt thế)</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18" name="Google Shape;2559;p71" descr=""/>
          <p:cNvPicPr/>
          <p:nvPr/>
        </p:nvPicPr>
        <p:blipFill>
          <a:blip r:embed="rId1"/>
          <a:stretch/>
        </p:blipFill>
        <p:spPr>
          <a:xfrm>
            <a:off x="3624120" y="2251800"/>
            <a:ext cx="1930320" cy="63828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9" name="Google Shape;2421;p 2"/>
          <p:cNvSpPr/>
          <p:nvPr/>
        </p:nvSpPr>
        <p:spPr>
          <a:xfrm>
            <a:off x="135720" y="273600"/>
            <a:ext cx="8687520" cy="460080"/>
          </a:xfrm>
          <a:prstGeom prst="rect">
            <a:avLst/>
          </a:prstGeom>
          <a:noFill/>
          <a:ln w="0">
            <a:noFill/>
          </a:ln>
        </p:spPr>
        <p:style>
          <a:lnRef idx="0"/>
          <a:fillRef idx="0"/>
          <a:effectRef idx="0"/>
          <a:fontRef idx="minor"/>
        </p:style>
        <p:txBody>
          <a:bodyPr lIns="68400" rIns="68400" tIns="34200" bIns="34200" anchor="ctr">
            <a:noAutofit/>
          </a:bodyPr>
          <a:p>
            <a:pPr>
              <a:lnSpc>
                <a:spcPct val="90000"/>
              </a:lnSpc>
              <a:buNone/>
              <a:tabLst>
                <a:tab algn="l" pos="0"/>
              </a:tabLst>
            </a:pPr>
            <a:r>
              <a:rPr b="1" lang="zh-CN" sz="1600" spc="-1" strike="noStrike">
                <a:solidFill>
                  <a:srgbClr val="000000"/>
                </a:solidFill>
                <a:latin typeface="Noto Sans JP"/>
                <a:ea typeface="Noto Sans JP"/>
              </a:rPr>
              <a:t>運用保守体制 </a:t>
            </a:r>
            <a:r>
              <a:rPr b="1" lang="en-US" sz="1600" spc="-1" strike="noStrike">
                <a:solidFill>
                  <a:srgbClr val="e61b0f"/>
                </a:solidFill>
                <a:latin typeface="Noto Sans JP"/>
                <a:ea typeface="Noto Sans JP"/>
              </a:rPr>
              <a:t>- Advanced</a:t>
            </a:r>
            <a:endParaRPr b="0" lang="en-US" sz="1600" spc="-1" strike="noStrike">
              <a:latin typeface="Arial"/>
            </a:endParaRPr>
          </a:p>
        </p:txBody>
      </p:sp>
      <p:sp>
        <p:nvSpPr>
          <p:cNvPr id="2120" name="Google Shape;2422;p 2"/>
          <p:cNvSpPr/>
          <p:nvPr/>
        </p:nvSpPr>
        <p:spPr>
          <a:xfrm>
            <a:off x="166680" y="704160"/>
            <a:ext cx="5894280" cy="38592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ececec"/>
      </a:dk2>
      <a:lt2>
        <a:srgbClr val="f7f7f7"/>
      </a:lt2>
      <a:accent1>
        <a:srgbClr val="ff2200"/>
      </a:accent1>
      <a:accent2>
        <a:srgbClr val="ad0c00"/>
      </a:accent2>
      <a:accent3>
        <a:srgbClr val="b69256"/>
      </a:accent3>
      <a:accent4>
        <a:srgbClr val="fdba05"/>
      </a:accent4>
      <a:accent5>
        <a:srgbClr val="fbe6e2"/>
      </a:accent5>
      <a:accent6>
        <a:srgbClr val="ede7de"/>
      </a:accent6>
      <a:hlink>
        <a:srgbClr val="0563c1"/>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2026-07-13T13:47:57Z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71</vt:i4>
  </property>
  <property fmtid="{D5CDD505-2E9C-101B-9397-08002B2CF9AE}" pid="3" name="PresentationFormat">
    <vt:lpwstr>Trình chiếu Trên màn hình (16:9)</vt:lpwstr>
  </property>
  <property fmtid="{D5CDD505-2E9C-101B-9397-08002B2CF9AE}" pid="4" name="Slides">
    <vt:i4>71</vt:i4>
  </property>
</Properties>
</file>